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8" r:id="rId3"/>
    <p:sldId id="259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94" r:id="rId13"/>
    <p:sldId id="270" r:id="rId14"/>
    <p:sldId id="271" r:id="rId15"/>
    <p:sldId id="273" r:id="rId16"/>
    <p:sldId id="274" r:id="rId17"/>
    <p:sldId id="272" r:id="rId18"/>
    <p:sldId id="275" r:id="rId19"/>
    <p:sldId id="276" r:id="rId20"/>
    <p:sldId id="296" r:id="rId21"/>
    <p:sldId id="277" r:id="rId22"/>
    <p:sldId id="279" r:id="rId23"/>
    <p:sldId id="293" r:id="rId24"/>
    <p:sldId id="280" r:id="rId25"/>
    <p:sldId id="281" r:id="rId26"/>
    <p:sldId id="297" r:id="rId27"/>
    <p:sldId id="295" r:id="rId28"/>
    <p:sldId id="282" r:id="rId29"/>
    <p:sldId id="283" r:id="rId30"/>
    <p:sldId id="284" r:id="rId31"/>
    <p:sldId id="287" r:id="rId32"/>
    <p:sldId id="286" r:id="rId33"/>
    <p:sldId id="285" r:id="rId34"/>
    <p:sldId id="289" r:id="rId35"/>
    <p:sldId id="292" r:id="rId36"/>
    <p:sldId id="291" r:id="rId37"/>
    <p:sldId id="290" r:id="rId38"/>
    <p:sldId id="288" r:id="rId39"/>
  </p:sldIdLst>
  <p:sldSz cx="12192000" cy="6858000"/>
  <p:notesSz cx="6858000" cy="9144000"/>
  <p:custDataLst>
    <p:tags r:id="rId42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2BB0EF-0F24-4F91-9DB5-EE5E2E1185EE}">
          <p14:sldIdLst>
            <p14:sldId id="256"/>
            <p14:sldId id="258"/>
            <p14:sldId id="259"/>
            <p14:sldId id="267"/>
          </p14:sldIdLst>
        </p14:section>
        <p14:section name="Installing Python" id="{C960DEE5-58FA-4FCE-B5FE-20DA7C454F51}">
          <p14:sldIdLst>
            <p14:sldId id="260"/>
            <p14:sldId id="261"/>
            <p14:sldId id="262"/>
            <p14:sldId id="263"/>
          </p14:sldIdLst>
        </p14:section>
        <p14:section name="Visual Studio Code" id="{885AB823-83C7-4A14-80AB-43F3408E00AB}">
          <p14:sldIdLst>
            <p14:sldId id="264"/>
            <p14:sldId id="265"/>
            <p14:sldId id="268"/>
          </p14:sldIdLst>
        </p14:section>
        <p14:section name="My First Notebook" id="{5C6CEFA4-41EE-4F11-97A8-A37684421FBB}">
          <p14:sldIdLst>
            <p14:sldId id="294"/>
            <p14:sldId id="270"/>
            <p14:sldId id="271"/>
            <p14:sldId id="273"/>
            <p14:sldId id="274"/>
            <p14:sldId id="272"/>
            <p14:sldId id="275"/>
          </p14:sldIdLst>
        </p14:section>
        <p14:section name="Using Notebooks" id="{AC9FF253-E306-4E14-92C9-C9B9C8BAE34D}">
          <p14:sldIdLst>
            <p14:sldId id="276"/>
            <p14:sldId id="296"/>
            <p14:sldId id="277"/>
            <p14:sldId id="279"/>
            <p14:sldId id="293"/>
          </p14:sldIdLst>
        </p14:section>
        <p14:section name="Venv" id="{F3BA55BC-CD91-4A94-95A6-396FA99FB17B}">
          <p14:sldIdLst>
            <p14:sldId id="280"/>
            <p14:sldId id="281"/>
          </p14:sldIdLst>
        </p14:section>
        <p14:section name="Venv Short" id="{A7899FE6-06C1-4590-A697-545322B9F4BF}">
          <p14:sldIdLst>
            <p14:sldId id="297"/>
            <p14:sldId id="295"/>
          </p14:sldIdLst>
        </p14:section>
        <p14:section name="Venv Long" id="{190C7689-4193-4C1D-B918-962FDC3227FB}">
          <p14:sldIdLst>
            <p14:sldId id="282"/>
            <p14:sldId id="283"/>
            <p14:sldId id="284"/>
            <p14:sldId id="287"/>
            <p14:sldId id="286"/>
            <p14:sldId id="285"/>
            <p14:sldId id="289"/>
            <p14:sldId id="292"/>
            <p14:sldId id="291"/>
            <p14:sldId id="290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CBC37-65DB-46C4-9C5D-5C8776298CDC}" v="1" dt="2025-09-01T12:08:51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605" autoAdjust="0"/>
  </p:normalViewPr>
  <p:slideViewPr>
    <p:cSldViewPr snapToGrid="0">
      <p:cViewPr varScale="1">
        <p:scale>
          <a:sx n="64" d="100"/>
          <a:sy n="64" d="100"/>
        </p:scale>
        <p:origin x="2244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AF5A798E-864C-4093-9DDB-CD4D88C45631}"/>
    <pc:docChg chg="undo custSel addSld delSld modSld modSection">
      <pc:chgData name="Ellen Torfs" userId="c6aa1e10-4a12-4511-8c7c-135720d4f277" providerId="ADAL" clId="{AF5A798E-864C-4093-9DDB-CD4D88C45631}" dt="2022-02-14T13:15:26.900" v="1729"/>
      <pc:docMkLst>
        <pc:docMk/>
      </pc:docMkLst>
      <pc:sldChg chg="modNotesTx">
        <pc:chgData name="Ellen Torfs" userId="c6aa1e10-4a12-4511-8c7c-135720d4f277" providerId="ADAL" clId="{AF5A798E-864C-4093-9DDB-CD4D88C45631}" dt="2022-02-14T12:11:13.172" v="13" actId="20577"/>
        <pc:sldMkLst>
          <pc:docMk/>
          <pc:sldMk cId="3503501734" sldId="257"/>
        </pc:sldMkLst>
      </pc:sldChg>
      <pc:sldChg chg="addCm">
        <pc:chgData name="Ellen Torfs" userId="c6aa1e10-4a12-4511-8c7c-135720d4f277" providerId="ADAL" clId="{AF5A798E-864C-4093-9DDB-CD4D88C45631}" dt="2022-02-14T13:15:26.900" v="1729"/>
        <pc:sldMkLst>
          <pc:docMk/>
          <pc:sldMk cId="2935527269" sldId="269"/>
        </pc:sldMkLst>
      </pc:sldChg>
      <pc:sldChg chg="addCm">
        <pc:chgData name="Ellen Torfs" userId="c6aa1e10-4a12-4511-8c7c-135720d4f277" providerId="ADAL" clId="{AF5A798E-864C-4093-9DDB-CD4D88C45631}" dt="2022-02-14T12:10:38.232" v="0"/>
        <pc:sldMkLst>
          <pc:docMk/>
          <pc:sldMk cId="115509626" sldId="271"/>
        </pc:sldMkLst>
      </pc:sldChg>
      <pc:sldChg chg="addSp delSp modSp new mod modNotesTx">
        <pc:chgData name="Ellen Torfs" userId="c6aa1e10-4a12-4511-8c7c-135720d4f277" providerId="ADAL" clId="{AF5A798E-864C-4093-9DDB-CD4D88C45631}" dt="2022-02-14T12:30:34.098" v="56" actId="1076"/>
        <pc:sldMkLst>
          <pc:docMk/>
          <pc:sldMk cId="106309756" sldId="274"/>
        </pc:sldMkLst>
      </pc:sldChg>
      <pc:sldChg chg="addSp delSp modSp new mod modNotesTx">
        <pc:chgData name="Ellen Torfs" userId="c6aa1e10-4a12-4511-8c7c-135720d4f277" providerId="ADAL" clId="{AF5A798E-864C-4093-9DDB-CD4D88C45631}" dt="2022-02-14T13:13:22.681" v="1728" actId="20577"/>
        <pc:sldMkLst>
          <pc:docMk/>
          <pc:sldMk cId="1829888262" sldId="275"/>
        </pc:sldMkLst>
      </pc:sldChg>
      <pc:sldChg chg="modSp new del mod">
        <pc:chgData name="Ellen Torfs" userId="c6aa1e10-4a12-4511-8c7c-135720d4f277" providerId="ADAL" clId="{AF5A798E-864C-4093-9DDB-CD4D88C45631}" dt="2022-02-14T12:40:22.315" v="99" actId="47"/>
        <pc:sldMkLst>
          <pc:docMk/>
          <pc:sldMk cId="3387478854" sldId="275"/>
        </pc:sldMkLst>
      </pc:sldChg>
    </pc:docChg>
  </pc:docChgLst>
  <pc:docChgLst>
    <pc:chgData name="Ellen Torfs" userId="c6aa1e10-4a12-4511-8c7c-135720d4f277" providerId="ADAL" clId="{44A0648C-9193-4F45-B166-3B4454E8FA86}"/>
    <pc:docChg chg="modSld">
      <pc:chgData name="Ellen Torfs" userId="c6aa1e10-4a12-4511-8c7c-135720d4f277" providerId="ADAL" clId="{44A0648C-9193-4F45-B166-3B4454E8FA86}" dt="2023-11-03T08:24:42.986" v="1" actId="20577"/>
      <pc:docMkLst>
        <pc:docMk/>
      </pc:docMkLst>
      <pc:sldChg chg="modSp mod">
        <pc:chgData name="Ellen Torfs" userId="c6aa1e10-4a12-4511-8c7c-135720d4f277" providerId="ADAL" clId="{44A0648C-9193-4F45-B166-3B4454E8FA86}" dt="2023-11-03T08:24:42.986" v="1" actId="20577"/>
        <pc:sldMkLst>
          <pc:docMk/>
          <pc:sldMk cId="2305997284" sldId="290"/>
        </pc:sldMkLst>
      </pc:sldChg>
    </pc:docChg>
  </pc:docChgLst>
  <pc:docChgLst>
    <pc:chgData name="Jochen Mariën" userId="a4f8d9ed-3895-4365-b2d5-9432cb8a20d4" providerId="ADAL" clId="{305E673F-BED6-42CE-BBBA-7EA62AFC0594}"/>
    <pc:docChg chg="undo redo custSel addSld modSld sldOrd modSection">
      <pc:chgData name="Jochen Mariën" userId="a4f8d9ed-3895-4365-b2d5-9432cb8a20d4" providerId="ADAL" clId="{305E673F-BED6-42CE-BBBA-7EA62AFC0594}" dt="2022-03-23T15:22:36.604" v="2022" actId="20577"/>
      <pc:docMkLst>
        <pc:docMk/>
      </pc:docMkLst>
      <pc:sldChg chg="delCm">
        <pc:chgData name="Jochen Mariën" userId="a4f8d9ed-3895-4365-b2d5-9432cb8a20d4" providerId="ADAL" clId="{305E673F-BED6-42CE-BBBA-7EA62AFC0594}" dt="2022-03-23T15:21:10.831" v="1875"/>
        <pc:sldMkLst>
          <pc:docMk/>
          <pc:sldMk cId="115509626" sldId="271"/>
        </pc:sldMkLst>
      </pc:sldChg>
      <pc:sldChg chg="modSp mod">
        <pc:chgData name="Jochen Mariën" userId="a4f8d9ed-3895-4365-b2d5-9432cb8a20d4" providerId="ADAL" clId="{305E673F-BED6-42CE-BBBA-7EA62AFC0594}" dt="2022-03-23T15:22:36.604" v="2022" actId="20577"/>
        <pc:sldMkLst>
          <pc:docMk/>
          <pc:sldMk cId="1413218804" sldId="272"/>
        </pc:sldMkLst>
      </pc:sldChg>
      <pc:sldChg chg="modSp mod">
        <pc:chgData name="Jochen Mariën" userId="a4f8d9ed-3895-4365-b2d5-9432cb8a20d4" providerId="ADAL" clId="{305E673F-BED6-42CE-BBBA-7EA62AFC0594}" dt="2022-03-23T15:20:48.401" v="1873" actId="1076"/>
        <pc:sldMkLst>
          <pc:docMk/>
          <pc:sldMk cId="4292923881" sldId="273"/>
        </pc:sldMkLst>
      </pc:sldChg>
      <pc:sldChg chg="modSp mod ord">
        <pc:chgData name="Jochen Mariën" userId="a4f8d9ed-3895-4365-b2d5-9432cb8a20d4" providerId="ADAL" clId="{305E673F-BED6-42CE-BBBA-7EA62AFC0594}" dt="2022-03-23T15:20:17.131" v="1872" actId="20577"/>
        <pc:sldMkLst>
          <pc:docMk/>
          <pc:sldMk cId="1829888262" sldId="275"/>
        </pc:sldMkLst>
      </pc:sldChg>
      <pc:sldChg chg="modSp new mod">
        <pc:chgData name="Jochen Mariën" userId="a4f8d9ed-3895-4365-b2d5-9432cb8a20d4" providerId="ADAL" clId="{305E673F-BED6-42CE-BBBA-7EA62AFC0594}" dt="2022-03-23T15:05:51.407" v="231" actId="15"/>
        <pc:sldMkLst>
          <pc:docMk/>
          <pc:sldMk cId="2263161374" sldId="276"/>
        </pc:sldMkLst>
      </pc:sldChg>
      <pc:sldChg chg="addSp delSp modSp new mod">
        <pc:chgData name="Jochen Mariën" userId="a4f8d9ed-3895-4365-b2d5-9432cb8a20d4" providerId="ADAL" clId="{305E673F-BED6-42CE-BBBA-7EA62AFC0594}" dt="2022-03-23T15:09:15.809" v="658" actId="478"/>
        <pc:sldMkLst>
          <pc:docMk/>
          <pc:sldMk cId="1047346810" sldId="277"/>
        </pc:sldMkLst>
      </pc:sldChg>
      <pc:sldChg chg="modSp new mod">
        <pc:chgData name="Jochen Mariën" userId="a4f8d9ed-3895-4365-b2d5-9432cb8a20d4" providerId="ADAL" clId="{305E673F-BED6-42CE-BBBA-7EA62AFC0594}" dt="2022-03-23T15:13:17.057" v="1159" actId="20577"/>
        <pc:sldMkLst>
          <pc:docMk/>
          <pc:sldMk cId="4061739640" sldId="278"/>
        </pc:sldMkLst>
      </pc:sldChg>
      <pc:sldChg chg="modSp new mod">
        <pc:chgData name="Jochen Mariën" userId="a4f8d9ed-3895-4365-b2d5-9432cb8a20d4" providerId="ADAL" clId="{305E673F-BED6-42CE-BBBA-7EA62AFC0594}" dt="2022-03-23T15:17:48.345" v="1485" actId="2057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305E673F-BED6-42CE-BBBA-7EA62AFC0594}" dt="2022-03-23T15:19:58.262" v="1858" actId="20577"/>
        <pc:sldMkLst>
          <pc:docMk/>
          <pc:sldMk cId="953451275" sldId="280"/>
        </pc:sldMkLst>
      </pc:sldChg>
    </pc:docChg>
  </pc:docChgLst>
  <pc:docChgLst>
    <pc:chgData name="Ellen Torfs" userId="c6aa1e10-4a12-4511-8c7c-135720d4f277" providerId="ADAL" clId="{F63E8D1A-2D24-43BF-974C-8CD81585CF2D}"/>
    <pc:docChg chg="delSld modSld">
      <pc:chgData name="Ellen Torfs" userId="c6aa1e10-4a12-4511-8c7c-135720d4f277" providerId="ADAL" clId="{F63E8D1A-2D24-43BF-974C-8CD81585CF2D}" dt="2023-10-19T08:13:18.294" v="129" actId="20577"/>
      <pc:docMkLst>
        <pc:docMk/>
      </pc:docMkLst>
      <pc:sldChg chg="modSp mod">
        <pc:chgData name="Ellen Torfs" userId="c6aa1e10-4a12-4511-8c7c-135720d4f277" providerId="ADAL" clId="{F63E8D1A-2D24-43BF-974C-8CD81585CF2D}" dt="2023-10-19T08:07:32.250" v="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F63E8D1A-2D24-43BF-974C-8CD81585CF2D}" dt="2023-10-19T08:08:00.376" v="4" actId="47"/>
        <pc:sldMkLst>
          <pc:docMk/>
          <pc:sldMk cId="3503501734" sldId="257"/>
        </pc:sldMkLst>
      </pc:sldChg>
      <pc:sldChg chg="modSp mod">
        <pc:chgData name="Ellen Torfs" userId="c6aa1e10-4a12-4511-8c7c-135720d4f277" providerId="ADAL" clId="{F63E8D1A-2D24-43BF-974C-8CD81585CF2D}" dt="2023-10-19T08:08:58.160" v="25" actId="20577"/>
        <pc:sldMkLst>
          <pc:docMk/>
          <pc:sldMk cId="3945943254" sldId="258"/>
        </pc:sldMkLst>
      </pc:sldChg>
      <pc:sldChg chg="modSp mod">
        <pc:chgData name="Ellen Torfs" userId="c6aa1e10-4a12-4511-8c7c-135720d4f277" providerId="ADAL" clId="{F63E8D1A-2D24-43BF-974C-8CD81585CF2D}" dt="2023-10-19T08:13:18.294" v="129" actId="20577"/>
        <pc:sldMkLst>
          <pc:docMk/>
          <pc:sldMk cId="95841179" sldId="259"/>
        </pc:sldMkLst>
      </pc:sldChg>
    </pc:docChg>
  </pc:docChgLst>
  <pc:docChgLst>
    <pc:chgData name="Jochen Mariën" userId="a4f8d9ed-3895-4365-b2d5-9432cb8a20d4" providerId="ADAL" clId="{5E95B32A-E229-4F47-A0AD-44B1C022CED2}"/>
    <pc:docChg chg="modSld">
      <pc:chgData name="Jochen Mariën" userId="a4f8d9ed-3895-4365-b2d5-9432cb8a20d4" providerId="ADAL" clId="{5E95B32A-E229-4F47-A0AD-44B1C022CED2}" dt="2024-09-19T08:30:38.192" v="3" actId="1076"/>
      <pc:docMkLst>
        <pc:docMk/>
      </pc:docMkLst>
      <pc:sldChg chg="modSp mod">
        <pc:chgData name="Jochen Mariën" userId="a4f8d9ed-3895-4365-b2d5-9432cb8a20d4" providerId="ADAL" clId="{5E95B32A-E229-4F47-A0AD-44B1C022CED2}" dt="2024-09-19T08:30:38.192" v="3" actId="1076"/>
        <pc:sldMkLst>
          <pc:docMk/>
          <pc:sldMk cId="2416245650" sldId="282"/>
        </pc:sldMkLst>
      </pc:sldChg>
      <pc:sldChg chg="modSp mod">
        <pc:chgData name="Jochen Mariën" userId="a4f8d9ed-3895-4365-b2d5-9432cb8a20d4" providerId="ADAL" clId="{5E95B32A-E229-4F47-A0AD-44B1C022CED2}" dt="2024-09-19T08:30:15.791" v="2" actId="20577"/>
        <pc:sldMkLst>
          <pc:docMk/>
          <pc:sldMk cId="100996237" sldId="295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Ellen Torfs" userId="c6aa1e10-4a12-4511-8c7c-135720d4f277" providerId="ADAL" clId="{E8C14D58-08E4-4914-959A-DD56EC8F12A8}"/>
    <pc:docChg chg="undo custSel modSld">
      <pc:chgData name="Ellen Torfs" userId="c6aa1e10-4a12-4511-8c7c-135720d4f277" providerId="ADAL" clId="{E8C14D58-08E4-4914-959A-DD56EC8F12A8}" dt="2022-09-26T14:30:40.478" v="10" actId="313"/>
      <pc:docMkLst>
        <pc:docMk/>
      </pc:docMkLst>
      <pc:sldChg chg="modSp mod">
        <pc:chgData name="Ellen Torfs" userId="c6aa1e10-4a12-4511-8c7c-135720d4f277" providerId="ADAL" clId="{E8C14D58-08E4-4914-959A-DD56EC8F12A8}" dt="2022-09-26T14:30:40.478" v="10" actId="313"/>
        <pc:sldMkLst>
          <pc:docMk/>
          <pc:sldMk cId="1413218804" sldId="272"/>
        </pc:sldMkLst>
      </pc:sldChg>
    </pc:docChg>
  </pc:docChgLst>
  <pc:docChgLst>
    <pc:chgData name="Jochen Mariën" userId="a4f8d9ed-3895-4365-b2d5-9432cb8a20d4" providerId="ADAL" clId="{E5D23DD4-C420-4157-B41E-8BA4323D3EE7}"/>
    <pc:docChg chg="modSld">
      <pc:chgData name="Jochen Mariën" userId="a4f8d9ed-3895-4365-b2d5-9432cb8a20d4" providerId="ADAL" clId="{E5D23DD4-C420-4157-B41E-8BA4323D3EE7}" dt="2025-05-08T08:57:03.566" v="7"/>
      <pc:docMkLst>
        <pc:docMk/>
      </pc:docMkLst>
      <pc:sldChg chg="modSp mod">
        <pc:chgData name="Jochen Mariën" userId="a4f8d9ed-3895-4365-b2d5-9432cb8a20d4" providerId="ADAL" clId="{E5D23DD4-C420-4157-B41E-8BA4323D3EE7}" dt="2025-05-08T08:55:49.056" v="0"/>
        <pc:sldMkLst>
          <pc:docMk/>
          <pc:sldMk cId="2021073229" sldId="275"/>
        </pc:sldMkLst>
      </pc:sldChg>
      <pc:sldChg chg="modSp mod">
        <pc:chgData name="Jochen Mariën" userId="a4f8d9ed-3895-4365-b2d5-9432cb8a20d4" providerId="ADAL" clId="{E5D23DD4-C420-4157-B41E-8BA4323D3EE7}" dt="2025-05-08T08:55:51.772" v="1"/>
        <pc:sldMkLst>
          <pc:docMk/>
          <pc:sldMk cId="969868697" sldId="276"/>
        </pc:sldMkLst>
      </pc:sldChg>
      <pc:sldChg chg="modSp mod">
        <pc:chgData name="Jochen Mariën" userId="a4f8d9ed-3895-4365-b2d5-9432cb8a20d4" providerId="ADAL" clId="{E5D23DD4-C420-4157-B41E-8BA4323D3EE7}" dt="2025-05-08T08:55:56.842" v="3"/>
        <pc:sldMkLst>
          <pc:docMk/>
          <pc:sldMk cId="2386503922" sldId="277"/>
        </pc:sldMkLst>
      </pc:sldChg>
      <pc:sldChg chg="modSp mod">
        <pc:chgData name="Jochen Mariën" userId="a4f8d9ed-3895-4365-b2d5-9432cb8a20d4" providerId="ADAL" clId="{E5D23DD4-C420-4157-B41E-8BA4323D3EE7}" dt="2025-05-08T08:55:59.165" v="4"/>
        <pc:sldMkLst>
          <pc:docMk/>
          <pc:sldMk cId="3919947077" sldId="279"/>
        </pc:sldMkLst>
      </pc:sldChg>
      <pc:sldChg chg="modSp mod">
        <pc:chgData name="Jochen Mariën" userId="a4f8d9ed-3895-4365-b2d5-9432cb8a20d4" providerId="ADAL" clId="{E5D23DD4-C420-4157-B41E-8BA4323D3EE7}" dt="2025-05-08T08:57:01.293" v="6"/>
        <pc:sldMkLst>
          <pc:docMk/>
          <pc:sldMk cId="3403620141" sldId="284"/>
        </pc:sldMkLst>
      </pc:sldChg>
      <pc:sldChg chg="modSp mod">
        <pc:chgData name="Jochen Mariën" userId="a4f8d9ed-3895-4365-b2d5-9432cb8a20d4" providerId="ADAL" clId="{E5D23DD4-C420-4157-B41E-8BA4323D3EE7}" dt="2025-05-08T08:57:03.566" v="7"/>
        <pc:sldMkLst>
          <pc:docMk/>
          <pc:sldMk cId="2760852640" sldId="287"/>
        </pc:sldMkLst>
      </pc:sldChg>
      <pc:sldChg chg="modSp mod">
        <pc:chgData name="Jochen Mariën" userId="a4f8d9ed-3895-4365-b2d5-9432cb8a20d4" providerId="ADAL" clId="{E5D23DD4-C420-4157-B41E-8BA4323D3EE7}" dt="2025-05-08T08:56:02.283" v="5"/>
        <pc:sldMkLst>
          <pc:docMk/>
          <pc:sldMk cId="2596842034" sldId="293"/>
        </pc:sldMkLst>
      </pc:sldChg>
      <pc:sldChg chg="modSp mod">
        <pc:chgData name="Jochen Mariën" userId="a4f8d9ed-3895-4365-b2d5-9432cb8a20d4" providerId="ADAL" clId="{E5D23DD4-C420-4157-B41E-8BA4323D3EE7}" dt="2025-05-08T08:55:54.083" v="2"/>
        <pc:sldMkLst>
          <pc:docMk/>
          <pc:sldMk cId="3527984108" sldId="296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Stef Van Wolputte" userId="53954008-e772-4081-b24d-77d1e8f1f00e" providerId="ADAL" clId="{0A30BC5A-00D8-4D2A-AAFF-02E23F3E24A5}"/>
    <pc:docChg chg="modSld">
      <pc:chgData name="Stef Van Wolputte" userId="53954008-e772-4081-b24d-77d1e8f1f00e" providerId="ADAL" clId="{0A30BC5A-00D8-4D2A-AAFF-02E23F3E24A5}" dt="2025-03-06T14:04:45.075" v="0" actId="20578"/>
      <pc:docMkLst>
        <pc:docMk/>
      </pc:docMkLst>
      <pc:sldChg chg="modSp">
        <pc:chgData name="Stef Van Wolputte" userId="53954008-e772-4081-b24d-77d1e8f1f00e" providerId="ADAL" clId="{0A30BC5A-00D8-4D2A-AAFF-02E23F3E24A5}" dt="2025-03-06T14:04:45.075" v="0" actId="20578"/>
        <pc:sldMkLst>
          <pc:docMk/>
          <pc:sldMk cId="100996237" sldId="295"/>
        </pc:sldMkLst>
      </pc:sldChg>
    </pc:docChg>
  </pc:docChgLst>
  <pc:docChgLst>
    <pc:chgData name="Jochen Mariën" userId="S::u0068647@thomasmore.be::a4f8d9ed-3895-4365-b2d5-9432cb8a20d4" providerId="AD" clId="Web-{1B047FB4-1354-41BD-8F9D-389E55DBA64F}"/>
    <pc:docChg chg="modSld">
      <pc:chgData name="Jochen Mariën" userId="S::u0068647@thomasmore.be::a4f8d9ed-3895-4365-b2d5-9432cb8a20d4" providerId="AD" clId="Web-{1B047FB4-1354-41BD-8F9D-389E55DBA64F}" dt="2023-10-30T09:06:46.402" v="5" actId="20577"/>
      <pc:docMkLst>
        <pc:docMk/>
      </pc:docMkLst>
      <pc:sldChg chg="modSp">
        <pc:chgData name="Jochen Mariën" userId="S::u0068647@thomasmore.be::a4f8d9ed-3895-4365-b2d5-9432cb8a20d4" providerId="AD" clId="Web-{1B047FB4-1354-41BD-8F9D-389E55DBA64F}" dt="2023-10-30T08:58:41.542" v="1" actId="20577"/>
        <pc:sldMkLst>
          <pc:docMk/>
          <pc:sldMk cId="3906571617" sldId="268"/>
        </pc:sldMkLst>
      </pc:sldChg>
      <pc:sldChg chg="modSp">
        <pc:chgData name="Jochen Mariën" userId="S::u0068647@thomasmore.be::a4f8d9ed-3895-4365-b2d5-9432cb8a20d4" providerId="AD" clId="Web-{1B047FB4-1354-41BD-8F9D-389E55DBA64F}" dt="2023-10-30T09:02:52.519" v="2" actId="20577"/>
        <pc:sldMkLst>
          <pc:docMk/>
          <pc:sldMk cId="3919947077" sldId="279"/>
        </pc:sldMkLst>
      </pc:sldChg>
      <pc:sldChg chg="modSp">
        <pc:chgData name="Jochen Mariën" userId="S::u0068647@thomasmore.be::a4f8d9ed-3895-4365-b2d5-9432cb8a20d4" providerId="AD" clId="Web-{1B047FB4-1354-41BD-8F9D-389E55DBA64F}" dt="2023-10-30T09:04:57.086" v="3" actId="20577"/>
        <pc:sldMkLst>
          <pc:docMk/>
          <pc:sldMk cId="3403620141" sldId="284"/>
        </pc:sldMkLst>
      </pc:sldChg>
      <pc:sldChg chg="modSp">
        <pc:chgData name="Jochen Mariën" userId="S::u0068647@thomasmore.be::a4f8d9ed-3895-4365-b2d5-9432cb8a20d4" providerId="AD" clId="Web-{1B047FB4-1354-41BD-8F9D-389E55DBA64F}" dt="2023-10-30T09:05:43.337" v="4" actId="20577"/>
        <pc:sldMkLst>
          <pc:docMk/>
          <pc:sldMk cId="2760852640" sldId="287"/>
        </pc:sldMkLst>
      </pc:sldChg>
      <pc:sldChg chg="modSp">
        <pc:chgData name="Jochen Mariën" userId="S::u0068647@thomasmore.be::a4f8d9ed-3895-4365-b2d5-9432cb8a20d4" providerId="AD" clId="Web-{1B047FB4-1354-41BD-8F9D-389E55DBA64F}" dt="2023-10-30T09:06:46.402" v="5" actId="20577"/>
        <pc:sldMkLst>
          <pc:docMk/>
          <pc:sldMk cId="104264709" sldId="289"/>
        </pc:sldMkLst>
      </pc:sldChg>
    </pc:docChg>
  </pc:docChgLst>
  <pc:docChgLst>
    <pc:chgData name="Jochen Mariën" userId="a4f8d9ed-3895-4365-b2d5-9432cb8a20d4" providerId="ADAL" clId="{8AF057AC-BCA7-4FBE-8375-9CCE83B5818F}"/>
    <pc:docChg chg="custSel modSld">
      <pc:chgData name="Jochen Mariën" userId="a4f8d9ed-3895-4365-b2d5-9432cb8a20d4" providerId="ADAL" clId="{8AF057AC-BCA7-4FBE-8375-9CCE83B5818F}" dt="2022-09-01T12:02:55.277" v="11" actId="313"/>
      <pc:docMkLst>
        <pc:docMk/>
      </pc:docMkLst>
      <pc:sldChg chg="modSp mod">
        <pc:chgData name="Jochen Mariën" userId="a4f8d9ed-3895-4365-b2d5-9432cb8a20d4" providerId="ADAL" clId="{8AF057AC-BCA7-4FBE-8375-9CCE83B5818F}" dt="2022-09-01T12:01:39.409" v="5" actId="20577"/>
        <pc:sldMkLst>
          <pc:docMk/>
          <pc:sldMk cId="2263161374" sldId="276"/>
        </pc:sldMkLst>
      </pc:sldChg>
      <pc:sldChg chg="modSp mod">
        <pc:chgData name="Jochen Mariën" userId="a4f8d9ed-3895-4365-b2d5-9432cb8a20d4" providerId="ADAL" clId="{8AF057AC-BCA7-4FBE-8375-9CCE83B5818F}" dt="2022-09-01T12:02:37.836" v="10" actId="20577"/>
        <pc:sldMkLst>
          <pc:docMk/>
          <pc:sldMk cId="4061739640" sldId="278"/>
        </pc:sldMkLst>
      </pc:sldChg>
      <pc:sldChg chg="modSp mod">
        <pc:chgData name="Jochen Mariën" userId="a4f8d9ed-3895-4365-b2d5-9432cb8a20d4" providerId="ADAL" clId="{8AF057AC-BCA7-4FBE-8375-9CCE83B5818F}" dt="2022-09-01T12:02:55.277" v="11" actId="313"/>
        <pc:sldMkLst>
          <pc:docMk/>
          <pc:sldMk cId="953451275" sldId="280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Stef Van Wolputte" userId="53954008-e772-4081-b24d-77d1e8f1f00e" providerId="ADAL" clId="{30D35722-F8A8-4540-9EE9-F5FD71C6033E}"/>
    <pc:docChg chg="custSel addSld delSld modSld addSection modSection">
      <pc:chgData name="Stef Van Wolputte" userId="53954008-e772-4081-b24d-77d1e8f1f00e" providerId="ADAL" clId="{30D35722-F8A8-4540-9EE9-F5FD71C6033E}" dt="2025-08-28T08:32:24.459" v="135" actId="33524"/>
      <pc:docMkLst>
        <pc:docMk/>
      </pc:docMkLst>
      <pc:sldChg chg="modSp mod">
        <pc:chgData name="Stef Van Wolputte" userId="53954008-e772-4081-b24d-77d1e8f1f00e" providerId="ADAL" clId="{30D35722-F8A8-4540-9EE9-F5FD71C6033E}" dt="2025-08-28T08:16:17.203" v="0" actId="313"/>
        <pc:sldMkLst>
          <pc:docMk/>
          <pc:sldMk cId="2394023289" sldId="264"/>
        </pc:sldMkLst>
        <pc:spChg chg="mod">
          <ac:chgData name="Stef Van Wolputte" userId="53954008-e772-4081-b24d-77d1e8f1f00e" providerId="ADAL" clId="{30D35722-F8A8-4540-9EE9-F5FD71C6033E}" dt="2025-08-28T08:16:17.203" v="0" actId="313"/>
          <ac:spMkLst>
            <pc:docMk/>
            <pc:sldMk cId="2394023289" sldId="264"/>
            <ac:spMk id="3" creationId="{1C22D127-E33F-A8A4-2B89-3F0232D9F7CA}"/>
          </ac:spMkLst>
        </pc:spChg>
      </pc:sldChg>
      <pc:sldChg chg="modSp mod">
        <pc:chgData name="Stef Van Wolputte" userId="53954008-e772-4081-b24d-77d1e8f1f00e" providerId="ADAL" clId="{30D35722-F8A8-4540-9EE9-F5FD71C6033E}" dt="2025-08-28T08:29:05.536" v="104" actId="313"/>
        <pc:sldMkLst>
          <pc:docMk/>
          <pc:sldMk cId="250274307" sldId="285"/>
        </pc:sldMkLst>
        <pc:spChg chg="mod">
          <ac:chgData name="Stef Van Wolputte" userId="53954008-e772-4081-b24d-77d1e8f1f00e" providerId="ADAL" clId="{30D35722-F8A8-4540-9EE9-F5FD71C6033E}" dt="2025-08-28T08:29:01.061" v="102" actId="20577"/>
          <ac:spMkLst>
            <pc:docMk/>
            <pc:sldMk cId="250274307" sldId="285"/>
            <ac:spMk id="2" creationId="{2133C2D1-C78D-8EEB-A6B1-E7CE222AAC95}"/>
          </ac:spMkLst>
        </pc:spChg>
        <pc:spChg chg="mod">
          <ac:chgData name="Stef Van Wolputte" userId="53954008-e772-4081-b24d-77d1e8f1f00e" providerId="ADAL" clId="{30D35722-F8A8-4540-9EE9-F5FD71C6033E}" dt="2025-08-28T08:29:05.536" v="104" actId="313"/>
          <ac:spMkLst>
            <pc:docMk/>
            <pc:sldMk cId="250274307" sldId="285"/>
            <ac:spMk id="3" creationId="{BA1AF828-38D3-3D20-6587-486E26FBEA13}"/>
          </ac:spMkLst>
        </pc:spChg>
      </pc:sldChg>
      <pc:sldChg chg="modSp mod">
        <pc:chgData name="Stef Van Wolputte" userId="53954008-e772-4081-b24d-77d1e8f1f00e" providerId="ADAL" clId="{30D35722-F8A8-4540-9EE9-F5FD71C6033E}" dt="2025-08-28T08:28:35.396" v="99" actId="313"/>
        <pc:sldMkLst>
          <pc:docMk/>
          <pc:sldMk cId="2760852640" sldId="287"/>
        </pc:sldMkLst>
        <pc:spChg chg="mod">
          <ac:chgData name="Stef Van Wolputte" userId="53954008-e772-4081-b24d-77d1e8f1f00e" providerId="ADAL" clId="{30D35722-F8A8-4540-9EE9-F5FD71C6033E}" dt="2025-08-28T08:28:35.396" v="99" actId="313"/>
          <ac:spMkLst>
            <pc:docMk/>
            <pc:sldMk cId="2760852640" sldId="287"/>
            <ac:spMk id="3" creationId="{7F77CE7E-B052-CC89-3C25-DD9F8A7BAA1E}"/>
          </ac:spMkLst>
        </pc:spChg>
      </pc:sldChg>
      <pc:sldChg chg="modSp mod">
        <pc:chgData name="Stef Van Wolputte" userId="53954008-e772-4081-b24d-77d1e8f1f00e" providerId="ADAL" clId="{30D35722-F8A8-4540-9EE9-F5FD71C6033E}" dt="2025-08-28T08:32:24.459" v="135" actId="33524"/>
        <pc:sldMkLst>
          <pc:docMk/>
          <pc:sldMk cId="2305997284" sldId="290"/>
        </pc:sldMkLst>
        <pc:spChg chg="mod">
          <ac:chgData name="Stef Van Wolputte" userId="53954008-e772-4081-b24d-77d1e8f1f00e" providerId="ADAL" clId="{30D35722-F8A8-4540-9EE9-F5FD71C6033E}" dt="2025-08-28T08:32:24.459" v="135" actId="33524"/>
          <ac:spMkLst>
            <pc:docMk/>
            <pc:sldMk cId="2305997284" sldId="290"/>
            <ac:spMk id="3" creationId="{CA4A455A-EF76-47AF-8867-2B00D8D1DCA1}"/>
          </ac:spMkLst>
        </pc:spChg>
      </pc:sldChg>
      <pc:sldChg chg="modSp mod">
        <pc:chgData name="Stef Van Wolputte" userId="53954008-e772-4081-b24d-77d1e8f1f00e" providerId="ADAL" clId="{30D35722-F8A8-4540-9EE9-F5FD71C6033E}" dt="2025-08-28T08:32:07.151" v="134" actId="404"/>
        <pc:sldMkLst>
          <pc:docMk/>
          <pc:sldMk cId="3830839069" sldId="292"/>
        </pc:sldMkLst>
        <pc:spChg chg="mod">
          <ac:chgData name="Stef Van Wolputte" userId="53954008-e772-4081-b24d-77d1e8f1f00e" providerId="ADAL" clId="{30D35722-F8A8-4540-9EE9-F5FD71C6033E}" dt="2025-08-28T08:32:07.151" v="134" actId="404"/>
          <ac:spMkLst>
            <pc:docMk/>
            <pc:sldMk cId="3830839069" sldId="292"/>
            <ac:spMk id="3" creationId="{A9BEFC97-D836-8D56-01EC-C04245E20D37}"/>
          </ac:spMkLst>
        </pc:spChg>
        <pc:picChg chg="mod">
          <ac:chgData name="Stef Van Wolputte" userId="53954008-e772-4081-b24d-77d1e8f1f00e" providerId="ADAL" clId="{30D35722-F8A8-4540-9EE9-F5FD71C6033E}" dt="2025-08-28T08:31:52.947" v="131" actId="1076"/>
          <ac:picMkLst>
            <pc:docMk/>
            <pc:sldMk cId="3830839069" sldId="292"/>
            <ac:picMk id="8" creationId="{0B2F7AB5-AD89-69DA-3480-0FF59D3579B0}"/>
          </ac:picMkLst>
        </pc:picChg>
      </pc:sldChg>
      <pc:sldChg chg="addSp modSp mod">
        <pc:chgData name="Stef Van Wolputte" userId="53954008-e772-4081-b24d-77d1e8f1f00e" providerId="ADAL" clId="{30D35722-F8A8-4540-9EE9-F5FD71C6033E}" dt="2025-08-28T08:27:57.948" v="98" actId="20577"/>
        <pc:sldMkLst>
          <pc:docMk/>
          <pc:sldMk cId="100996237" sldId="295"/>
        </pc:sldMkLst>
        <pc:spChg chg="mod">
          <ac:chgData name="Stef Van Wolputte" userId="53954008-e772-4081-b24d-77d1e8f1f00e" providerId="ADAL" clId="{30D35722-F8A8-4540-9EE9-F5FD71C6033E}" dt="2025-08-28T08:27:57.948" v="98" actId="20577"/>
          <ac:spMkLst>
            <pc:docMk/>
            <pc:sldMk cId="100996237" sldId="295"/>
            <ac:spMk id="3" creationId="{066BDA2F-21DC-C700-C97F-326759BAC0FA}"/>
          </ac:spMkLst>
        </pc:spChg>
        <pc:spChg chg="add mod">
          <ac:chgData name="Stef Van Wolputte" userId="53954008-e772-4081-b24d-77d1e8f1f00e" providerId="ADAL" clId="{30D35722-F8A8-4540-9EE9-F5FD71C6033E}" dt="2025-08-28T08:26:40.413" v="78" actId="1076"/>
          <ac:spMkLst>
            <pc:docMk/>
            <pc:sldMk cId="100996237" sldId="295"/>
            <ac:spMk id="5" creationId="{4DF288B3-6936-040E-0197-7A8127622DE1}"/>
          </ac:spMkLst>
        </pc:spChg>
      </pc:sldChg>
      <pc:sldChg chg="addSp delSp modSp new del mod modClrScheme chgLayout">
        <pc:chgData name="Stef Van Wolputte" userId="53954008-e772-4081-b24d-77d1e8f1f00e" providerId="ADAL" clId="{30D35722-F8A8-4540-9EE9-F5FD71C6033E}" dt="2025-08-28T08:17:28.204" v="24" actId="47"/>
        <pc:sldMkLst>
          <pc:docMk/>
          <pc:sldMk cId="2022973503" sldId="298"/>
        </pc:sldMkLst>
      </pc:sldChg>
    </pc:docChg>
  </pc:docChgLst>
  <pc:docChgLst>
    <pc:chgData name="Kristine Mangelschots" userId="f3152f8f-1017-4733-9e76-33dd9c43a1dc" providerId="ADAL" clId="{05A49D9E-96FD-417D-9E2F-1CB52DAA9A90}"/>
    <pc:docChg chg="undo custSel modSld">
      <pc:chgData name="Kristine Mangelschots" userId="f3152f8f-1017-4733-9e76-33dd9c43a1dc" providerId="ADAL" clId="{05A49D9E-96FD-417D-9E2F-1CB52DAA9A90}" dt="2022-08-24T08:16:52.264" v="30" actId="20577"/>
      <pc:docMkLst>
        <pc:docMk/>
      </pc:docMkLst>
      <pc:sldChg chg="delSp modSp mod">
        <pc:chgData name="Kristine Mangelschots" userId="f3152f8f-1017-4733-9e76-33dd9c43a1dc" providerId="ADAL" clId="{05A49D9E-96FD-417D-9E2F-1CB52DAA9A90}" dt="2022-08-24T08:07:50.738" v="3" actId="14100"/>
        <pc:sldMkLst>
          <pc:docMk/>
          <pc:sldMk cId="3503501734" sldId="257"/>
        </pc:sldMkLst>
      </pc:sldChg>
      <pc:sldChg chg="modSp mod">
        <pc:chgData name="Kristine Mangelschots" userId="f3152f8f-1017-4733-9e76-33dd9c43a1dc" providerId="ADAL" clId="{05A49D9E-96FD-417D-9E2F-1CB52DAA9A90}" dt="2022-08-24T08:11:03.834" v="5" actId="14100"/>
        <pc:sldMkLst>
          <pc:docMk/>
          <pc:sldMk cId="1413917546" sldId="264"/>
        </pc:sldMkLst>
      </pc:sldChg>
      <pc:sldChg chg="addSp delSp mod">
        <pc:chgData name="Kristine Mangelschots" userId="f3152f8f-1017-4733-9e76-33dd9c43a1dc" providerId="ADAL" clId="{05A49D9E-96FD-417D-9E2F-1CB52DAA9A90}" dt="2022-08-24T08:11:31.993" v="8" actId="478"/>
        <pc:sldMkLst>
          <pc:docMk/>
          <pc:sldMk cId="3545594292" sldId="265"/>
        </pc:sldMkLst>
      </pc:sldChg>
      <pc:sldChg chg="modSp mod">
        <pc:chgData name="Kristine Mangelschots" userId="f3152f8f-1017-4733-9e76-33dd9c43a1dc" providerId="ADAL" clId="{05A49D9E-96FD-417D-9E2F-1CB52DAA9A90}" dt="2022-08-24T08:16:20.265" v="28" actId="1582"/>
        <pc:sldMkLst>
          <pc:docMk/>
          <pc:sldMk cId="4116537878" sldId="270"/>
        </pc:sldMkLst>
      </pc:sldChg>
      <pc:sldChg chg="modSp mod">
        <pc:chgData name="Kristine Mangelschots" userId="f3152f8f-1017-4733-9e76-33dd9c43a1dc" providerId="ADAL" clId="{05A49D9E-96FD-417D-9E2F-1CB52DAA9A90}" dt="2022-08-24T08:16:52.264" v="30" actId="20577"/>
        <pc:sldMkLst>
          <pc:docMk/>
          <pc:sldMk cId="1413218804" sldId="272"/>
        </pc:sldMkLst>
      </pc:sldChg>
      <pc:sldChg chg="modSp mod">
        <pc:chgData name="Kristine Mangelschots" userId="f3152f8f-1017-4733-9e76-33dd9c43a1dc" providerId="ADAL" clId="{05A49D9E-96FD-417D-9E2F-1CB52DAA9A90}" dt="2022-08-24T08:15:47.970" v="26" actId="14100"/>
        <pc:sldMkLst>
          <pc:docMk/>
          <pc:sldMk cId="4292923881" sldId="273"/>
        </pc:sldMkLst>
      </pc:sldChg>
      <pc:sldChg chg="modSp mod">
        <pc:chgData name="Kristine Mangelschots" userId="f3152f8f-1017-4733-9e76-33dd9c43a1dc" providerId="ADAL" clId="{05A49D9E-96FD-417D-9E2F-1CB52DAA9A90}" dt="2022-08-24T08:15:34.902" v="25" actId="20577"/>
        <pc:sldMkLst>
          <pc:docMk/>
          <pc:sldMk cId="1829888262" sldId="275"/>
        </pc:sldMkLst>
      </pc:sldChg>
      <pc:sldChg chg="modSp mod">
        <pc:chgData name="Kristine Mangelschots" userId="f3152f8f-1017-4733-9e76-33dd9c43a1dc" providerId="ADAL" clId="{05A49D9E-96FD-417D-9E2F-1CB52DAA9A90}" dt="2022-08-24T08:13:43.070" v="15" actId="20577"/>
        <pc:sldMkLst>
          <pc:docMk/>
          <pc:sldMk cId="1047346810" sldId="277"/>
        </pc:sldMkLst>
      </pc:sldChg>
      <pc:sldChg chg="modSp mod">
        <pc:chgData name="Kristine Mangelschots" userId="f3152f8f-1017-4733-9e76-33dd9c43a1dc" providerId="ADAL" clId="{05A49D9E-96FD-417D-9E2F-1CB52DAA9A90}" dt="2022-08-24T08:14:04.616" v="16" actId="20577"/>
        <pc:sldMkLst>
          <pc:docMk/>
          <pc:sldMk cId="4061739640" sldId="278"/>
        </pc:sldMkLst>
      </pc:sldChg>
    </pc:docChg>
  </pc:docChgLst>
  <pc:docChgLst>
    <pc:chgData name="Jochen Mariën" userId="a4f8d9ed-3895-4365-b2d5-9432cb8a20d4" providerId="ADAL" clId="{C3230540-E25E-46B1-8987-A942D56B369C}"/>
    <pc:docChg chg="undo redo custSel addSld delSld modSld delSection">
      <pc:chgData name="Jochen Mariën" userId="a4f8d9ed-3895-4365-b2d5-9432cb8a20d4" providerId="ADAL" clId="{C3230540-E25E-46B1-8987-A942D56B369C}" dt="2023-11-07T10:45:00.453" v="13740" actId="20577"/>
      <pc:docMkLst>
        <pc:docMk/>
      </pc:docMkLst>
      <pc:sldChg chg="modSp mod">
        <pc:chgData name="Jochen Mariën" userId="a4f8d9ed-3895-4365-b2d5-9432cb8a20d4" providerId="ADAL" clId="{C3230540-E25E-46B1-8987-A942D56B369C}" dt="2023-10-19T07:28:07.345" v="50" actId="20577"/>
        <pc:sldMkLst>
          <pc:docMk/>
          <pc:sldMk cId="54334544" sldId="25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52420801" sldId="258"/>
        </pc:sldMkLst>
      </pc:sldChg>
      <pc:sldChg chg="modSp new mod">
        <pc:chgData name="Jochen Mariën" userId="a4f8d9ed-3895-4365-b2d5-9432cb8a20d4" providerId="ADAL" clId="{C3230540-E25E-46B1-8987-A942D56B369C}" dt="2023-10-23T10:32:22.075" v="12074" actId="20577"/>
        <pc:sldMkLst>
          <pc:docMk/>
          <pc:sldMk cId="3945943254" sldId="258"/>
        </pc:sldMkLst>
      </pc:sldChg>
      <pc:sldChg chg="modSp new mod">
        <pc:chgData name="Jochen Mariën" userId="a4f8d9ed-3895-4365-b2d5-9432cb8a20d4" providerId="ADAL" clId="{C3230540-E25E-46B1-8987-A942D56B369C}" dt="2023-10-19T08:01:05.308" v="931" actId="20577"/>
        <pc:sldMkLst>
          <pc:docMk/>
          <pc:sldMk cId="95841179" sldId="259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C3230540-E25E-46B1-8987-A942D56B369C}" dt="2023-10-23T10:07:09.241" v="10241" actId="20577"/>
        <pc:sldMkLst>
          <pc:docMk/>
          <pc:sldMk cId="705750504" sldId="26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13512616" sldId="260"/>
        </pc:sldMkLst>
      </pc:sldChg>
      <pc:sldChg chg="addSp modSp new mod">
        <pc:chgData name="Jochen Mariën" userId="a4f8d9ed-3895-4365-b2d5-9432cb8a20d4" providerId="ADAL" clId="{C3230540-E25E-46B1-8987-A942D56B369C}" dt="2023-10-19T08:16:45.473" v="1162" actId="1076"/>
        <pc:sldMkLst>
          <pc:docMk/>
          <pc:sldMk cId="548309504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146365000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05771123" sldId="262"/>
        </pc:sldMkLst>
      </pc:sldChg>
      <pc:sldChg chg="addSp modSp new mod">
        <pc:chgData name="Jochen Mariën" userId="a4f8d9ed-3895-4365-b2d5-9432cb8a20d4" providerId="ADAL" clId="{C3230540-E25E-46B1-8987-A942D56B369C}" dt="2023-10-19T08:18:24.310" v="1253"/>
        <pc:sldMkLst>
          <pc:docMk/>
          <pc:sldMk cId="3234240605" sldId="262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876488423" sldId="263"/>
        </pc:sldMkLst>
      </pc:sldChg>
      <pc:sldChg chg="addSp modSp new mod">
        <pc:chgData name="Jochen Mariën" userId="a4f8d9ed-3895-4365-b2d5-9432cb8a20d4" providerId="ADAL" clId="{C3230540-E25E-46B1-8987-A942D56B369C}" dt="2023-10-19T08:18:26.576" v="1254"/>
        <pc:sldMkLst>
          <pc:docMk/>
          <pc:sldMk cId="910467846" sldId="26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917546" sldId="264"/>
        </pc:sldMkLst>
      </pc:sldChg>
      <pc:sldChg chg="modSp new mod modNotesTx">
        <pc:chgData name="Jochen Mariën" userId="a4f8d9ed-3895-4365-b2d5-9432cb8a20d4" providerId="ADAL" clId="{C3230540-E25E-46B1-8987-A942D56B369C}" dt="2023-10-19T13:13:41.499" v="3404" actId="20577"/>
        <pc:sldMkLst>
          <pc:docMk/>
          <pc:sldMk cId="2394023289" sldId="264"/>
        </pc:sldMkLst>
      </pc:sldChg>
      <pc:sldChg chg="modSp new mod">
        <pc:chgData name="Jochen Mariën" userId="a4f8d9ed-3895-4365-b2d5-9432cb8a20d4" providerId="ADAL" clId="{C3230540-E25E-46B1-8987-A942D56B369C}" dt="2023-10-19T12:31:47.708" v="2053" actId="20577"/>
        <pc:sldMkLst>
          <pc:docMk/>
          <pc:sldMk cId="2922947071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45594292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311075334" sldId="266"/>
        </pc:sldMkLst>
      </pc:sldChg>
      <pc:sldChg chg="addSp modSp new mod">
        <pc:chgData name="Jochen Mariën" userId="a4f8d9ed-3895-4365-b2d5-9432cb8a20d4" providerId="ADAL" clId="{C3230540-E25E-46B1-8987-A942D56B369C}" dt="2023-10-19T13:23:00.959" v="4152" actId="20577"/>
        <pc:sldMkLst>
          <pc:docMk/>
          <pc:sldMk cId="2811044997" sldId="26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25194023" sldId="267"/>
        </pc:sldMkLst>
      </pc:sldChg>
      <pc:sldChg chg="modSp new mod modNotesTx">
        <pc:chgData name="Jochen Mariën" userId="a4f8d9ed-3895-4365-b2d5-9432cb8a20d4" providerId="ADAL" clId="{C3230540-E25E-46B1-8987-A942D56B369C}" dt="2023-10-19T13:00:47.343" v="3397" actId="20577"/>
        <pc:sldMkLst>
          <pc:docMk/>
          <pc:sldMk cId="3536898152" sldId="267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33814863" sldId="268"/>
        </pc:sldMkLst>
      </pc:sldChg>
      <pc:sldChg chg="addSp modSp new mod">
        <pc:chgData name="Jochen Mariën" userId="a4f8d9ed-3895-4365-b2d5-9432cb8a20d4" providerId="ADAL" clId="{C3230540-E25E-46B1-8987-A942D56B369C}" dt="2023-10-19T13:19:17.711" v="3847" actId="20577"/>
        <pc:sldMkLst>
          <pc:docMk/>
          <pc:sldMk cId="3906571617" sldId="268"/>
        </pc:sldMkLst>
      </pc:sldChg>
      <pc:sldChg chg="addSp modSp new mod">
        <pc:chgData name="Jochen Mariën" userId="a4f8d9ed-3895-4365-b2d5-9432cb8a20d4" providerId="ADAL" clId="{C3230540-E25E-46B1-8987-A942D56B369C}" dt="2023-10-19T13:32:56.791" v="4758" actId="20577"/>
        <pc:sldMkLst>
          <pc:docMk/>
          <pc:sldMk cId="1738113365" sldId="269"/>
        </pc:sldMkLst>
      </pc:sldChg>
      <pc:sldChg chg="addSp modSp new mod">
        <pc:chgData name="Jochen Mariën" userId="a4f8d9ed-3895-4365-b2d5-9432cb8a20d4" providerId="ADAL" clId="{C3230540-E25E-46B1-8987-A942D56B369C}" dt="2023-10-19T13:54:44.596" v="5046" actId="14100"/>
        <pc:sldMkLst>
          <pc:docMk/>
          <pc:sldMk cId="484120886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116537878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15509626" sldId="271"/>
        </pc:sldMkLst>
      </pc:sldChg>
      <pc:sldChg chg="addSp modSp new mod">
        <pc:chgData name="Jochen Mariën" userId="a4f8d9ed-3895-4365-b2d5-9432cb8a20d4" providerId="ADAL" clId="{C3230540-E25E-46B1-8987-A942D56B369C}" dt="2023-10-19T13:56:40.357" v="5281" actId="20577"/>
        <pc:sldMkLst>
          <pc:docMk/>
          <pc:sldMk cId="1038663596" sldId="27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218804" sldId="272"/>
        </pc:sldMkLst>
      </pc:sldChg>
      <pc:sldChg chg="addSp modSp new mod">
        <pc:chgData name="Jochen Mariën" userId="a4f8d9ed-3895-4365-b2d5-9432cb8a20d4" providerId="ADAL" clId="{C3230540-E25E-46B1-8987-A942D56B369C}" dt="2023-10-20T11:53:16.815" v="6303" actId="1076"/>
        <pc:sldMkLst>
          <pc:docMk/>
          <pc:sldMk cId="4044175036" sldId="272"/>
        </pc:sldMkLst>
      </pc:sldChg>
      <pc:sldChg chg="addSp modSp new mod">
        <pc:chgData name="Jochen Mariën" userId="a4f8d9ed-3895-4365-b2d5-9432cb8a20d4" providerId="ADAL" clId="{C3230540-E25E-46B1-8987-A942D56B369C}" dt="2023-10-20T11:48:25.132" v="5690" actId="1076"/>
        <pc:sldMkLst>
          <pc:docMk/>
          <pc:sldMk cId="4096431853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292923881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6309756" sldId="274"/>
        </pc:sldMkLst>
      </pc:sldChg>
      <pc:sldChg chg="addSp modSp new mod">
        <pc:chgData name="Jochen Mariën" userId="a4f8d9ed-3895-4365-b2d5-9432cb8a20d4" providerId="ADAL" clId="{C3230540-E25E-46B1-8987-A942D56B369C}" dt="2023-10-20T11:50:17.739" v="5969" actId="1076"/>
        <pc:sldMkLst>
          <pc:docMk/>
          <pc:sldMk cId="1685474505" sldId="274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29888262" sldId="275"/>
        </pc:sldMkLst>
      </pc:sldChg>
      <pc:sldChg chg="addSp modSp new mod">
        <pc:chgData name="Jochen Mariën" userId="a4f8d9ed-3895-4365-b2d5-9432cb8a20d4" providerId="ADAL" clId="{C3230540-E25E-46B1-8987-A942D56B369C}" dt="2023-10-20T11:58:13.034" v="7005" actId="1076"/>
        <pc:sldMkLst>
          <pc:docMk/>
          <pc:sldMk cId="2021073229" sldId="275"/>
        </pc:sldMkLst>
      </pc:sldChg>
      <pc:sldChg chg="addSp modSp new mod">
        <pc:chgData name="Jochen Mariën" userId="a4f8d9ed-3895-4365-b2d5-9432cb8a20d4" providerId="ADAL" clId="{C3230540-E25E-46B1-8987-A942D56B369C}" dt="2023-10-20T11:59:48.241" v="7332" actId="20577"/>
        <pc:sldMkLst>
          <pc:docMk/>
          <pc:sldMk cId="969868697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63161374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47346810" sldId="277"/>
        </pc:sldMkLst>
      </pc:sldChg>
      <pc:sldChg chg="addSp delSp modSp new mod">
        <pc:chgData name="Jochen Mariën" userId="a4f8d9ed-3895-4365-b2d5-9432cb8a20d4" providerId="ADAL" clId="{C3230540-E25E-46B1-8987-A942D56B369C}" dt="2023-10-20T12:02:28.606" v="7805" actId="20577"/>
        <pc:sldMkLst>
          <pc:docMk/>
          <pc:sldMk cId="2386503922" sldId="277"/>
        </pc:sldMkLst>
      </pc:sldChg>
      <pc:sldChg chg="addSp modSp new mod">
        <pc:chgData name="Jochen Mariën" userId="a4f8d9ed-3895-4365-b2d5-9432cb8a20d4" providerId="ADAL" clId="{C3230540-E25E-46B1-8987-A942D56B369C}" dt="2023-10-20T12:07:05.669" v="8238" actId="14100"/>
        <pc:sldMkLst>
          <pc:docMk/>
          <pc:sldMk cId="80872399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061739640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C3230540-E25E-46B1-8987-A942D56B369C}" dt="2023-10-20T12:08:39.620" v="8529" actId="20577"/>
        <pc:sldMkLst>
          <pc:docMk/>
          <pc:sldMk cId="3919947077" sldId="279"/>
        </pc:sldMkLst>
      </pc:sldChg>
      <pc:sldChg chg="addSp modSp new mod">
        <pc:chgData name="Jochen Mariën" userId="a4f8d9ed-3895-4365-b2d5-9432cb8a20d4" providerId="ADAL" clId="{C3230540-E25E-46B1-8987-A942D56B369C}" dt="2023-10-20T14:04:16.683" v="8890" actId="1076"/>
        <pc:sldMkLst>
          <pc:docMk/>
          <pc:sldMk cId="642709238" sldId="28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53451275" sldId="280"/>
        </pc:sldMkLst>
      </pc:sldChg>
      <pc:sldChg chg="addSp modSp new mod modNotesTx">
        <pc:chgData name="Jochen Mariën" userId="a4f8d9ed-3895-4365-b2d5-9432cb8a20d4" providerId="ADAL" clId="{C3230540-E25E-46B1-8987-A942D56B369C}" dt="2023-10-20T14:09:10.377" v="9717" actId="20577"/>
        <pc:sldMkLst>
          <pc:docMk/>
          <pc:sldMk cId="3358065200" sldId="281"/>
        </pc:sldMkLst>
      </pc:sldChg>
      <pc:sldChg chg="addSp modSp new mod modNotesTx">
        <pc:chgData name="Jochen Mariën" userId="a4f8d9ed-3895-4365-b2d5-9432cb8a20d4" providerId="ADAL" clId="{C3230540-E25E-46B1-8987-A942D56B369C}" dt="2023-11-07T10:45:00.453" v="13740" actId="20577"/>
        <pc:sldMkLst>
          <pc:docMk/>
          <pc:sldMk cId="2416245650" sldId="282"/>
        </pc:sldMkLst>
      </pc:sldChg>
      <pc:sldChg chg="addSp modSp new mod">
        <pc:chgData name="Jochen Mariën" userId="a4f8d9ed-3895-4365-b2d5-9432cb8a20d4" providerId="ADAL" clId="{C3230540-E25E-46B1-8987-A942D56B369C}" dt="2023-10-20T15:05:12.870" v="10183" actId="20577"/>
        <pc:sldMkLst>
          <pc:docMk/>
          <pc:sldMk cId="1431986146" sldId="283"/>
        </pc:sldMkLst>
      </pc:sldChg>
      <pc:sldChg chg="addSp modSp new mod">
        <pc:chgData name="Jochen Mariën" userId="a4f8d9ed-3895-4365-b2d5-9432cb8a20d4" providerId="ADAL" clId="{C3230540-E25E-46B1-8987-A942D56B369C}" dt="2023-10-23T10:12:05.487" v="10684" actId="1076"/>
        <pc:sldMkLst>
          <pc:docMk/>
          <pc:sldMk cId="3403620141" sldId="284"/>
        </pc:sldMkLst>
      </pc:sldChg>
      <pc:sldChg chg="addSp modSp new mod">
        <pc:chgData name="Jochen Mariën" userId="a4f8d9ed-3895-4365-b2d5-9432cb8a20d4" providerId="ADAL" clId="{C3230540-E25E-46B1-8987-A942D56B369C}" dt="2023-10-23T10:31:39.383" v="11970" actId="1076"/>
        <pc:sldMkLst>
          <pc:docMk/>
          <pc:sldMk cId="250274307" sldId="285"/>
        </pc:sldMkLst>
      </pc:sldChg>
      <pc:sldChg chg="modSp new mod">
        <pc:chgData name="Jochen Mariën" userId="a4f8d9ed-3895-4365-b2d5-9432cb8a20d4" providerId="ADAL" clId="{C3230540-E25E-46B1-8987-A942D56B369C}" dt="2023-10-23T10:29:22.360" v="11669" actId="20577"/>
        <pc:sldMkLst>
          <pc:docMk/>
          <pc:sldMk cId="1281472329" sldId="286"/>
        </pc:sldMkLst>
      </pc:sldChg>
      <pc:sldChg chg="modSp new mod">
        <pc:chgData name="Jochen Mariën" userId="a4f8d9ed-3895-4365-b2d5-9432cb8a20d4" providerId="ADAL" clId="{C3230540-E25E-46B1-8987-A942D56B369C}" dt="2023-10-23T10:17:53.911" v="11299" actId="20577"/>
        <pc:sldMkLst>
          <pc:docMk/>
          <pc:sldMk cId="2760852640" sldId="287"/>
        </pc:sldMkLst>
      </pc:sldChg>
      <pc:sldChg chg="modSp new mod">
        <pc:chgData name="Jochen Mariën" userId="a4f8d9ed-3895-4365-b2d5-9432cb8a20d4" providerId="ADAL" clId="{C3230540-E25E-46B1-8987-A942D56B369C}" dt="2023-10-23T11:43:03.480" v="13579" actId="20577"/>
        <pc:sldMkLst>
          <pc:docMk/>
          <pc:sldMk cId="2853392020" sldId="288"/>
        </pc:sldMkLst>
      </pc:sldChg>
      <pc:sldChg chg="modSp new mod">
        <pc:chgData name="Jochen Mariën" userId="a4f8d9ed-3895-4365-b2d5-9432cb8a20d4" providerId="ADAL" clId="{C3230540-E25E-46B1-8987-A942D56B369C}" dt="2023-10-23T11:24:32.404" v="12520" actId="20577"/>
        <pc:sldMkLst>
          <pc:docMk/>
          <pc:sldMk cId="104264709" sldId="289"/>
        </pc:sldMkLst>
      </pc:sldChg>
      <pc:sldChg chg="addSp delSp modSp new mod">
        <pc:chgData name="Jochen Mariën" userId="a4f8d9ed-3895-4365-b2d5-9432cb8a20d4" providerId="ADAL" clId="{C3230540-E25E-46B1-8987-A942D56B369C}" dt="2023-10-23T11:27:21.616" v="12972" actId="20577"/>
        <pc:sldMkLst>
          <pc:docMk/>
          <pc:sldMk cId="2305997284" sldId="290"/>
        </pc:sldMkLst>
      </pc:sldChg>
      <pc:sldChg chg="addSp modSp new mod">
        <pc:chgData name="Jochen Mariën" userId="a4f8d9ed-3895-4365-b2d5-9432cb8a20d4" providerId="ADAL" clId="{C3230540-E25E-46B1-8987-A942D56B369C}" dt="2023-10-23T11:38:39.333" v="13270" actId="20577"/>
        <pc:sldMkLst>
          <pc:docMk/>
          <pc:sldMk cId="2191673249" sldId="291"/>
        </pc:sldMkLst>
      </pc:sldChg>
      <pc:sldChg chg="addSp delSp modSp new mod">
        <pc:chgData name="Jochen Mariën" userId="a4f8d9ed-3895-4365-b2d5-9432cb8a20d4" providerId="ADAL" clId="{C3230540-E25E-46B1-8987-A942D56B369C}" dt="2023-10-25T08:07:35.627" v="13659" actId="1076"/>
        <pc:sldMkLst>
          <pc:docMk/>
          <pc:sldMk cId="3830839069" sldId="292"/>
        </pc:sldMkLst>
      </pc:sldChg>
    </pc:docChg>
  </pc:docChgLst>
  <pc:docChgLst>
    <pc:chgData name="Ellen Torfs" userId="c6aa1e10-4a12-4511-8c7c-135720d4f277" providerId="ADAL" clId="{D03B520A-0C64-4816-9B9D-4B4825F3D4CB}"/>
    <pc:docChg chg="custSel modSld">
      <pc:chgData name="Ellen Torfs" userId="c6aa1e10-4a12-4511-8c7c-135720d4f277" providerId="ADAL" clId="{D03B520A-0C64-4816-9B9D-4B4825F3D4CB}" dt="2022-10-30T10:00:51.015" v="211" actId="6549"/>
      <pc:docMkLst>
        <pc:docMk/>
      </pc:docMkLst>
      <pc:sldChg chg="modSp mod delCm modNotesTx">
        <pc:chgData name="Ellen Torfs" userId="c6aa1e10-4a12-4511-8c7c-135720d4f277" providerId="ADAL" clId="{D03B520A-0C64-4816-9B9D-4B4825F3D4CB}" dt="2022-10-30T09:50:35.770" v="23" actId="20577"/>
        <pc:sldMkLst>
          <pc:docMk/>
          <pc:sldMk cId="876488423" sldId="263"/>
        </pc:sldMkLst>
      </pc:sldChg>
      <pc:sldChg chg="modNotesTx">
        <pc:chgData name="Ellen Torfs" userId="c6aa1e10-4a12-4511-8c7c-135720d4f277" providerId="ADAL" clId="{D03B520A-0C64-4816-9B9D-4B4825F3D4CB}" dt="2022-10-30T09:52:50.101" v="174" actId="20577"/>
        <pc:sldMkLst>
          <pc:docMk/>
          <pc:sldMk cId="1413917546" sldId="264"/>
        </pc:sldMkLst>
      </pc:sldChg>
      <pc:sldChg chg="modNotesTx">
        <pc:chgData name="Ellen Torfs" userId="c6aa1e10-4a12-4511-8c7c-135720d4f277" providerId="ADAL" clId="{D03B520A-0C64-4816-9B9D-4B4825F3D4CB}" dt="2022-10-30T09:54:15.496" v="190" actId="20577"/>
        <pc:sldMkLst>
          <pc:docMk/>
          <pc:sldMk cId="1425194023" sldId="267"/>
        </pc:sldMkLst>
      </pc:sldChg>
      <pc:sldChg chg="modSp mod">
        <pc:chgData name="Ellen Torfs" userId="c6aa1e10-4a12-4511-8c7c-135720d4f277" providerId="ADAL" clId="{D03B520A-0C64-4816-9B9D-4B4825F3D4CB}" dt="2022-10-30T10:00:51.015" v="211" actId="6549"/>
        <pc:sldMkLst>
          <pc:docMk/>
          <pc:sldMk cId="1413218804" sldId="272"/>
        </pc:sldMkLst>
      </pc:sldChg>
      <pc:sldChg chg="modSp mod modNotesTx">
        <pc:chgData name="Ellen Torfs" userId="c6aa1e10-4a12-4511-8c7c-135720d4f277" providerId="ADAL" clId="{D03B520A-0C64-4816-9B9D-4B4825F3D4CB}" dt="2022-10-30T09:59:39.491" v="210" actId="20577"/>
        <pc:sldMkLst>
          <pc:docMk/>
          <pc:sldMk cId="1829888262" sldId="275"/>
        </pc:sldMkLst>
      </pc:sldChg>
      <pc:sldChg chg="modSp mod">
        <pc:chgData name="Ellen Torfs" userId="c6aa1e10-4a12-4511-8c7c-135720d4f277" providerId="ADAL" clId="{D03B520A-0C64-4816-9B9D-4B4825F3D4CB}" dt="2022-10-30T09:55:10.721" v="198" actId="20577"/>
        <pc:sldMkLst>
          <pc:docMk/>
          <pc:sldMk cId="2263161374" sldId="276"/>
        </pc:sldMkLst>
      </pc:sldChg>
    </pc:docChg>
  </pc:docChgLst>
  <pc:docChgLst>
    <pc:chgData name="Hajar Ghaem Sigarchian" userId="S::u0136336@thomasmore.be::c942b3b0-1ec9-4b5a-9958-682b211c132c" providerId="AD" clId="Web-{884F99F4-08BC-F64D-194B-747137C020EE}"/>
    <pc:docChg chg="modSld">
      <pc:chgData name="Hajar Ghaem Sigarchian" userId="S::u0136336@thomasmore.be::c942b3b0-1ec9-4b5a-9958-682b211c132c" providerId="AD" clId="Web-{884F99F4-08BC-F64D-194B-747137C020EE}" dt="2022-08-24T09:10:09.544" v="1" actId="20577"/>
      <pc:docMkLst>
        <pc:docMk/>
      </pc:docMkLst>
      <pc:sldChg chg="modSp">
        <pc:chgData name="Hajar Ghaem Sigarchian" userId="S::u0136336@thomasmore.be::c942b3b0-1ec9-4b5a-9958-682b211c132c" providerId="AD" clId="Web-{884F99F4-08BC-F64D-194B-747137C020EE}" dt="2022-08-24T09:10:09.544" v="1" actId="20577"/>
        <pc:sldMkLst>
          <pc:docMk/>
          <pc:sldMk cId="3552420801" sldId="258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Jochen Mariën" userId="a4f8d9ed-3895-4365-b2d5-9432cb8a20d4" providerId="ADAL" clId="{469C3D16-A691-4441-8154-A30B959950D5}"/>
    <pc:docChg chg="custSel addSld modSld">
      <pc:chgData name="Jochen Mariën" userId="a4f8d9ed-3895-4365-b2d5-9432cb8a20d4" providerId="ADAL" clId="{469C3D16-A691-4441-8154-A30B959950D5}" dt="2023-12-04T10:23:40.617" v="735" actId="20577"/>
      <pc:docMkLst>
        <pc:docMk/>
      </pc:docMkLst>
      <pc:sldChg chg="addSp modSp new mod modNotesTx">
        <pc:chgData name="Jochen Mariën" userId="a4f8d9ed-3895-4365-b2d5-9432cb8a20d4" providerId="ADAL" clId="{469C3D16-A691-4441-8154-A30B959950D5}" dt="2023-12-04T10:23:40.617" v="735" actId="20577"/>
        <pc:sldMkLst>
          <pc:docMk/>
          <pc:sldMk cId="2596842034" sldId="293"/>
        </pc:sldMkLst>
      </pc:sldChg>
    </pc:docChg>
  </pc:docChgLst>
  <pc:docChgLst>
    <pc:chgData name="Ellen Torfs" userId="c6aa1e10-4a12-4511-8c7c-135720d4f277" providerId="ADAL" clId="{432CBC37-65DB-46C4-9C5D-5C8776298CDC}"/>
    <pc:docChg chg="undo custSel modSld">
      <pc:chgData name="Ellen Torfs" userId="c6aa1e10-4a12-4511-8c7c-135720d4f277" providerId="ADAL" clId="{432CBC37-65DB-46C4-9C5D-5C8776298CDC}" dt="2025-09-01T12:14:43.182" v="201" actId="20577"/>
      <pc:docMkLst>
        <pc:docMk/>
      </pc:docMkLst>
      <pc:sldChg chg="modSp mod">
        <pc:chgData name="Ellen Torfs" userId="c6aa1e10-4a12-4511-8c7c-135720d4f277" providerId="ADAL" clId="{432CBC37-65DB-46C4-9C5D-5C8776298CDC}" dt="2025-09-01T08:10:09.243" v="10" actId="20577"/>
        <pc:sldMkLst>
          <pc:docMk/>
          <pc:sldMk cId="54334544" sldId="256"/>
        </pc:sldMkLst>
        <pc:spChg chg="mod">
          <ac:chgData name="Ellen Torfs" userId="c6aa1e10-4a12-4511-8c7c-135720d4f277" providerId="ADAL" clId="{432CBC37-65DB-46C4-9C5D-5C8776298CDC}" dt="2025-09-01T08:10:09.243" v="10" actId="20577"/>
          <ac:spMkLst>
            <pc:docMk/>
            <pc:sldMk cId="54334544" sldId="256"/>
            <ac:spMk id="2" creationId="{00000000-0000-0000-0000-000000000000}"/>
          </ac:spMkLst>
        </pc:spChg>
        <pc:spChg chg="mod">
          <ac:chgData name="Ellen Torfs" userId="c6aa1e10-4a12-4511-8c7c-135720d4f277" providerId="ADAL" clId="{432CBC37-65DB-46C4-9C5D-5C8776298CDC}" dt="2025-09-01T08:09:41.809" v="3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modSp mod">
        <pc:chgData name="Ellen Torfs" userId="c6aa1e10-4a12-4511-8c7c-135720d4f277" providerId="ADAL" clId="{432CBC37-65DB-46C4-9C5D-5C8776298CDC}" dt="2025-09-01T10:20:42.256" v="22" actId="20577"/>
        <pc:sldMkLst>
          <pc:docMk/>
          <pc:sldMk cId="3945943254" sldId="258"/>
        </pc:sldMkLst>
        <pc:spChg chg="mod">
          <ac:chgData name="Ellen Torfs" userId="c6aa1e10-4a12-4511-8c7c-135720d4f277" providerId="ADAL" clId="{432CBC37-65DB-46C4-9C5D-5C8776298CDC}" dt="2025-09-01T10:20:42.256" v="22" actId="20577"/>
          <ac:spMkLst>
            <pc:docMk/>
            <pc:sldMk cId="3945943254" sldId="258"/>
            <ac:spMk id="3" creationId="{0C7950E6-A0B7-5363-9349-5D917C4B3119}"/>
          </ac:spMkLst>
        </pc:spChg>
      </pc:sldChg>
      <pc:sldChg chg="modSp mod">
        <pc:chgData name="Ellen Torfs" userId="c6aa1e10-4a12-4511-8c7c-135720d4f277" providerId="ADAL" clId="{432CBC37-65DB-46C4-9C5D-5C8776298CDC}" dt="2025-09-01T10:21:46.378" v="42" actId="6549"/>
        <pc:sldMkLst>
          <pc:docMk/>
          <pc:sldMk cId="95841179" sldId="259"/>
        </pc:sldMkLst>
        <pc:spChg chg="mod">
          <ac:chgData name="Ellen Torfs" userId="c6aa1e10-4a12-4511-8c7c-135720d4f277" providerId="ADAL" clId="{432CBC37-65DB-46C4-9C5D-5C8776298CDC}" dt="2025-09-01T10:21:46.378" v="42" actId="6549"/>
          <ac:spMkLst>
            <pc:docMk/>
            <pc:sldMk cId="95841179" sldId="259"/>
            <ac:spMk id="3" creationId="{4D2F1897-B527-3D48-C115-C04C3AFB3E21}"/>
          </ac:spMkLst>
        </pc:spChg>
      </pc:sldChg>
      <pc:sldChg chg="addSp delSp modSp mod">
        <pc:chgData name="Ellen Torfs" userId="c6aa1e10-4a12-4511-8c7c-135720d4f277" providerId="ADAL" clId="{432CBC37-65DB-46C4-9C5D-5C8776298CDC}" dt="2025-09-01T10:51:19.517" v="134" actId="20577"/>
        <pc:sldMkLst>
          <pc:docMk/>
          <pc:sldMk cId="484120886" sldId="270"/>
        </pc:sldMkLst>
        <pc:spChg chg="mod">
          <ac:chgData name="Ellen Torfs" userId="c6aa1e10-4a12-4511-8c7c-135720d4f277" providerId="ADAL" clId="{432CBC37-65DB-46C4-9C5D-5C8776298CDC}" dt="2025-09-01T10:51:19.517" v="134" actId="20577"/>
          <ac:spMkLst>
            <pc:docMk/>
            <pc:sldMk cId="484120886" sldId="270"/>
            <ac:spMk id="3" creationId="{6FED3268-D6FA-F6DC-9D2C-7D863F584070}"/>
          </ac:spMkLst>
        </pc:spChg>
        <pc:spChg chg="mod">
          <ac:chgData name="Ellen Torfs" userId="c6aa1e10-4a12-4511-8c7c-135720d4f277" providerId="ADAL" clId="{432CBC37-65DB-46C4-9C5D-5C8776298CDC}" dt="2025-09-01T10:50:58.640" v="127" actId="1076"/>
          <ac:spMkLst>
            <pc:docMk/>
            <pc:sldMk cId="484120886" sldId="270"/>
            <ac:spMk id="9" creationId="{D90C06B8-82E0-AD93-FF8E-29D6D2D70C6B}"/>
          </ac:spMkLst>
        </pc:spChg>
        <pc:spChg chg="mod">
          <ac:chgData name="Ellen Torfs" userId="c6aa1e10-4a12-4511-8c7c-135720d4f277" providerId="ADAL" clId="{432CBC37-65DB-46C4-9C5D-5C8776298CDC}" dt="2025-09-01T10:48:32.623" v="120" actId="1076"/>
          <ac:spMkLst>
            <pc:docMk/>
            <pc:sldMk cId="484120886" sldId="270"/>
            <ac:spMk id="11" creationId="{B5169B56-4CEE-EBFF-DFDD-FB765768AA55}"/>
          </ac:spMkLst>
        </pc:spChg>
        <pc:spChg chg="mod">
          <ac:chgData name="Ellen Torfs" userId="c6aa1e10-4a12-4511-8c7c-135720d4f277" providerId="ADAL" clId="{432CBC37-65DB-46C4-9C5D-5C8776298CDC}" dt="2025-09-01T10:51:06.924" v="130" actId="14100"/>
          <ac:spMkLst>
            <pc:docMk/>
            <pc:sldMk cId="484120886" sldId="270"/>
            <ac:spMk id="14" creationId="{499FE823-22EA-2D74-65BE-275DD02FF6F2}"/>
          </ac:spMkLst>
        </pc:spChg>
        <pc:picChg chg="add mod ord">
          <ac:chgData name="Ellen Torfs" userId="c6aa1e10-4a12-4511-8c7c-135720d4f277" providerId="ADAL" clId="{432CBC37-65DB-46C4-9C5D-5C8776298CDC}" dt="2025-09-01T10:48:28.245" v="119" actId="167"/>
          <ac:picMkLst>
            <pc:docMk/>
            <pc:sldMk cId="484120886" sldId="270"/>
            <ac:picMk id="6" creationId="{94452D11-87E8-9273-9B81-B9C7F97C99DF}"/>
          </ac:picMkLst>
        </pc:picChg>
        <pc:picChg chg="del">
          <ac:chgData name="Ellen Torfs" userId="c6aa1e10-4a12-4511-8c7c-135720d4f277" providerId="ADAL" clId="{432CBC37-65DB-46C4-9C5D-5C8776298CDC}" dt="2025-09-01T10:48:07.173" v="113" actId="478"/>
          <ac:picMkLst>
            <pc:docMk/>
            <pc:sldMk cId="484120886" sldId="270"/>
            <ac:picMk id="7" creationId="{3A2D1BF4-0264-796F-2E73-0989AC75FD10}"/>
          </ac:picMkLst>
        </pc:picChg>
        <pc:picChg chg="add mod ord">
          <ac:chgData name="Ellen Torfs" userId="c6aa1e10-4a12-4511-8c7c-135720d4f277" providerId="ADAL" clId="{432CBC37-65DB-46C4-9C5D-5C8776298CDC}" dt="2025-09-01T10:50:54.747" v="126" actId="1076"/>
          <ac:picMkLst>
            <pc:docMk/>
            <pc:sldMk cId="484120886" sldId="270"/>
            <ac:picMk id="10" creationId="{DC9F4FBA-FCCE-00E8-87F3-44C4079EA573}"/>
          </ac:picMkLst>
        </pc:picChg>
        <pc:picChg chg="del">
          <ac:chgData name="Ellen Torfs" userId="c6aa1e10-4a12-4511-8c7c-135720d4f277" providerId="ADAL" clId="{432CBC37-65DB-46C4-9C5D-5C8776298CDC}" dt="2025-09-01T10:50:39.863" v="121" actId="478"/>
          <ac:picMkLst>
            <pc:docMk/>
            <pc:sldMk cId="484120886" sldId="270"/>
            <ac:picMk id="13" creationId="{A946ED3F-3DB4-173D-B01C-0FD01536AE9C}"/>
          </ac:picMkLst>
        </pc:picChg>
      </pc:sldChg>
      <pc:sldChg chg="addSp delSp modSp mod">
        <pc:chgData name="Ellen Torfs" userId="c6aa1e10-4a12-4511-8c7c-135720d4f277" providerId="ADAL" clId="{432CBC37-65DB-46C4-9C5D-5C8776298CDC}" dt="2025-09-01T10:52:47.010" v="139" actId="1076"/>
        <pc:sldMkLst>
          <pc:docMk/>
          <pc:sldMk cId="1038663596" sldId="271"/>
        </pc:sldMkLst>
        <pc:picChg chg="add mod">
          <ac:chgData name="Ellen Torfs" userId="c6aa1e10-4a12-4511-8c7c-135720d4f277" providerId="ADAL" clId="{432CBC37-65DB-46C4-9C5D-5C8776298CDC}" dt="2025-09-01T10:52:47.010" v="139" actId="1076"/>
          <ac:picMkLst>
            <pc:docMk/>
            <pc:sldMk cId="1038663596" sldId="271"/>
            <ac:picMk id="6" creationId="{246FCEAE-C573-7AA6-44AD-8A9D1845B946}"/>
          </ac:picMkLst>
        </pc:picChg>
        <pc:picChg chg="del">
          <ac:chgData name="Ellen Torfs" userId="c6aa1e10-4a12-4511-8c7c-135720d4f277" providerId="ADAL" clId="{432CBC37-65DB-46C4-9C5D-5C8776298CDC}" dt="2025-09-01T10:52:24.196" v="135" actId="478"/>
          <ac:picMkLst>
            <pc:docMk/>
            <pc:sldMk cId="1038663596" sldId="271"/>
            <ac:picMk id="7" creationId="{664C7A58-35A9-0C33-2FAA-17AFE249F1DE}"/>
          </ac:picMkLst>
        </pc:picChg>
      </pc:sldChg>
      <pc:sldChg chg="addSp delSp modSp mod">
        <pc:chgData name="Ellen Torfs" userId="c6aa1e10-4a12-4511-8c7c-135720d4f277" providerId="ADAL" clId="{432CBC37-65DB-46C4-9C5D-5C8776298CDC}" dt="2025-09-01T11:56:35.408" v="151" actId="1076"/>
        <pc:sldMkLst>
          <pc:docMk/>
          <pc:sldMk cId="969868697" sldId="276"/>
        </pc:sldMkLst>
        <pc:spChg chg="mod">
          <ac:chgData name="Ellen Torfs" userId="c6aa1e10-4a12-4511-8c7c-135720d4f277" providerId="ADAL" clId="{432CBC37-65DB-46C4-9C5D-5C8776298CDC}" dt="2025-09-01T11:56:09.207" v="147" actId="20577"/>
          <ac:spMkLst>
            <pc:docMk/>
            <pc:sldMk cId="969868697" sldId="276"/>
            <ac:spMk id="3" creationId="{8245B2F7-0590-288E-6C6F-F41A626A370D}"/>
          </ac:spMkLst>
        </pc:spChg>
        <pc:picChg chg="add mod">
          <ac:chgData name="Ellen Torfs" userId="c6aa1e10-4a12-4511-8c7c-135720d4f277" providerId="ADAL" clId="{432CBC37-65DB-46C4-9C5D-5C8776298CDC}" dt="2025-09-01T11:56:35.408" v="151" actId="1076"/>
          <ac:picMkLst>
            <pc:docMk/>
            <pc:sldMk cId="969868697" sldId="276"/>
            <ac:picMk id="6" creationId="{6FD5ABBD-9A43-40BF-86DC-FBA5EBA65B73}"/>
          </ac:picMkLst>
        </pc:picChg>
        <pc:picChg chg="del">
          <ac:chgData name="Ellen Torfs" userId="c6aa1e10-4a12-4511-8c7c-135720d4f277" providerId="ADAL" clId="{432CBC37-65DB-46C4-9C5D-5C8776298CDC}" dt="2025-09-01T11:56:22.397" v="148" actId="478"/>
          <ac:picMkLst>
            <pc:docMk/>
            <pc:sldMk cId="969868697" sldId="276"/>
            <ac:picMk id="9" creationId="{1BB909F8-6DFA-55B4-889B-271F510F5D24}"/>
          </ac:picMkLst>
        </pc:picChg>
      </pc:sldChg>
      <pc:sldChg chg="modNotesTx">
        <pc:chgData name="Ellen Torfs" userId="c6aa1e10-4a12-4511-8c7c-135720d4f277" providerId="ADAL" clId="{432CBC37-65DB-46C4-9C5D-5C8776298CDC}" dt="2025-09-01T12:01:23.844" v="158"/>
        <pc:sldMkLst>
          <pc:docMk/>
          <pc:sldMk cId="642709238" sldId="280"/>
        </pc:sldMkLst>
      </pc:sldChg>
      <pc:sldChg chg="modNotesTx">
        <pc:chgData name="Ellen Torfs" userId="c6aa1e10-4a12-4511-8c7c-135720d4f277" providerId="ADAL" clId="{432CBC37-65DB-46C4-9C5D-5C8776298CDC}" dt="2025-09-01T12:02:06.112" v="170" actId="20577"/>
        <pc:sldMkLst>
          <pc:docMk/>
          <pc:sldMk cId="3358065200" sldId="281"/>
        </pc:sldMkLst>
      </pc:sldChg>
      <pc:sldChg chg="addSp delSp modSp mod">
        <pc:chgData name="Ellen Torfs" userId="c6aa1e10-4a12-4511-8c7c-135720d4f277" providerId="ADAL" clId="{432CBC37-65DB-46C4-9C5D-5C8776298CDC}" dt="2025-09-01T12:08:56.712" v="177" actId="1076"/>
        <pc:sldMkLst>
          <pc:docMk/>
          <pc:sldMk cId="2416245650" sldId="282"/>
        </pc:sldMkLst>
        <pc:spChg chg="add mod">
          <ac:chgData name="Ellen Torfs" userId="c6aa1e10-4a12-4511-8c7c-135720d4f277" providerId="ADAL" clId="{432CBC37-65DB-46C4-9C5D-5C8776298CDC}" dt="2025-09-01T12:08:56.712" v="177" actId="1076"/>
          <ac:spMkLst>
            <pc:docMk/>
            <pc:sldMk cId="2416245650" sldId="282"/>
            <ac:spMk id="9" creationId="{DCBA70F8-7FA8-3079-584D-113C90832456}"/>
          </ac:spMkLst>
        </pc:spChg>
        <pc:picChg chg="add mod">
          <ac:chgData name="Ellen Torfs" userId="c6aa1e10-4a12-4511-8c7c-135720d4f277" providerId="ADAL" clId="{432CBC37-65DB-46C4-9C5D-5C8776298CDC}" dt="2025-09-01T12:08:31.372" v="175" actId="1076"/>
          <ac:picMkLst>
            <pc:docMk/>
            <pc:sldMk cId="2416245650" sldId="282"/>
            <ac:picMk id="6" creationId="{00BE66D1-B63D-E629-4E4B-92FCFF2698E8}"/>
          </ac:picMkLst>
        </pc:picChg>
        <pc:picChg chg="del">
          <ac:chgData name="Ellen Torfs" userId="c6aa1e10-4a12-4511-8c7c-135720d4f277" providerId="ADAL" clId="{432CBC37-65DB-46C4-9C5D-5C8776298CDC}" dt="2025-09-01T12:07:33.111" v="171" actId="478"/>
          <ac:picMkLst>
            <pc:docMk/>
            <pc:sldMk cId="2416245650" sldId="282"/>
            <ac:picMk id="11" creationId="{979B07F1-3E15-C68A-35E1-13C74288CCFC}"/>
          </ac:picMkLst>
        </pc:picChg>
      </pc:sldChg>
      <pc:sldChg chg="addSp delSp modSp mod">
        <pc:chgData name="Ellen Torfs" userId="c6aa1e10-4a12-4511-8c7c-135720d4f277" providerId="ADAL" clId="{432CBC37-65DB-46C4-9C5D-5C8776298CDC}" dt="2025-09-01T12:14:43.182" v="201" actId="20577"/>
        <pc:sldMkLst>
          <pc:docMk/>
          <pc:sldMk cId="1431986146" sldId="283"/>
        </pc:sldMkLst>
        <pc:spChg chg="mod ord">
          <ac:chgData name="Ellen Torfs" userId="c6aa1e10-4a12-4511-8c7c-135720d4f277" providerId="ADAL" clId="{432CBC37-65DB-46C4-9C5D-5C8776298CDC}" dt="2025-09-01T12:14:43.182" v="201" actId="20577"/>
          <ac:spMkLst>
            <pc:docMk/>
            <pc:sldMk cId="1431986146" sldId="283"/>
            <ac:spMk id="3" creationId="{EB2C7F39-6F63-4488-CF0C-BA3781D3164F}"/>
          </ac:spMkLst>
        </pc:spChg>
        <pc:spChg chg="mod">
          <ac:chgData name="Ellen Torfs" userId="c6aa1e10-4a12-4511-8c7c-135720d4f277" providerId="ADAL" clId="{432CBC37-65DB-46C4-9C5D-5C8776298CDC}" dt="2025-09-01T12:14:17.076" v="194" actId="14100"/>
          <ac:spMkLst>
            <pc:docMk/>
            <pc:sldMk cId="1431986146" sldId="283"/>
            <ac:spMk id="11" creationId="{F6F3A8EF-C8A7-717B-3C94-FCD849571513}"/>
          </ac:spMkLst>
        </pc:spChg>
        <pc:spChg chg="mod">
          <ac:chgData name="Ellen Torfs" userId="c6aa1e10-4a12-4511-8c7c-135720d4f277" providerId="ADAL" clId="{432CBC37-65DB-46C4-9C5D-5C8776298CDC}" dt="2025-09-01T12:14:32.012" v="197" actId="1076"/>
          <ac:spMkLst>
            <pc:docMk/>
            <pc:sldMk cId="1431986146" sldId="283"/>
            <ac:spMk id="12" creationId="{E5B94853-B22D-1A1B-7B61-A7F04D5F6866}"/>
          </ac:spMkLst>
        </pc:spChg>
        <pc:picChg chg="add mod ord">
          <ac:chgData name="Ellen Torfs" userId="c6aa1e10-4a12-4511-8c7c-135720d4f277" providerId="ADAL" clId="{432CBC37-65DB-46C4-9C5D-5C8776298CDC}" dt="2025-09-01T12:14:27.532" v="196" actId="1076"/>
          <ac:picMkLst>
            <pc:docMk/>
            <pc:sldMk cId="1431986146" sldId="283"/>
            <ac:picMk id="6" creationId="{1EA2AACE-93F6-96AD-5A13-791AD5516EEB}"/>
          </ac:picMkLst>
        </pc:picChg>
        <pc:picChg chg="del">
          <ac:chgData name="Ellen Torfs" userId="c6aa1e10-4a12-4511-8c7c-135720d4f277" providerId="ADAL" clId="{432CBC37-65DB-46C4-9C5D-5C8776298CDC}" dt="2025-09-01T12:11:47.558" v="178" actId="478"/>
          <ac:picMkLst>
            <pc:docMk/>
            <pc:sldMk cId="1431986146" sldId="283"/>
            <ac:picMk id="7" creationId="{EC582D54-A9E3-A4A9-AE8A-A252080755DC}"/>
          </ac:picMkLst>
        </pc:picChg>
        <pc:picChg chg="add mod ord">
          <ac:chgData name="Ellen Torfs" userId="c6aa1e10-4a12-4511-8c7c-135720d4f277" providerId="ADAL" clId="{432CBC37-65DB-46C4-9C5D-5C8776298CDC}" dt="2025-09-01T12:13:43.264" v="189" actId="167"/>
          <ac:picMkLst>
            <pc:docMk/>
            <pc:sldMk cId="1431986146" sldId="283"/>
            <ac:picMk id="9" creationId="{A80608D3-12B2-E73E-0B72-4DBC3AFCD245}"/>
          </ac:picMkLst>
        </pc:picChg>
        <pc:picChg chg="del">
          <ac:chgData name="Ellen Torfs" userId="c6aa1e10-4a12-4511-8c7c-135720d4f277" providerId="ADAL" clId="{432CBC37-65DB-46C4-9C5D-5C8776298CDC}" dt="2025-09-01T12:13:35.724" v="184" actId="478"/>
          <ac:picMkLst>
            <pc:docMk/>
            <pc:sldMk cId="1431986146" sldId="283"/>
            <ac:picMk id="10" creationId="{7FD22DB5-5FCE-EB91-6432-4FCCB22950FB}"/>
          </ac:picMkLst>
        </pc:picChg>
      </pc:sldChg>
      <pc:sldChg chg="modSp mod">
        <pc:chgData name="Ellen Torfs" userId="c6aa1e10-4a12-4511-8c7c-135720d4f277" providerId="ADAL" clId="{432CBC37-65DB-46C4-9C5D-5C8776298CDC}" dt="2025-09-01T10:36:50.178" v="107" actId="1076"/>
        <pc:sldMkLst>
          <pc:docMk/>
          <pc:sldMk cId="2305997284" sldId="290"/>
        </pc:sldMkLst>
        <pc:spChg chg="mod">
          <ac:chgData name="Ellen Torfs" userId="c6aa1e10-4a12-4511-8c7c-135720d4f277" providerId="ADAL" clId="{432CBC37-65DB-46C4-9C5D-5C8776298CDC}" dt="2025-09-01T10:36:08.292" v="102" actId="6549"/>
          <ac:spMkLst>
            <pc:docMk/>
            <pc:sldMk cId="2305997284" sldId="290"/>
            <ac:spMk id="2" creationId="{0D37F30F-7CC9-8E97-386C-3AC3415F9348}"/>
          </ac:spMkLst>
        </pc:spChg>
        <pc:spChg chg="mod">
          <ac:chgData name="Ellen Torfs" userId="c6aa1e10-4a12-4511-8c7c-135720d4f277" providerId="ADAL" clId="{432CBC37-65DB-46C4-9C5D-5C8776298CDC}" dt="2025-09-01T10:36:32.452" v="106" actId="20577"/>
          <ac:spMkLst>
            <pc:docMk/>
            <pc:sldMk cId="2305997284" sldId="290"/>
            <ac:spMk id="3" creationId="{CA4A455A-EF76-47AF-8867-2B00D8D1DCA1}"/>
          </ac:spMkLst>
        </pc:spChg>
        <pc:picChg chg="mod">
          <ac:chgData name="Ellen Torfs" userId="c6aa1e10-4a12-4511-8c7c-135720d4f277" providerId="ADAL" clId="{432CBC37-65DB-46C4-9C5D-5C8776298CDC}" dt="2025-09-01T10:36:50.178" v="107" actId="1076"/>
          <ac:picMkLst>
            <pc:docMk/>
            <pc:sldMk cId="2305997284" sldId="290"/>
            <ac:picMk id="8" creationId="{7E4E9DEB-0E2A-D168-627A-78603ABE0DD5}"/>
          </ac:picMkLst>
        </pc:picChg>
      </pc:sldChg>
      <pc:sldChg chg="addSp delSp modSp mod">
        <pc:chgData name="Ellen Torfs" userId="c6aa1e10-4a12-4511-8c7c-135720d4f277" providerId="ADAL" clId="{432CBC37-65DB-46C4-9C5D-5C8776298CDC}" dt="2025-09-01T10:47:36.214" v="112" actId="208"/>
        <pc:sldMkLst>
          <pc:docMk/>
          <pc:sldMk cId="2490338004" sldId="294"/>
        </pc:sldMkLst>
        <pc:picChg chg="add mod">
          <ac:chgData name="Ellen Torfs" userId="c6aa1e10-4a12-4511-8c7c-135720d4f277" providerId="ADAL" clId="{432CBC37-65DB-46C4-9C5D-5C8776298CDC}" dt="2025-09-01T10:47:36.214" v="112" actId="208"/>
          <ac:picMkLst>
            <pc:docMk/>
            <pc:sldMk cId="2490338004" sldId="294"/>
            <ac:picMk id="5" creationId="{EEC11E4C-B54C-0926-6D43-9A90A2D303F9}"/>
          </ac:picMkLst>
        </pc:picChg>
        <pc:picChg chg="del">
          <ac:chgData name="Ellen Torfs" userId="c6aa1e10-4a12-4511-8c7c-135720d4f277" providerId="ADAL" clId="{432CBC37-65DB-46C4-9C5D-5C8776298CDC}" dt="2025-09-01T10:47:07.711" v="108" actId="478"/>
          <ac:picMkLst>
            <pc:docMk/>
            <pc:sldMk cId="2490338004" sldId="294"/>
            <ac:picMk id="24" creationId="{1182B36F-D3DD-F0E4-173F-59BE3E624E8C}"/>
          </ac:picMkLst>
        </pc:picChg>
      </pc:sldChg>
      <pc:sldChg chg="addSp delSp modSp mod">
        <pc:chgData name="Ellen Torfs" userId="c6aa1e10-4a12-4511-8c7c-135720d4f277" providerId="ADAL" clId="{432CBC37-65DB-46C4-9C5D-5C8776298CDC}" dt="2025-09-01T11:58:04.063" v="157" actId="1076"/>
        <pc:sldMkLst>
          <pc:docMk/>
          <pc:sldMk cId="3527984108" sldId="296"/>
        </pc:sldMkLst>
        <pc:picChg chg="add mod">
          <ac:chgData name="Ellen Torfs" userId="c6aa1e10-4a12-4511-8c7c-135720d4f277" providerId="ADAL" clId="{432CBC37-65DB-46C4-9C5D-5C8776298CDC}" dt="2025-09-01T11:58:04.063" v="157" actId="1076"/>
          <ac:picMkLst>
            <pc:docMk/>
            <pc:sldMk cId="3527984108" sldId="296"/>
            <ac:picMk id="8" creationId="{A24255A9-4B5E-4D6E-1315-DB7B68B16DFA}"/>
          </ac:picMkLst>
        </pc:picChg>
        <pc:picChg chg="del">
          <ac:chgData name="Ellen Torfs" userId="c6aa1e10-4a12-4511-8c7c-135720d4f277" providerId="ADAL" clId="{432CBC37-65DB-46C4-9C5D-5C8776298CDC}" dt="2025-09-01T11:57:54.601" v="152" actId="478"/>
          <ac:picMkLst>
            <pc:docMk/>
            <pc:sldMk cId="3527984108" sldId="296"/>
            <ac:picMk id="10" creationId="{197301E6-479E-4C8B-3FA3-0FFE6BAF46F6}"/>
          </ac:picMkLst>
        </pc:picChg>
      </pc:sldChg>
      <pc:sldChg chg="modSp mod">
        <pc:chgData name="Ellen Torfs" userId="c6aa1e10-4a12-4511-8c7c-135720d4f277" providerId="ADAL" clId="{432CBC37-65DB-46C4-9C5D-5C8776298CDC}" dt="2025-09-01T10:28:58.408" v="44" actId="5793"/>
        <pc:sldMkLst>
          <pc:docMk/>
          <pc:sldMk cId="212103782" sldId="297"/>
        </pc:sldMkLst>
        <pc:spChg chg="mod">
          <ac:chgData name="Ellen Torfs" userId="c6aa1e10-4a12-4511-8c7c-135720d4f277" providerId="ADAL" clId="{432CBC37-65DB-46C4-9C5D-5C8776298CDC}" dt="2025-09-01T10:28:58.408" v="44" actId="5793"/>
          <ac:spMkLst>
            <pc:docMk/>
            <pc:sldMk cId="212103782" sldId="297"/>
            <ac:spMk id="3" creationId="{066BDA2F-21DC-C700-C97F-326759BAC0FA}"/>
          </ac:spMkLst>
        </pc:spChg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429E815E-9006-4CF1-941E-834A89D79938}"/>
    <pc:docChg chg="undo custSel addSld delSld modSld sldOrd addSection modSection">
      <pc:chgData name="Ellen Torfs" userId="c6aa1e10-4a12-4511-8c7c-135720d4f277" providerId="ADAL" clId="{429E815E-9006-4CF1-941E-834A89D79938}" dt="2024-09-17T09:12:50.637" v="2755" actId="20577"/>
      <pc:docMkLst>
        <pc:docMk/>
      </pc:docMkLst>
      <pc:sldChg chg="modSp mod">
        <pc:chgData name="Ellen Torfs" userId="c6aa1e10-4a12-4511-8c7c-135720d4f277" providerId="ADAL" clId="{429E815E-9006-4CF1-941E-834A89D79938}" dt="2024-08-29T14:33:34.933" v="626" actId="14100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429E815E-9006-4CF1-941E-834A89D79938}" dt="2024-08-29T13:26:11.170" v="12" actId="20577"/>
        <pc:sldMkLst>
          <pc:docMk/>
          <pc:sldMk cId="95841179" sldId="259"/>
        </pc:sldMkLst>
      </pc:sldChg>
      <pc:sldChg chg="modSp mod">
        <pc:chgData name="Ellen Torfs" userId="c6aa1e10-4a12-4511-8c7c-135720d4f277" providerId="ADAL" clId="{429E815E-9006-4CF1-941E-834A89D79938}" dt="2024-08-29T13:29:32.253" v="20" actId="313"/>
        <pc:sldMkLst>
          <pc:docMk/>
          <pc:sldMk cId="705750504" sldId="260"/>
        </pc:sldMkLst>
      </pc:sldChg>
      <pc:sldChg chg="modSp mod">
        <pc:chgData name="Ellen Torfs" userId="c6aa1e10-4a12-4511-8c7c-135720d4f277" providerId="ADAL" clId="{429E815E-9006-4CF1-941E-834A89D79938}" dt="2024-08-29T14:34:22.171" v="644" actId="20577"/>
        <pc:sldMkLst>
          <pc:docMk/>
          <pc:sldMk cId="2394023289" sldId="264"/>
        </pc:sldMkLst>
      </pc:sldChg>
      <pc:sldChg chg="del">
        <pc:chgData name="Ellen Torfs" userId="c6aa1e10-4a12-4511-8c7c-135720d4f277" providerId="ADAL" clId="{429E815E-9006-4CF1-941E-834A89D79938}" dt="2024-08-29T14:10:52.844" v="230" actId="47"/>
        <pc:sldMkLst>
          <pc:docMk/>
          <pc:sldMk cId="2811044997" sldId="266"/>
        </pc:sldMkLst>
      </pc:sldChg>
      <pc:sldChg chg="modSp mod">
        <pc:chgData name="Ellen Torfs" userId="c6aa1e10-4a12-4511-8c7c-135720d4f277" providerId="ADAL" clId="{429E815E-9006-4CF1-941E-834A89D79938}" dt="2024-08-29T14:33:59.552" v="627" actId="20577"/>
        <pc:sldMkLst>
          <pc:docMk/>
          <pc:sldMk cId="3536898152" sldId="267"/>
        </pc:sldMkLst>
      </pc:sldChg>
      <pc:sldChg chg="del">
        <pc:chgData name="Ellen Torfs" userId="c6aa1e10-4a12-4511-8c7c-135720d4f277" providerId="ADAL" clId="{429E815E-9006-4CF1-941E-834A89D79938}" dt="2024-08-29T13:55:29.188" v="137" actId="47"/>
        <pc:sldMkLst>
          <pc:docMk/>
          <pc:sldMk cId="1738113365" sldId="269"/>
        </pc:sldMkLst>
      </pc:sldChg>
      <pc:sldChg chg="addSp delSp modSp mod ord">
        <pc:chgData name="Ellen Torfs" userId="c6aa1e10-4a12-4511-8c7c-135720d4f277" providerId="ADAL" clId="{429E815E-9006-4CF1-941E-834A89D79938}" dt="2024-08-29T14:36:01.444" v="645" actId="20577"/>
        <pc:sldMkLst>
          <pc:docMk/>
          <pc:sldMk cId="484120886" sldId="270"/>
        </pc:sldMkLst>
      </pc:sldChg>
      <pc:sldChg chg="addSp delSp modSp mod">
        <pc:chgData name="Ellen Torfs" userId="c6aa1e10-4a12-4511-8c7c-135720d4f277" providerId="ADAL" clId="{429E815E-9006-4CF1-941E-834A89D79938}" dt="2024-08-29T14:23:14.463" v="518" actId="20577"/>
        <pc:sldMkLst>
          <pc:docMk/>
          <pc:sldMk cId="1038663596" sldId="271"/>
        </pc:sldMkLst>
      </pc:sldChg>
      <pc:sldChg chg="modSp mod">
        <pc:chgData name="Ellen Torfs" userId="c6aa1e10-4a12-4511-8c7c-135720d4f277" providerId="ADAL" clId="{429E815E-9006-4CF1-941E-834A89D79938}" dt="2024-08-29T14:32:48.659" v="620" actId="20577"/>
        <pc:sldMkLst>
          <pc:docMk/>
          <pc:sldMk cId="4044175036" sldId="272"/>
        </pc:sldMkLst>
      </pc:sldChg>
      <pc:sldChg chg="addSp delSp modSp mod">
        <pc:chgData name="Ellen Torfs" userId="c6aa1e10-4a12-4511-8c7c-135720d4f277" providerId="ADAL" clId="{429E815E-9006-4CF1-941E-834A89D79938}" dt="2024-08-29T14:37:08.076" v="651" actId="1076"/>
        <pc:sldMkLst>
          <pc:docMk/>
          <pc:sldMk cId="4096431853" sldId="273"/>
        </pc:sldMkLst>
      </pc:sldChg>
      <pc:sldChg chg="addSp delSp modSp mod">
        <pc:chgData name="Ellen Torfs" userId="c6aa1e10-4a12-4511-8c7c-135720d4f277" providerId="ADAL" clId="{429E815E-9006-4CF1-941E-834A89D79938}" dt="2024-08-29T14:57:59.769" v="1297" actId="1076"/>
        <pc:sldMkLst>
          <pc:docMk/>
          <pc:sldMk cId="2021073229" sldId="275"/>
        </pc:sldMkLst>
      </pc:sldChg>
      <pc:sldChg chg="addSp delSp modSp mod">
        <pc:chgData name="Ellen Torfs" userId="c6aa1e10-4a12-4511-8c7c-135720d4f277" providerId="ADAL" clId="{429E815E-9006-4CF1-941E-834A89D79938}" dt="2024-08-29T15:00:54.961" v="1329" actId="14100"/>
        <pc:sldMkLst>
          <pc:docMk/>
          <pc:sldMk cId="969868697" sldId="276"/>
        </pc:sldMkLst>
      </pc:sldChg>
      <pc:sldChg chg="addSp modSp mod">
        <pc:chgData name="Ellen Torfs" userId="c6aa1e10-4a12-4511-8c7c-135720d4f277" providerId="ADAL" clId="{429E815E-9006-4CF1-941E-834A89D79938}" dt="2024-08-29T15:21:32.061" v="1658" actId="1076"/>
        <pc:sldMkLst>
          <pc:docMk/>
          <pc:sldMk cId="2386503922" sldId="277"/>
        </pc:sldMkLst>
      </pc:sldChg>
      <pc:sldChg chg="addSp delSp modSp del mod ord">
        <pc:chgData name="Ellen Torfs" userId="c6aa1e10-4a12-4511-8c7c-135720d4f277" providerId="ADAL" clId="{429E815E-9006-4CF1-941E-834A89D79938}" dt="2024-08-29T15:20:16.462" v="1655" actId="47"/>
        <pc:sldMkLst>
          <pc:docMk/>
          <pc:sldMk cId="80872399" sldId="278"/>
        </pc:sldMkLst>
      </pc:sldChg>
      <pc:sldChg chg="modSp mod">
        <pc:chgData name="Ellen Torfs" userId="c6aa1e10-4a12-4511-8c7c-135720d4f277" providerId="ADAL" clId="{429E815E-9006-4CF1-941E-834A89D79938}" dt="2024-08-29T15:49:46.815" v="1747" actId="6549"/>
        <pc:sldMkLst>
          <pc:docMk/>
          <pc:sldMk cId="642709238" sldId="280"/>
        </pc:sldMkLst>
      </pc:sldChg>
      <pc:sldChg chg="modSp mod">
        <pc:chgData name="Ellen Torfs" userId="c6aa1e10-4a12-4511-8c7c-135720d4f277" providerId="ADAL" clId="{429E815E-9006-4CF1-941E-834A89D79938}" dt="2024-08-29T15:42:45.483" v="1671" actId="1076"/>
        <pc:sldMkLst>
          <pc:docMk/>
          <pc:sldMk cId="3358065200" sldId="281"/>
        </pc:sldMkLst>
      </pc:sldChg>
      <pc:sldChg chg="addSp delSp modSp mod">
        <pc:chgData name="Ellen Torfs" userId="c6aa1e10-4a12-4511-8c7c-135720d4f277" providerId="ADAL" clId="{429E815E-9006-4CF1-941E-834A89D79938}" dt="2024-08-29T15:50:53.730" v="1803" actId="20577"/>
        <pc:sldMkLst>
          <pc:docMk/>
          <pc:sldMk cId="2416245650" sldId="282"/>
        </pc:sldMkLst>
      </pc:sldChg>
      <pc:sldChg chg="addSp delSp modSp mod">
        <pc:chgData name="Ellen Torfs" userId="c6aa1e10-4a12-4511-8c7c-135720d4f277" providerId="ADAL" clId="{429E815E-9006-4CF1-941E-834A89D79938}" dt="2024-08-29T16:29:04.235" v="2213" actId="14100"/>
        <pc:sldMkLst>
          <pc:docMk/>
          <pc:sldMk cId="1431986146" sldId="283"/>
        </pc:sldMkLst>
      </pc:sldChg>
      <pc:sldChg chg="addSp delSp modSp mod">
        <pc:chgData name="Ellen Torfs" userId="c6aa1e10-4a12-4511-8c7c-135720d4f277" providerId="ADAL" clId="{429E815E-9006-4CF1-941E-834A89D79938}" dt="2024-08-29T16:03:17.059" v="2016" actId="1076"/>
        <pc:sldMkLst>
          <pc:docMk/>
          <pc:sldMk cId="3403620141" sldId="284"/>
        </pc:sldMkLst>
      </pc:sldChg>
      <pc:sldChg chg="modSp mod">
        <pc:chgData name="Ellen Torfs" userId="c6aa1e10-4a12-4511-8c7c-135720d4f277" providerId="ADAL" clId="{429E815E-9006-4CF1-941E-834A89D79938}" dt="2024-08-29T16:14:13.813" v="2209" actId="20577"/>
        <pc:sldMkLst>
          <pc:docMk/>
          <pc:sldMk cId="1281472329" sldId="286"/>
        </pc:sldMkLst>
      </pc:sldChg>
      <pc:sldChg chg="modSp mod">
        <pc:chgData name="Ellen Torfs" userId="c6aa1e10-4a12-4511-8c7c-135720d4f277" providerId="ADAL" clId="{429E815E-9006-4CF1-941E-834A89D79938}" dt="2024-08-29T16:03:26.174" v="2017" actId="20577"/>
        <pc:sldMkLst>
          <pc:docMk/>
          <pc:sldMk cId="2760852640" sldId="287"/>
        </pc:sldMkLst>
      </pc:sldChg>
      <pc:sldChg chg="modSp mod">
        <pc:chgData name="Ellen Torfs" userId="c6aa1e10-4a12-4511-8c7c-135720d4f277" providerId="ADAL" clId="{429E815E-9006-4CF1-941E-834A89D79938}" dt="2024-08-29T17:55:33.700" v="2746" actId="6549"/>
        <pc:sldMkLst>
          <pc:docMk/>
          <pc:sldMk cId="2853392020" sldId="288"/>
        </pc:sldMkLst>
      </pc:sldChg>
      <pc:sldChg chg="modSp mod">
        <pc:chgData name="Ellen Torfs" userId="c6aa1e10-4a12-4511-8c7c-135720d4f277" providerId="ADAL" clId="{429E815E-9006-4CF1-941E-834A89D79938}" dt="2024-08-29T17:53:40.719" v="2671" actId="20577"/>
        <pc:sldMkLst>
          <pc:docMk/>
          <pc:sldMk cId="2305997284" sldId="290"/>
        </pc:sldMkLst>
      </pc:sldChg>
      <pc:sldChg chg="addSp delSp modSp mod ord modNotesTx">
        <pc:chgData name="Ellen Torfs" userId="c6aa1e10-4a12-4511-8c7c-135720d4f277" providerId="ADAL" clId="{429E815E-9006-4CF1-941E-834A89D79938}" dt="2024-08-29T17:49:31.679" v="2357"/>
        <pc:sldMkLst>
          <pc:docMk/>
          <pc:sldMk cId="2191673249" sldId="291"/>
        </pc:sldMkLst>
      </pc:sldChg>
      <pc:sldChg chg="ord">
        <pc:chgData name="Ellen Torfs" userId="c6aa1e10-4a12-4511-8c7c-135720d4f277" providerId="ADAL" clId="{429E815E-9006-4CF1-941E-834A89D79938}" dt="2024-08-29T17:49:21.838" v="2355"/>
        <pc:sldMkLst>
          <pc:docMk/>
          <pc:sldMk cId="3830839069" sldId="292"/>
        </pc:sldMkLst>
      </pc:sldChg>
      <pc:sldChg chg="modSp mod">
        <pc:chgData name="Ellen Torfs" userId="c6aa1e10-4a12-4511-8c7c-135720d4f277" providerId="ADAL" clId="{429E815E-9006-4CF1-941E-834A89D79938}" dt="2024-08-29T15:26:44.307" v="1663" actId="20577"/>
        <pc:sldMkLst>
          <pc:docMk/>
          <pc:sldMk cId="2596842034" sldId="293"/>
        </pc:sldMkLst>
      </pc:sldChg>
      <pc:sldChg chg="addSp delSp modSp new mod ord chgLayout">
        <pc:chgData name="Ellen Torfs" userId="c6aa1e10-4a12-4511-8c7c-135720d4f277" providerId="ADAL" clId="{429E815E-9006-4CF1-941E-834A89D79938}" dt="2024-08-29T14:25:03.218" v="529" actId="1076"/>
        <pc:sldMkLst>
          <pc:docMk/>
          <pc:sldMk cId="2490338004" sldId="294"/>
        </pc:sldMkLst>
      </pc:sldChg>
      <pc:sldChg chg="modSp add mod">
        <pc:chgData name="Ellen Torfs" userId="c6aa1e10-4a12-4511-8c7c-135720d4f277" providerId="ADAL" clId="{429E815E-9006-4CF1-941E-834A89D79938}" dt="2024-09-17T09:12:50.637" v="2755" actId="20577"/>
        <pc:sldMkLst>
          <pc:docMk/>
          <pc:sldMk cId="100996237" sldId="295"/>
        </pc:sldMkLst>
      </pc:sldChg>
      <pc:sldChg chg="new del">
        <pc:chgData name="Ellen Torfs" userId="c6aa1e10-4a12-4511-8c7c-135720d4f277" providerId="ADAL" clId="{429E815E-9006-4CF1-941E-834A89D79938}" dt="2024-08-29T15:16:30.548" v="1493" actId="47"/>
        <pc:sldMkLst>
          <pc:docMk/>
          <pc:sldMk cId="3282086567" sldId="295"/>
        </pc:sldMkLst>
      </pc:sldChg>
      <pc:sldChg chg="add del ord">
        <pc:chgData name="Ellen Torfs" userId="c6aa1e10-4a12-4511-8c7c-135720d4f277" providerId="ADAL" clId="{429E815E-9006-4CF1-941E-834A89D79938}" dt="2024-08-29T14:12:38.294" v="285" actId="47"/>
        <pc:sldMkLst>
          <pc:docMk/>
          <pc:sldMk cId="4030848623" sldId="295"/>
        </pc:sldMkLst>
      </pc:sldChg>
      <pc:sldChg chg="modSp new del mod">
        <pc:chgData name="Ellen Torfs" userId="c6aa1e10-4a12-4511-8c7c-135720d4f277" providerId="ADAL" clId="{429E815E-9006-4CF1-941E-834A89D79938}" dt="2024-08-29T14:20:33.477" v="495" actId="47"/>
        <pc:sldMkLst>
          <pc:docMk/>
          <pc:sldMk cId="386011688" sldId="296"/>
        </pc:sldMkLst>
      </pc:sldChg>
      <pc:sldChg chg="addSp delSp modSp add mod">
        <pc:chgData name="Ellen Torfs" userId="c6aa1e10-4a12-4511-8c7c-135720d4f277" providerId="ADAL" clId="{429E815E-9006-4CF1-941E-834A89D79938}" dt="2024-08-29T15:20:04.219" v="1654" actId="313"/>
        <pc:sldMkLst>
          <pc:docMk/>
          <pc:sldMk cId="3527984108" sldId="296"/>
        </pc:sldMkLst>
      </pc:sldChg>
      <pc:sldChg chg="add">
        <pc:chgData name="Ellen Torfs" userId="c6aa1e10-4a12-4511-8c7c-135720d4f277" providerId="ADAL" clId="{429E815E-9006-4CF1-941E-834A89D79938}" dt="2024-09-09T16:50:57.933" v="2747"/>
        <pc:sldMkLst>
          <pc:docMk/>
          <pc:sldMk cId="212103782" sldId="297"/>
        </pc:sldMkLst>
      </pc:sldChg>
      <pc:sldChg chg="add del">
        <pc:chgData name="Ellen Torfs" userId="c6aa1e10-4a12-4511-8c7c-135720d4f277" providerId="ADAL" clId="{429E815E-9006-4CF1-941E-834A89D79938}" dt="2024-08-29T14:20:32.375" v="494" actId="47"/>
        <pc:sldMkLst>
          <pc:docMk/>
          <pc:sldMk cId="3410857522" sldId="297"/>
        </pc:sldMkLst>
      </pc:sldChg>
      <pc:sldChg chg="modSp new del mod">
        <pc:chgData name="Ellen Torfs" userId="c6aa1e10-4a12-4511-8c7c-135720d4f277" providerId="ADAL" clId="{429E815E-9006-4CF1-941E-834A89D79938}" dt="2024-08-29T16:14:19.104" v="2210" actId="47"/>
        <pc:sldMkLst>
          <pc:docMk/>
          <pc:sldMk cId="4011819021" sldId="297"/>
        </pc:sldMkLst>
      </pc:sldChg>
      <pc:sldChg chg="add del">
        <pc:chgData name="Ellen Torfs" userId="c6aa1e10-4a12-4511-8c7c-135720d4f277" providerId="ADAL" clId="{429E815E-9006-4CF1-941E-834A89D79938}" dt="2024-08-29T14:12:36.387" v="284" actId="47"/>
        <pc:sldMkLst>
          <pc:docMk/>
          <pc:sldMk cId="4241556640" sldId="297"/>
        </pc:sldMkLst>
      </pc:sldChg>
      <pc:sldChg chg="add del">
        <pc:chgData name="Ellen Torfs" userId="c6aa1e10-4a12-4511-8c7c-135720d4f277" providerId="ADAL" clId="{429E815E-9006-4CF1-941E-834A89D79938}" dt="2024-08-29T14:12:34.642" v="283" actId="47"/>
        <pc:sldMkLst>
          <pc:docMk/>
          <pc:sldMk cId="3443759392" sldId="298"/>
        </pc:sldMkLst>
      </pc:sldChg>
    </pc:docChg>
  </pc:docChgLst>
  <pc:docChgLst>
    <pc:chgData name="Jochen Mariën" userId="S::u0068647@thomasmore.be::a4f8d9ed-3895-4365-b2d5-9432cb8a20d4" providerId="AD" clId="Web-{5EF606C9-55CE-4E13-9281-21C72FAE1DAC}"/>
    <pc:docChg chg="modSld">
      <pc:chgData name="Jochen Mariën" userId="S::u0068647@thomasmore.be::a4f8d9ed-3895-4365-b2d5-9432cb8a20d4" providerId="AD" clId="Web-{5EF606C9-55CE-4E13-9281-21C72FAE1DAC}" dt="2023-11-03T07:12:48.483" v="1" actId="20577"/>
      <pc:docMkLst>
        <pc:docMk/>
      </pc:docMkLst>
      <pc:sldChg chg="modSp">
        <pc:chgData name="Jochen Mariën" userId="S::u0068647@thomasmore.be::a4f8d9ed-3895-4365-b2d5-9432cb8a20d4" providerId="AD" clId="Web-{5EF606C9-55CE-4E13-9281-21C72FAE1DAC}" dt="2023-11-03T07:12:48.483" v="1" actId="20577"/>
        <pc:sldMkLst>
          <pc:docMk/>
          <pc:sldMk cId="3906571617" sldId="268"/>
        </pc:sldMkLst>
      </pc:sldChg>
    </pc:docChg>
  </pc:docChgLst>
  <pc:docChgLst>
    <pc:chgData name="Jochen Mariën" userId="a4f8d9ed-3895-4365-b2d5-9432cb8a20d4" providerId="ADAL" clId="{BE0A6E12-6EED-4666-91F5-A59866CBC24E}"/>
    <pc:docChg chg="undo custSel addSld delSld modSld addSection modSection">
      <pc:chgData name="Jochen Mariën" userId="a4f8d9ed-3895-4365-b2d5-9432cb8a20d4" providerId="ADAL" clId="{BE0A6E12-6EED-4666-91F5-A59866CBC24E}" dt="2022-02-15T15:37:55.388" v="1516" actId="1076"/>
      <pc:docMkLst>
        <pc:docMk/>
      </pc:docMkLst>
      <pc:sldChg chg="addSp modSp mod modNotesTx">
        <pc:chgData name="Jochen Mariën" userId="a4f8d9ed-3895-4365-b2d5-9432cb8a20d4" providerId="ADAL" clId="{BE0A6E12-6EED-4666-91F5-A59866CBC24E}" dt="2022-02-10T12:09:47.754" v="15"/>
        <pc:sldMkLst>
          <pc:docMk/>
          <pc:sldMk cId="3503501734" sldId="257"/>
        </pc:sldMkLst>
      </pc:sldChg>
      <pc:sldChg chg="addSp delSp modSp new mod">
        <pc:chgData name="Jochen Mariën" userId="a4f8d9ed-3895-4365-b2d5-9432cb8a20d4" providerId="ADAL" clId="{BE0A6E12-6EED-4666-91F5-A59866CBC24E}" dt="2022-02-10T12:10:23.747" v="26"/>
        <pc:sldMkLst>
          <pc:docMk/>
          <pc:sldMk cId="3552420801" sldId="258"/>
        </pc:sldMkLst>
      </pc:sldChg>
      <pc:sldChg chg="addSp delSp modSp new mod">
        <pc:chgData name="Jochen Mariën" userId="a4f8d9ed-3895-4365-b2d5-9432cb8a20d4" providerId="ADAL" clId="{BE0A6E12-6EED-4666-91F5-A59866CBC24E}" dt="2022-02-10T12:13:05.708" v="61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BE0A6E12-6EED-4666-91F5-A59866CBC24E}" dt="2022-02-10T12:13:07.507" v="62"/>
        <pc:sldMkLst>
          <pc:docMk/>
          <pc:sldMk cId="1813512616" sldId="260"/>
        </pc:sldMkLst>
      </pc:sldChg>
      <pc:sldChg chg="addSp delSp modSp new mod">
        <pc:chgData name="Jochen Mariën" userId="a4f8d9ed-3895-4365-b2d5-9432cb8a20d4" providerId="ADAL" clId="{BE0A6E12-6EED-4666-91F5-A59866CBC24E}" dt="2022-02-10T12:17:49.654" v="146" actId="1076"/>
        <pc:sldMkLst>
          <pc:docMk/>
          <pc:sldMk cId="3146365000" sldId="261"/>
        </pc:sldMkLst>
      </pc:sldChg>
      <pc:sldChg chg="addSp modSp new mod modNotesTx">
        <pc:chgData name="Jochen Mariën" userId="a4f8d9ed-3895-4365-b2d5-9432cb8a20d4" providerId="ADAL" clId="{BE0A6E12-6EED-4666-91F5-A59866CBC24E}" dt="2022-02-10T12:18:51.167" v="156"/>
        <pc:sldMkLst>
          <pc:docMk/>
          <pc:sldMk cId="2205771123" sldId="262"/>
        </pc:sldMkLst>
      </pc:sldChg>
      <pc:sldChg chg="addSp modSp new mod addCm modNotesTx">
        <pc:chgData name="Jochen Mariën" userId="a4f8d9ed-3895-4365-b2d5-9432cb8a20d4" providerId="ADAL" clId="{BE0A6E12-6EED-4666-91F5-A59866CBC24E}" dt="2022-02-10T12:20:27.879" v="173"/>
        <pc:sldMkLst>
          <pc:docMk/>
          <pc:sldMk cId="876488423" sldId="263"/>
        </pc:sldMkLst>
      </pc:sldChg>
      <pc:sldChg chg="addSp delSp modSp new mod modNotesTx">
        <pc:chgData name="Jochen Mariën" userId="a4f8d9ed-3895-4365-b2d5-9432cb8a20d4" providerId="ADAL" clId="{BE0A6E12-6EED-4666-91F5-A59866CBC24E}" dt="2022-02-10T12:21:06.780" v="179"/>
        <pc:sldMkLst>
          <pc:docMk/>
          <pc:sldMk cId="1413917546" sldId="264"/>
        </pc:sldMkLst>
      </pc:sldChg>
      <pc:sldChg chg="addSp modSp new mod modNotesTx">
        <pc:chgData name="Jochen Mariën" userId="a4f8d9ed-3895-4365-b2d5-9432cb8a20d4" providerId="ADAL" clId="{BE0A6E12-6EED-4666-91F5-A59866CBC24E}" dt="2022-02-10T12:48:11.043" v="1318"/>
        <pc:sldMkLst>
          <pc:docMk/>
          <pc:sldMk cId="3545594292" sldId="265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3.169" v="1319"/>
        <pc:sldMkLst>
          <pc:docMk/>
          <pc:sldMk cId="1311075334" sldId="266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5.474" v="1320"/>
        <pc:sldMkLst>
          <pc:docMk/>
          <pc:sldMk cId="1425194023" sldId="267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7.933" v="1321"/>
        <pc:sldMkLst>
          <pc:docMk/>
          <pc:sldMk cId="933814863" sldId="268"/>
        </pc:sldMkLst>
      </pc:sldChg>
      <pc:sldChg chg="addSp delSp modSp add del mod delAnim chgLayout">
        <pc:chgData name="Jochen Mariën" userId="a4f8d9ed-3895-4365-b2d5-9432cb8a20d4" providerId="ADAL" clId="{BE0A6E12-6EED-4666-91F5-A59866CBC24E}" dt="2022-02-10T12:15:28.764" v="123" actId="47"/>
        <pc:sldMkLst>
          <pc:docMk/>
          <pc:sldMk cId="1566672561" sldId="268"/>
        </pc:sldMkLst>
      </pc:sldChg>
      <pc:sldChg chg="addSp delSp modSp new del mod addCm modNotesTx">
        <pc:chgData name="Jochen Mariën" userId="a4f8d9ed-3895-4365-b2d5-9432cb8a20d4" providerId="ADAL" clId="{BE0A6E12-6EED-4666-91F5-A59866CBC24E}" dt="2022-02-15T08:51:12.037" v="1322" actId="47"/>
        <pc:sldMkLst>
          <pc:docMk/>
          <pc:sldMk cId="2935527269" sldId="269"/>
        </pc:sldMkLst>
      </pc:sldChg>
      <pc:sldChg chg="addSp modSp new mod modAnim modNotesTx">
        <pc:chgData name="Jochen Mariën" userId="a4f8d9ed-3895-4365-b2d5-9432cb8a20d4" providerId="ADAL" clId="{BE0A6E12-6EED-4666-91F5-A59866CBC24E}" dt="2022-02-10T12:41:55.521" v="902"/>
        <pc:sldMkLst>
          <pc:docMk/>
          <pc:sldMk cId="4116537878" sldId="270"/>
        </pc:sldMkLst>
      </pc:sldChg>
      <pc:sldChg chg="addSp modSp new mod addCm">
        <pc:chgData name="Jochen Mariën" userId="a4f8d9ed-3895-4365-b2d5-9432cb8a20d4" providerId="ADAL" clId="{BE0A6E12-6EED-4666-91F5-A59866CBC24E}" dt="2022-02-15T15:37:55.388" v="1516" actId="1076"/>
        <pc:sldMkLst>
          <pc:docMk/>
          <pc:sldMk cId="115509626" sldId="271"/>
        </pc:sldMkLst>
      </pc:sldChg>
      <pc:sldChg chg="modSp new mod">
        <pc:chgData name="Jochen Mariën" userId="a4f8d9ed-3895-4365-b2d5-9432cb8a20d4" providerId="ADAL" clId="{BE0A6E12-6EED-4666-91F5-A59866CBC24E}" dt="2022-02-10T12:45:00.385" v="1136" actId="20577"/>
        <pc:sldMkLst>
          <pc:docMk/>
          <pc:sldMk cId="1413218804" sldId="272"/>
        </pc:sldMkLst>
      </pc:sldChg>
      <pc:sldChg chg="new del">
        <pc:chgData name="Jochen Mariën" userId="a4f8d9ed-3895-4365-b2d5-9432cb8a20d4" providerId="ADAL" clId="{BE0A6E12-6EED-4666-91F5-A59866CBC24E}" dt="2022-02-10T12:44:03.199" v="995" actId="680"/>
        <pc:sldMkLst>
          <pc:docMk/>
          <pc:sldMk cId="1732102838" sldId="272"/>
        </pc:sldMkLst>
      </pc:sldChg>
      <pc:sldChg chg="addSp delSp modSp new mod modNotesTx">
        <pc:chgData name="Jochen Mariën" userId="a4f8d9ed-3895-4365-b2d5-9432cb8a20d4" providerId="ADAL" clId="{BE0A6E12-6EED-4666-91F5-A59866CBC24E}" dt="2022-02-10T12:47:39.072" v="1317" actId="5793"/>
        <pc:sldMkLst>
          <pc:docMk/>
          <pc:sldMk cId="4292923881" sldId="273"/>
        </pc:sldMkLst>
      </pc:sldChg>
      <pc:sldChg chg="modNotesTx">
        <pc:chgData name="Jochen Mariën" userId="a4f8d9ed-3895-4365-b2d5-9432cb8a20d4" providerId="ADAL" clId="{BE0A6E12-6EED-4666-91F5-A59866CBC24E}" dt="2022-02-15T08:54:56.657" v="1497" actId="20577"/>
        <pc:sldMkLst>
          <pc:docMk/>
          <pc:sldMk cId="1829888262" sldId="275"/>
        </pc:sldMkLst>
      </pc:sldChg>
      <pc:sldMasterChg chg="delSldLayout">
        <pc:chgData name="Jochen Mariën" userId="a4f8d9ed-3895-4365-b2d5-9432cb8a20d4" providerId="ADAL" clId="{BE0A6E12-6EED-4666-91F5-A59866CBC24E}" dt="2022-02-10T12:15:28.764" v="123" actId="47"/>
        <pc:sldMasterMkLst>
          <pc:docMk/>
          <pc:sldMasterMk cId="898952359" sldId="2147483648"/>
        </pc:sldMasterMkLst>
        <pc:sldLayoutChg chg="del">
          <pc:chgData name="Jochen Mariën" userId="a4f8d9ed-3895-4365-b2d5-9432cb8a20d4" providerId="ADAL" clId="{BE0A6E12-6EED-4666-91F5-A59866CBC24E}" dt="2022-02-10T12:15:28.764" v="123" actId="47"/>
          <pc:sldLayoutMkLst>
            <pc:docMk/>
            <pc:sldMasterMk cId="898952359" sldId="2147483648"/>
            <pc:sldLayoutMk cId="534415140" sldId="2147483660"/>
          </pc:sldLayoutMkLst>
        </pc:sldLayoutChg>
      </pc:sldMaster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you could install </a:t>
            </a:r>
            <a:r>
              <a:rPr lang="en-US" dirty="0" err="1"/>
              <a:t>linux</a:t>
            </a:r>
            <a:r>
              <a:rPr lang="en-US" dirty="0"/>
              <a:t> (without a </a:t>
            </a:r>
            <a:r>
              <a:rPr lang="en-US" dirty="0" err="1"/>
              <a:t>gui</a:t>
            </a:r>
            <a:r>
              <a:rPr lang="en-US" dirty="0"/>
              <a:t>) on a PC at home and leave it always on. Then buy the cheapest (or lightest) laptop you can find and install a </a:t>
            </a:r>
            <a:r>
              <a:rPr lang="en-US" dirty="0" err="1"/>
              <a:t>tailscale</a:t>
            </a:r>
            <a:r>
              <a:rPr lang="en-US" dirty="0"/>
              <a:t> tunnel on both the PC and the laptop. In class you always open a remote session from the laptop to the PC and work on the PC without noticing. This means you’ll have the raw processing power of a PC combined with a lightweight device. Win-win!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2299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https://www.youtube.com/watch?v=hilznKQij7A&amp;list=PLj6YeMhvp2S6uB23beQaffszlavLq3lNq</a:t>
            </a:r>
          </a:p>
          <a:p>
            <a:endParaRPr lang="nl-BE" dirty="0"/>
          </a:p>
          <a:p>
            <a:r>
              <a:rPr lang="nl-BE" dirty="0"/>
              <a:t>https://vscode.dev/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5047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the last example: It’s a list comprehension. You’ll be seeing more of these in the next chapter!</a:t>
            </a:r>
          </a:p>
          <a:p>
            <a:r>
              <a:rPr lang="en-US" dirty="0"/>
              <a:t>To avoid the row with “[None, None” use “dummy = [print(…”, so you’ll save the output and prevent it </a:t>
            </a:r>
            <a:r>
              <a:rPr lang="en-US"/>
              <a:t>from printing.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501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PIP</a:t>
            </a:r>
            <a:r>
              <a:rPr lang="en-US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 is a package manager for Python packages, or modules if you like. Note: If you have Python version 3.4 or later, PIP is included by default.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6783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is mainly version management. Suppose we have a notebook now that works with </a:t>
            </a:r>
            <a:r>
              <a:rPr lang="en-US" dirty="0" err="1"/>
              <a:t>numpy</a:t>
            </a:r>
            <a:r>
              <a:rPr lang="en-US" dirty="0"/>
              <a:t> version X. We upgrade our local python installation, install </a:t>
            </a:r>
            <a:r>
              <a:rPr lang="en-US" dirty="0" err="1"/>
              <a:t>numpy</a:t>
            </a:r>
            <a:r>
              <a:rPr lang="en-US" dirty="0"/>
              <a:t> version Y and all of a sudden our notebook doesn’t work anymore! If version X had been installed in a virtual environment that would not have been a problem.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8727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PowerShell won’t execute the activate-script, run:</a:t>
            </a:r>
          </a:p>
          <a:p>
            <a:endParaRPr lang="en-US" dirty="0"/>
          </a:p>
          <a:p>
            <a:r>
              <a:rPr lang="nl-BE" dirty="0"/>
              <a:t>Set-</a:t>
            </a:r>
            <a:r>
              <a:rPr lang="nl-BE" dirty="0" err="1"/>
              <a:t>ExecutionPolicy</a:t>
            </a:r>
            <a:r>
              <a:rPr lang="nl-BE" dirty="0"/>
              <a:t> </a:t>
            </a:r>
            <a:r>
              <a:rPr lang="nl-BE" dirty="0" err="1"/>
              <a:t>remotesigned</a:t>
            </a:r>
            <a:r>
              <a:rPr lang="nl-BE" dirty="0"/>
              <a:t> -scope </a:t>
            </a:r>
            <a:r>
              <a:rPr lang="nl-BE" dirty="0" err="1"/>
              <a:t>currentuser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544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class we prefer normal </a:t>
            </a:r>
            <a:r>
              <a:rPr lang="en-US" dirty="0" err="1"/>
              <a:t>VSCode</a:t>
            </a:r>
            <a:r>
              <a:rPr lang="en-US" dirty="0"/>
              <a:t>, but this is too cool not to show…</a:t>
            </a:r>
            <a:endParaRPr lang="en-BE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0273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340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nite.com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scode.dev/" TargetMode="External"/><Relationship Id="rId4" Type="http://schemas.openxmlformats.org/officeDocument/2006/relationships/hyperlink" Target="https://code.visualstudio.com/docs/editor/portabl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github.com/en/get-started/writing-on-github/getting-started-with-writing-and-formatting-on-githu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datascience/jupyter-notebook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hyperlink" Target="https://kencenerelli.wordpress.com/2018/03/25/visual-studio-code-multi-line-and-multi-cursor-editin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97832" y="3433481"/>
            <a:ext cx="11072827" cy="890839"/>
          </a:xfrm>
        </p:spPr>
        <p:txBody>
          <a:bodyPr>
            <a:normAutofit fontScale="90000"/>
          </a:bodyPr>
          <a:lstStyle/>
          <a:p>
            <a:r>
              <a:rPr lang="nl-BE" dirty="0" err="1"/>
              <a:t>Chapter</a:t>
            </a:r>
            <a:r>
              <a:rPr lang="nl-BE"/>
              <a:t> 1.2 </a:t>
            </a:r>
            <a:r>
              <a:rPr lang="nl-BE" dirty="0"/>
              <a:t>– Setting up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working</a:t>
            </a:r>
            <a:r>
              <a:rPr lang="nl-BE" dirty="0"/>
              <a:t> environment 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2BCF-3FC1-E286-AFBF-1038E045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be working with?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50E6-A0B7-5363-9349-5D917C4B3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language: Python</a:t>
            </a:r>
          </a:p>
          <a:p>
            <a:r>
              <a:rPr lang="en-US" dirty="0"/>
              <a:t>IDE: Visual Studio Code</a:t>
            </a:r>
          </a:p>
          <a:p>
            <a:pPr lvl="1"/>
            <a:r>
              <a:rPr lang="en-US" dirty="0"/>
              <a:t>Integrated Development Environment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 a virtual environment in Python</a:t>
            </a:r>
          </a:p>
          <a:p>
            <a:r>
              <a:rPr lang="en-US" dirty="0"/>
              <a:t>Use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endParaRPr lang="en-US" dirty="0"/>
          </a:p>
          <a:p>
            <a:r>
              <a:rPr lang="en-US" dirty="0"/>
              <a:t>Note: This is a hands-on presentation. You are supposed to follow along.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67339-4492-8634-6A58-EA4F5E2C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594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C152-400E-5590-AACB-3733748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1897-B527-3D48-C115-C04C3AFB3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few alternatives to Python for data science:</a:t>
            </a:r>
          </a:p>
          <a:p>
            <a:pPr lvl="1"/>
            <a:r>
              <a:rPr lang="en-US" dirty="0"/>
              <a:t>Julia: Python, but you can compile it, so it’s faster. Good when Python becomes too slow, but not ideal to start with.</a:t>
            </a:r>
          </a:p>
          <a:p>
            <a:pPr lvl="1"/>
            <a:r>
              <a:rPr lang="en-US" dirty="0"/>
              <a:t>R: Used mainly by statisticians, who were the first data scientists. Feels strange at first but is a very powerful language to work with data (importing/cleaning/creating graphs).  Preferred language to use in Business Intelligence tools.</a:t>
            </a:r>
          </a:p>
          <a:p>
            <a:r>
              <a:rPr lang="en-US" dirty="0"/>
              <a:t>We chose Python because it’s widely used and because you have good coding skills in that language.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38638-3CB5-FA2D-F9D0-4272BFC9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84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F42A-A55D-D9BF-F1E9-2DD39DE4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Windows, Linux or MacOS?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6E8F-EC76-154D-CFF4-1B9F36FF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449461" cy="4626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examples and screenshots will always be made on Windows</a:t>
            </a:r>
          </a:p>
          <a:p>
            <a:pPr lvl="1"/>
            <a:r>
              <a:rPr lang="en-US" dirty="0"/>
              <a:t>And we know our code works on Windows</a:t>
            </a:r>
          </a:p>
          <a:p>
            <a:pPr lvl="1"/>
            <a:r>
              <a:rPr lang="en-US" dirty="0"/>
              <a:t>Because the teachers exclusively use Windows (for this course)</a:t>
            </a:r>
          </a:p>
          <a:p>
            <a:r>
              <a:rPr lang="en-US" dirty="0"/>
              <a:t>But the tools we use are all cross-platform</a:t>
            </a:r>
          </a:p>
          <a:p>
            <a:pPr lvl="1"/>
            <a:r>
              <a:rPr lang="en-US" dirty="0"/>
              <a:t>You can use MacOS or Linux</a:t>
            </a:r>
          </a:p>
          <a:p>
            <a:r>
              <a:rPr lang="en-US" dirty="0"/>
              <a:t>So, we decided:</a:t>
            </a:r>
          </a:p>
          <a:p>
            <a:pPr lvl="1"/>
            <a:r>
              <a:rPr lang="en-US" dirty="0"/>
              <a:t>You’re free to use any OS you like</a:t>
            </a:r>
          </a:p>
          <a:p>
            <a:pPr lvl="1"/>
            <a:r>
              <a:rPr lang="en-US" dirty="0"/>
              <a:t>If you have any issues with your code, we will help you figure out what’s going on</a:t>
            </a:r>
          </a:p>
          <a:p>
            <a:pPr lvl="1"/>
            <a:r>
              <a:rPr lang="en-US" dirty="0"/>
              <a:t>But we reserve the right to say “I can’t find the problem so it’s probably because you don’t use Windows. You figure it out.”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840E-8FAE-5688-90A7-DBCCACFF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68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EB90-C928-DC00-0B9F-9E557113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753C-3E06-CEA7-45F5-237D10589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r>
              <a:rPr lang="en-US" dirty="0"/>
              <a:t>Download the latest version</a:t>
            </a:r>
          </a:p>
          <a:p>
            <a:r>
              <a:rPr lang="en-US" dirty="0">
                <a:solidFill>
                  <a:srgbClr val="FF0000"/>
                </a:solidFill>
              </a:rPr>
              <a:t>DO NOT</a:t>
            </a:r>
            <a:r>
              <a:rPr lang="en-US" dirty="0"/>
              <a:t> quickly click ‘next’ through the installation!</a:t>
            </a:r>
          </a:p>
          <a:p>
            <a:pPr lvl="1"/>
            <a:r>
              <a:rPr lang="en-US" dirty="0"/>
              <a:t>Check the following slides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47E-43C1-3B35-EAE7-1B88644E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575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56B5-6B0F-3D18-A51E-2026F00D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C2D9-055B-D250-0A04-E3A1F670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screen:</a:t>
            </a:r>
          </a:p>
          <a:p>
            <a:pPr lvl="1"/>
            <a:r>
              <a:rPr lang="en-US" dirty="0"/>
              <a:t>“Add Python to path”</a:t>
            </a:r>
          </a:p>
          <a:p>
            <a:pPr lvl="1"/>
            <a:r>
              <a:rPr lang="en-US" dirty="0"/>
              <a:t>Click “Customize installation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8BFC-1F39-CAEF-983D-553D8769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5ADA8-45A4-D134-94C6-8348D3C0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229" y="2681287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0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6028-A6C4-B5CC-16A4-F8DCF637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E03D-5060-12F9-BF29-C56CFAFEB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the following screen as it is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E6B02-C57C-CB19-5178-90A4A4F8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6A142-BC43-4672-426E-C986730D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585092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4BA2-68D1-3E21-68C9-8CA51125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C2E33-115F-448B-689C-5EC36573E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“Install Python for all users”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5360F-4698-D8F9-858E-6B913EC4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11EC5-E14F-B04B-BF84-22A0DB5D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498725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6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1851-80C7-1B57-57A7-D69C02B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2D127-E33F-A8A4-2B89-3F0232D9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has the Visual Studio IDE since the nineties</a:t>
            </a:r>
          </a:p>
          <a:p>
            <a:pPr lvl="1"/>
            <a:r>
              <a:rPr lang="en-US" dirty="0"/>
              <a:t>Big, bulky program that only runs on Windows</a:t>
            </a:r>
          </a:p>
          <a:p>
            <a:r>
              <a:rPr lang="en-US" dirty="0"/>
              <a:t>But recently they released Visual Studio Code</a:t>
            </a:r>
          </a:p>
          <a:p>
            <a:pPr lvl="1"/>
            <a:r>
              <a:rPr lang="en-US" dirty="0"/>
              <a:t>Small and efficient</a:t>
            </a:r>
          </a:p>
          <a:p>
            <a:pPr lvl="1"/>
            <a:r>
              <a:rPr lang="en-US" dirty="0"/>
              <a:t>Open source</a:t>
            </a:r>
          </a:p>
          <a:p>
            <a:pPr lvl="1"/>
            <a:r>
              <a:rPr lang="en-US" dirty="0"/>
              <a:t>Works on any operating system</a:t>
            </a:r>
          </a:p>
          <a:p>
            <a:pPr lvl="1"/>
            <a:r>
              <a:rPr lang="en-US" dirty="0"/>
              <a:t>Can be used for any programming language (through plugins)</a:t>
            </a:r>
          </a:p>
          <a:p>
            <a:pPr lvl="1"/>
            <a:r>
              <a:rPr lang="en-US" dirty="0"/>
              <a:t>Integrates with GitHub</a:t>
            </a:r>
          </a:p>
          <a:p>
            <a:pPr lvl="1"/>
            <a:r>
              <a:rPr lang="en-US" dirty="0"/>
              <a:t>Can be used on a remote system</a:t>
            </a:r>
          </a:p>
          <a:p>
            <a:r>
              <a:rPr lang="en-US" dirty="0"/>
              <a:t>In this course you work with </a:t>
            </a:r>
            <a:r>
              <a:rPr lang="en-US" b="1" dirty="0"/>
              <a:t>Visual Studio Code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7FD2C-8023-DD22-1179-99B183F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402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6AA2-A017-CCB6-584B-648AB3FF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9FA0-F530-C6EF-3627-4BB0F2E6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r>
              <a:rPr lang="en-US" dirty="0"/>
              <a:t>Download the latest version for your operating system</a:t>
            </a:r>
          </a:p>
          <a:p>
            <a:r>
              <a:rPr lang="en-US" dirty="0"/>
              <a:t>Install using the default settings</a:t>
            </a:r>
          </a:p>
          <a:p>
            <a:endParaRPr lang="en-US" dirty="0"/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Install using </a:t>
            </a:r>
            <a:r>
              <a:rPr lang="en-US" dirty="0">
                <a:hlinkClick r:id="rId3"/>
              </a:rPr>
              <a:t>https://ninite.com/</a:t>
            </a:r>
            <a:endParaRPr lang="en-US" dirty="0"/>
          </a:p>
          <a:p>
            <a:pPr lvl="1"/>
            <a:r>
              <a:rPr lang="en-US" dirty="0"/>
              <a:t>Install as a </a:t>
            </a:r>
            <a:r>
              <a:rPr lang="en-US" dirty="0">
                <a:hlinkClick r:id="rId4"/>
              </a:rPr>
              <a:t>portable app</a:t>
            </a:r>
            <a:endParaRPr lang="en-US" dirty="0"/>
          </a:p>
          <a:p>
            <a:pPr lvl="1"/>
            <a:r>
              <a:rPr lang="en-US" dirty="0"/>
              <a:t>Theoretically: use </a:t>
            </a:r>
            <a:r>
              <a:rPr lang="en-US" dirty="0">
                <a:hlinkClick r:id="rId5"/>
              </a:rPr>
              <a:t>https://vscode.dev/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D95C9-350A-C734-63D4-79DCD92B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2947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39C-B319-1B3E-CC4A-E90F085E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time usage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D574-FA20-E1BA-457F-3A3A0B1D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using </a:t>
            </a:r>
            <a:r>
              <a:rPr lang="en-US" dirty="0" err="1"/>
              <a:t>VSCode</a:t>
            </a:r>
            <a:r>
              <a:rPr lang="en-US" dirty="0"/>
              <a:t> for the first time, it will ask a lot</a:t>
            </a:r>
          </a:p>
          <a:p>
            <a:pPr lvl="1"/>
            <a:r>
              <a:rPr lang="en-US" dirty="0"/>
              <a:t>Default color scheme</a:t>
            </a:r>
          </a:p>
          <a:p>
            <a:pPr lvl="1"/>
            <a:r>
              <a:rPr lang="en-US" dirty="0"/>
              <a:t>Sync your settings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All of these can be changed </a:t>
            </a:r>
            <a:r>
              <a:rPr lang="en-US"/>
              <a:t>later, so simply choose a nice color scheme </a:t>
            </a:r>
            <a:r>
              <a:rPr lang="en-US" dirty="0"/>
              <a:t>and close the window</a:t>
            </a:r>
          </a:p>
          <a:p>
            <a:r>
              <a:rPr lang="en-US" dirty="0"/>
              <a:t>When starting a new type of file, there will be boxes on the lower right corner</a:t>
            </a:r>
          </a:p>
          <a:p>
            <a:pPr lvl="1"/>
            <a:r>
              <a:rPr lang="en-US" dirty="0"/>
              <a:t>Click “install”, it’ll make your life easier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764F-6E8D-E6A3-ED7F-45EB19F3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F5E05-5808-A7DD-2481-320A42CB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799" y="4860716"/>
            <a:ext cx="450595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7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8549-CAC7-45C6-5A7D-02353913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your first Python script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3622C2-62B6-3449-15B9-3DB9BB843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1524" y="2995863"/>
            <a:ext cx="4974668" cy="3360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AA5A9-A1EB-F473-24B8-E8A2E27A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963803-9DCC-231E-EC3E-9928171603F6}"/>
              </a:ext>
            </a:extLst>
          </p:cNvPr>
          <p:cNvCxnSpPr>
            <a:cxnSpLocks/>
          </p:cNvCxnSpPr>
          <p:nvPr/>
        </p:nvCxnSpPr>
        <p:spPr>
          <a:xfrm flipH="1">
            <a:off x="3184358" y="6007767"/>
            <a:ext cx="842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B6095BF-3455-C834-144F-ED0D60072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49" y="2995863"/>
            <a:ext cx="4238704" cy="31940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A2120B-1DBB-C857-4621-1B787C391F32}"/>
              </a:ext>
            </a:extLst>
          </p:cNvPr>
          <p:cNvCxnSpPr/>
          <p:nvPr/>
        </p:nvCxnSpPr>
        <p:spPr>
          <a:xfrm>
            <a:off x="4441661" y="5315255"/>
            <a:ext cx="1147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B58C6F7-7A5E-9AEC-9E95-2FF69BF4A360}"/>
              </a:ext>
            </a:extLst>
          </p:cNvPr>
          <p:cNvSpPr txBox="1">
            <a:spLocks/>
          </p:cNvSpPr>
          <p:nvPr/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  <a:latin typeface="-apple-system"/>
              </a:rPr>
              <a:t>Create a folder for your Data Science projects</a:t>
            </a:r>
          </a:p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  <a:latin typeface="-apple-system"/>
              </a:rPr>
              <a:t>By opening this folder in VS Code, it becomes your "workspace".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11E4C-B54C-0926-6D43-9A90A2D30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352" y="4532635"/>
            <a:ext cx="3960161" cy="14751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90338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C9F4FBA-FCCE-00E8-87F3-44C4079EA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0" y="4410998"/>
            <a:ext cx="8184630" cy="2447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52D11-87E8-9273-9B81-B9C7F97C9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53" y="1550894"/>
            <a:ext cx="3853419" cy="1342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AF53D1-99ED-4B0A-E440-12026B3D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first Python 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3268-D6FA-F6DC-9D2C-7D863F58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the “New file”-icon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Call the file “test1.py”</a:t>
            </a:r>
          </a:p>
          <a:p>
            <a:r>
              <a:rPr lang="en-US" dirty="0"/>
              <a:t>Add Python code that prints “Hello, world!”</a:t>
            </a:r>
          </a:p>
          <a:p>
            <a:r>
              <a:rPr lang="en-US" dirty="0"/>
              <a:t>Run the code using the “play”-button in the upper right corner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30BD-3F79-8464-73E2-601ED21A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0C06B8-82E0-AD93-FF8E-29D6D2D70C6B}"/>
              </a:ext>
            </a:extLst>
          </p:cNvPr>
          <p:cNvSpPr/>
          <p:nvPr/>
        </p:nvSpPr>
        <p:spPr>
          <a:xfrm>
            <a:off x="8454211" y="4410998"/>
            <a:ext cx="387724" cy="3919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v</a:t>
            </a:r>
            <a:endParaRPr lang="en-B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69B56-4CEE-EBFF-DFDD-FB765768AA55}"/>
              </a:ext>
            </a:extLst>
          </p:cNvPr>
          <p:cNvSpPr/>
          <p:nvPr/>
        </p:nvSpPr>
        <p:spPr>
          <a:xfrm>
            <a:off x="7194077" y="2402223"/>
            <a:ext cx="31750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v</a:t>
            </a:r>
            <a:endParaRPr lang="en-B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E823-22EA-2D74-65BE-275DD02FF6F2}"/>
              </a:ext>
            </a:extLst>
          </p:cNvPr>
          <p:cNvSpPr/>
          <p:nvPr/>
        </p:nvSpPr>
        <p:spPr>
          <a:xfrm>
            <a:off x="3882452" y="6442717"/>
            <a:ext cx="1214204" cy="2787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v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8412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3E9A-BC54-6953-E572-67CC67DD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first Python 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C019-107E-1025-EB4C-A00A3E81C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code runs in a terminal below</a:t>
            </a:r>
          </a:p>
          <a:p>
            <a:r>
              <a:rPr lang="en-US" dirty="0"/>
              <a:t>The file is also saved in your folder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When creating Python-scripts, this is the way to work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9190E-D39D-04C2-F49D-A917438D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FCEAE-C573-7AA6-44AD-8A9D1845B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88" y="2573292"/>
            <a:ext cx="7026220" cy="17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63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906F-BE4E-354A-CF5E-2C5D2ECC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first Markdown file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EE3F-E4B9-B46C-B05E-2AC3C626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Markdown</a:t>
            </a:r>
            <a:r>
              <a:rPr lang="en-US" dirty="0"/>
              <a:t> is a way to style text using only simple markers, to help you write formatted text without using Word or HTML</a:t>
            </a:r>
          </a:p>
          <a:p>
            <a:r>
              <a:rPr lang="en-US" dirty="0"/>
              <a:t>In your workspace folder, create a file and call it “test2.md”</a:t>
            </a:r>
          </a:p>
          <a:p>
            <a:r>
              <a:rPr lang="en-US" dirty="0"/>
              <a:t>Add the following to the file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4A22-8491-AC07-B58B-D7198C83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15C55-F1C9-4D91-1A03-353F8160B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36" y="3687242"/>
            <a:ext cx="4256424" cy="275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E67-FD2A-7384-D1BE-BF514FC8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markdown files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D3A-5415-2E29-B382-8F517DAE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file and right-click the tab, choosing “Open preview”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output will be the same file, but formatted</a:t>
            </a:r>
          </a:p>
          <a:p>
            <a:pPr lvl="1"/>
            <a:r>
              <a:rPr lang="en-US" dirty="0"/>
              <a:t>There are tags for adding code, images, links, …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6E81-F07F-67EB-E607-8B2D9D17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F8E96-9B1A-A6C1-1B88-41D1604C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279" y="2308467"/>
            <a:ext cx="3943900" cy="2638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B1B3B-E1D7-147E-EA66-756BDD37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482" y="4947260"/>
            <a:ext cx="1914792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74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48B1-5BAD-9A2C-9BA4-139AB8DE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your first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24D7-B4BC-AE4C-856B-CBC7F7013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did code and we did markdown, but can we combine them?</a:t>
            </a:r>
          </a:p>
          <a:p>
            <a:r>
              <a:rPr lang="en-US" dirty="0"/>
              <a:t>Yes! It’s called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Create a new file called “test3.ipynb”</a:t>
            </a:r>
          </a:p>
          <a:p>
            <a:r>
              <a:rPr lang="en-US" dirty="0"/>
              <a:t>Add a markdown-cell and add some markdown-text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the checkmark on the top right to display formatted text</a:t>
            </a:r>
          </a:p>
          <a:p>
            <a:r>
              <a:rPr lang="en-US" dirty="0"/>
              <a:t>Double-click the formatted text to edit it again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9F56E-3CF0-2A6D-E578-A59B7A88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2975F-F490-0A8D-34C9-09160240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3429000"/>
            <a:ext cx="673511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75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33B8-E101-920C-51FF-094A6274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first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1D60-E8A3-5137-57D9-2EA766156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854190" cy="46260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Add 3 code-cells:</a:t>
            </a:r>
          </a:p>
          <a:p>
            <a:pPr lvl="1"/>
            <a:r>
              <a:rPr lang="en-US" dirty="0"/>
              <a:t>In the first cell put “a = 1”</a:t>
            </a:r>
          </a:p>
          <a:p>
            <a:pPr lvl="1"/>
            <a:r>
              <a:rPr lang="en-US" dirty="0"/>
              <a:t>In the second cell put “b=2”</a:t>
            </a:r>
          </a:p>
          <a:p>
            <a:pPr lvl="1"/>
            <a:r>
              <a:rPr lang="en-US" dirty="0"/>
              <a:t>In the third cell put “print(</a:t>
            </a:r>
            <a:r>
              <a:rPr lang="en-US" dirty="0" err="1"/>
              <a:t>a+b</a:t>
            </a:r>
            <a:r>
              <a:rPr lang="en-US" dirty="0"/>
              <a:t>)”</a:t>
            </a:r>
          </a:p>
          <a:p>
            <a:r>
              <a:rPr lang="en-US" dirty="0"/>
              <a:t>Run the cells </a:t>
            </a:r>
          </a:p>
          <a:p>
            <a:r>
              <a:rPr lang="en-US" dirty="0"/>
              <a:t>Note how the variables you made in cell 1 and cell 2 still exist in cell 3</a:t>
            </a:r>
          </a:p>
          <a:p>
            <a:r>
              <a:rPr lang="en-US" dirty="0"/>
              <a:t>This is the big strength of </a:t>
            </a:r>
            <a:r>
              <a:rPr lang="en-US" dirty="0" err="1"/>
              <a:t>Jupyter</a:t>
            </a:r>
            <a:r>
              <a:rPr lang="en-US" dirty="0"/>
              <a:t> notebooks: you can write code and define variables in one cell and reuse these variables differently in subsequent code cells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58154-BFDF-1081-91DA-BA0AE98C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890BD5-0B7B-9FCC-2DF1-AB3EA391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058" y="1696452"/>
            <a:ext cx="4878379" cy="38207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F1CB12-CC6C-9214-0ED5-8452D166E60E}"/>
              </a:ext>
            </a:extLst>
          </p:cNvPr>
          <p:cNvSpPr/>
          <p:nvPr/>
        </p:nvSpPr>
        <p:spPr>
          <a:xfrm>
            <a:off x="8390277" y="1839208"/>
            <a:ext cx="704182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1073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DE7-AB9A-FCAF-4867-ECD9ABE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B2F7-0590-288E-6C6F-F41A626A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first cell</a:t>
            </a:r>
          </a:p>
          <a:p>
            <a:r>
              <a:rPr lang="en-US" dirty="0"/>
              <a:t>Now run the third cell again!</a:t>
            </a:r>
          </a:p>
          <a:p>
            <a:r>
              <a:rPr lang="en-US" dirty="0"/>
              <a:t>The print still works!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This is a pitfall: it’s not because you deleted a cell that the result of that cell is gone. The </a:t>
            </a:r>
            <a:r>
              <a:rPr lang="en-US" dirty="0" err="1"/>
              <a:t>Jupyter</a:t>
            </a:r>
            <a:r>
              <a:rPr lang="en-US" dirty="0"/>
              <a:t> variables still exist and can still mess up your results.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679F1-8404-5D01-0107-35F33DF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8D7C1-28C5-D426-DAE7-DBEF9CB4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1464527"/>
            <a:ext cx="4045137" cy="2624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825004-956D-EF61-FE0E-4FE8C72DF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54" y="5479414"/>
            <a:ext cx="4713169" cy="3875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E2830F-E8F0-26FD-4881-5B09D53D7A41}"/>
              </a:ext>
            </a:extLst>
          </p:cNvPr>
          <p:cNvSpPr/>
          <p:nvPr/>
        </p:nvSpPr>
        <p:spPr>
          <a:xfrm>
            <a:off x="4836695" y="5568484"/>
            <a:ext cx="787628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5ABBD-9A43-40BF-86DC-FBA5EBA65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242" y="5568484"/>
            <a:ext cx="3861598" cy="10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68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DE7-AB9A-FCAF-4867-ECD9ABE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B2F7-0590-288E-6C6F-F41A626A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the variable ‘a’ to be cleared from memory, you must restart the kernel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679F1-8404-5D01-0107-35F33DF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25004-956D-EF61-FE0E-4FE8C72D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53" y="5241837"/>
            <a:ext cx="4713169" cy="3875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E2830F-E8F0-26FD-4881-5B09D53D7A41}"/>
              </a:ext>
            </a:extLst>
          </p:cNvPr>
          <p:cNvSpPr/>
          <p:nvPr/>
        </p:nvSpPr>
        <p:spPr>
          <a:xfrm>
            <a:off x="4836694" y="5307106"/>
            <a:ext cx="787628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8444E-3A76-0C1F-A8B7-2CA2B4098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54" y="2816425"/>
            <a:ext cx="4713169" cy="3875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FF4A3B-A3DE-1C06-8D73-A6C83B3E6765}"/>
              </a:ext>
            </a:extLst>
          </p:cNvPr>
          <p:cNvSpPr/>
          <p:nvPr/>
        </p:nvSpPr>
        <p:spPr>
          <a:xfrm>
            <a:off x="2991852" y="2933718"/>
            <a:ext cx="787628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D4CD41-E72F-73D1-06ED-21CF82FF1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27" y="2190213"/>
            <a:ext cx="2887273" cy="274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4255A9-4B5E-4D6E-1315-DB7B68B16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67" y="5320666"/>
            <a:ext cx="5062645" cy="99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84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5FD-4CE6-8D87-6138-ECACD74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750E-6612-63D2-9510-650087DB4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cell put “print(b)”</a:t>
            </a:r>
          </a:p>
          <a:p>
            <a:r>
              <a:rPr lang="en-US" dirty="0"/>
              <a:t>In the second cell put “b = 2”</a:t>
            </a:r>
          </a:p>
          <a:p>
            <a:r>
              <a:rPr lang="en-US" dirty="0"/>
              <a:t>Run the second cell first and the first cell last</a:t>
            </a:r>
          </a:p>
          <a:p>
            <a:r>
              <a:rPr lang="en-US" dirty="0"/>
              <a:t>Works!</a:t>
            </a:r>
          </a:p>
          <a:p>
            <a:r>
              <a:rPr lang="en-US" dirty="0"/>
              <a:t>Another pitfall: when developing you code in different cells. That is fine but remember to always end up with a notebook that you can run top to bottom.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It’s impossible, or at least very frustrating, to recreate the order in which you ran cells earlier. Keep it clean and tidy.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15D5A-BCAC-C448-B67F-DA4B935A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0799C-2324-B947-1F21-BC52F228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220" y="1542787"/>
            <a:ext cx="1686160" cy="1886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67BA9F-0804-4A0C-0574-C49D0272A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44" y="4616591"/>
            <a:ext cx="4713169" cy="3875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C9FA2D-7FE2-073C-4AF8-A912BF46B535}"/>
              </a:ext>
            </a:extLst>
          </p:cNvPr>
          <p:cNvSpPr/>
          <p:nvPr/>
        </p:nvSpPr>
        <p:spPr>
          <a:xfrm>
            <a:off x="5293895" y="4708987"/>
            <a:ext cx="674358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650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8803-D8B0-C786-FCD1-509A513F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F61C7-6281-63FB-2564-D95A96D48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restarting all variables and functions are lost</a:t>
            </a:r>
          </a:p>
          <a:p>
            <a:r>
              <a:rPr lang="en-US" dirty="0"/>
              <a:t>You start over</a:t>
            </a:r>
          </a:p>
          <a:p>
            <a:r>
              <a:rPr lang="en-US" dirty="0"/>
              <a:t>If you are a particularly messy developer, restart your kernel by the end of the session</a:t>
            </a:r>
          </a:p>
          <a:p>
            <a:pPr lvl="1"/>
            <a:r>
              <a:rPr lang="en-US" dirty="0"/>
              <a:t>If you can still run all cells top to bottom, it’s fine</a:t>
            </a:r>
          </a:p>
          <a:p>
            <a:pPr lvl="1"/>
            <a:r>
              <a:rPr lang="en-US" dirty="0"/>
              <a:t>If you can’t anymore, something is wrong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D8AF-3FA3-452D-CDF4-C6A5A7EA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9947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500-BDF9-C49A-F7FC-2FBB1DF8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DBB1-2433-41B9-933C-BD156FEB4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241255" cy="4626069"/>
          </a:xfrm>
        </p:spPr>
        <p:txBody>
          <a:bodyPr/>
          <a:lstStyle/>
          <a:p>
            <a:r>
              <a:rPr lang="en-US" dirty="0"/>
              <a:t>To print the contents of a variable, you can use print()</a:t>
            </a:r>
          </a:p>
          <a:p>
            <a:endParaRPr lang="en-US" dirty="0"/>
          </a:p>
          <a:p>
            <a:r>
              <a:rPr lang="en-US" dirty="0"/>
              <a:t>But notebooks also print the output of whatever the last statement in the code-block is</a:t>
            </a:r>
          </a:p>
          <a:p>
            <a:pPr lvl="1"/>
            <a:r>
              <a:rPr lang="en-US" dirty="0"/>
              <a:t>A variable</a:t>
            </a:r>
          </a:p>
          <a:p>
            <a:pPr lvl="1"/>
            <a:r>
              <a:rPr lang="en-US" dirty="0"/>
              <a:t>Output of a function</a:t>
            </a:r>
          </a:p>
          <a:p>
            <a:endParaRPr lang="en-US" dirty="0"/>
          </a:p>
          <a:p>
            <a:r>
              <a:rPr lang="en-US" dirty="0"/>
              <a:t>Note however</a:t>
            </a:r>
          </a:p>
          <a:p>
            <a:pPr lvl="1"/>
            <a:r>
              <a:rPr lang="en-US" dirty="0"/>
              <a:t>This only works with the last function</a:t>
            </a:r>
          </a:p>
          <a:p>
            <a:pPr lvl="1"/>
            <a:r>
              <a:rPr lang="en-US" dirty="0"/>
              <a:t>If the last function has no return-value, None is printed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8C0AA-F556-0736-DF5A-6CA206E8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3274A-3504-086F-060A-733A660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931" y="1402885"/>
            <a:ext cx="1818560" cy="1215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32623-1681-E053-72EF-0E0BC658D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456" y="2835059"/>
            <a:ext cx="1457528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4ABD03-EBE0-43F1-105D-5E9993F0A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586" y="3024186"/>
            <a:ext cx="1876687" cy="1066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A80ECF-22BB-8142-1E8A-FC7E71AC6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586" y="4149844"/>
            <a:ext cx="2495898" cy="12955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590320-4588-2776-9C37-FF0E8657EFAE}"/>
              </a:ext>
            </a:extLst>
          </p:cNvPr>
          <p:cNvSpPr txBox="1"/>
          <p:nvPr/>
        </p:nvSpPr>
        <p:spPr>
          <a:xfrm>
            <a:off x="8245322" y="4256049"/>
            <a:ext cx="237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Variable a isn’t printed!</a:t>
            </a:r>
            <a:endParaRPr lang="en-BE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817EA9-0ECE-967C-89DE-04D9C106C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006" y="4955209"/>
            <a:ext cx="2848373" cy="1800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EC1ACE-F064-FB8C-60F2-053E8CBAD1FE}"/>
              </a:ext>
            </a:extLst>
          </p:cNvPr>
          <p:cNvSpPr txBox="1"/>
          <p:nvPr/>
        </p:nvSpPr>
        <p:spPr>
          <a:xfrm>
            <a:off x="3593208" y="6322125"/>
            <a:ext cx="530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last row is the output of the list comprehension -&gt;</a:t>
            </a:r>
            <a:endParaRPr lang="en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42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A9BA-E4FB-C4A5-E8B0-8A8552CE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C18A-F5EC-4D26-D86B-A4EF2A0C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doing data science, you use a lot of libraries</a:t>
            </a:r>
          </a:p>
          <a:p>
            <a:pPr lvl="1"/>
            <a:r>
              <a:rPr lang="en-US" dirty="0"/>
              <a:t>Pandas, matplotlib, </a:t>
            </a:r>
            <a:r>
              <a:rPr lang="en-US" dirty="0" err="1"/>
              <a:t>numpy</a:t>
            </a:r>
            <a:r>
              <a:rPr lang="en-US" dirty="0"/>
              <a:t>, seaborn, …</a:t>
            </a:r>
          </a:p>
          <a:p>
            <a:r>
              <a:rPr lang="en-US" dirty="0"/>
              <a:t>These libraries are open-source packages that we can use on our own system</a:t>
            </a:r>
          </a:p>
          <a:p>
            <a:r>
              <a:rPr lang="en-US" dirty="0"/>
              <a:t>You can install them using pip:</a:t>
            </a:r>
            <a:r>
              <a:rPr lang="en-US" dirty="0">
                <a:solidFill>
                  <a:srgbClr val="FF0000"/>
                </a:solidFill>
              </a:rPr>
              <a:t> (Do not do this on your own system!)</a:t>
            </a:r>
            <a:endParaRPr lang="en-B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C67B-3C05-DC76-F021-D29C18C8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E4136-BBA5-5168-F460-2862E84B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012" y="4046404"/>
            <a:ext cx="920243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9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E7A-F0D3-BAB1-2B6C-734D2034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AE34-4B2D-5CF7-72BF-8464BE72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But the problem?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just installed </a:t>
            </a:r>
            <a:r>
              <a:rPr lang="en-US" dirty="0" err="1"/>
              <a:t>numpy</a:t>
            </a:r>
            <a:r>
              <a:rPr lang="en-US" dirty="0"/>
              <a:t> on our system. This means that </a:t>
            </a:r>
            <a:r>
              <a:rPr lang="en-US" dirty="0" err="1"/>
              <a:t>numpy</a:t>
            </a:r>
            <a:r>
              <a:rPr lang="en-US" dirty="0"/>
              <a:t> will be available on every python-session we use, and that is not a best practice.</a:t>
            </a:r>
          </a:p>
          <a:p>
            <a:r>
              <a:rPr lang="en-US" dirty="0"/>
              <a:t>A rule of thumb: never install packages on your system, install them in a virtual environment</a:t>
            </a:r>
          </a:p>
          <a:p>
            <a:r>
              <a:rPr lang="en-US" dirty="0"/>
              <a:t>And another rule of thumb: create a new virtual environment for every new project you start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D3462-516E-3FA8-2998-A76E4BF1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9DFA7-6C7D-6073-0C0E-CEDAC9EA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914" y="1550894"/>
            <a:ext cx="529663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65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5E01-03BA-283C-7A6A-A1AAE357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environment </a:t>
            </a:r>
            <a:r>
              <a:rPr lang="en-US" dirty="0" err="1"/>
              <a:t>VSCode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What?!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BDA2F-21DC-C700-C97F-326759BAC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805456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Definition: </a:t>
            </a:r>
          </a:p>
          <a:p>
            <a:r>
              <a:rPr lang="en-US" dirty="0"/>
              <a:t>An isolated environment where Python packages can be installed without interfering with other projects or the system itself.</a:t>
            </a:r>
          </a:p>
          <a:p>
            <a:pPr marL="0" indent="0">
              <a:buNone/>
            </a:pPr>
            <a:r>
              <a:rPr lang="en-US" b="1" u="sng" dirty="0"/>
              <a:t>Benefits:</a:t>
            </a:r>
          </a:p>
          <a:p>
            <a:r>
              <a:rPr lang="en-US" b="1" dirty="0"/>
              <a:t>Isolation</a:t>
            </a:r>
            <a:r>
              <a:rPr lang="en-US" dirty="0"/>
              <a:t>: Prevents conflicts between packages used in different projects.</a:t>
            </a:r>
          </a:p>
          <a:p>
            <a:r>
              <a:rPr lang="en-US" b="1" dirty="0"/>
              <a:t>Reproducibility</a:t>
            </a:r>
            <a:r>
              <a:rPr lang="en-US" dirty="0"/>
              <a:t>: Makes it easier to run your project on another machine.</a:t>
            </a:r>
          </a:p>
          <a:p>
            <a:r>
              <a:rPr lang="en-US" b="1" dirty="0"/>
              <a:t>Version</a:t>
            </a:r>
            <a:r>
              <a:rPr lang="en-US" dirty="0"/>
              <a:t> </a:t>
            </a:r>
            <a:r>
              <a:rPr lang="en-US" b="1" dirty="0"/>
              <a:t>control</a:t>
            </a:r>
            <a:r>
              <a:rPr lang="en-US" dirty="0"/>
              <a:t>: Allows the use of different versions of the same package in different projects.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2F3E5-38C0-AC3F-655C-CDC43699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1026" name="Picture 2" descr="How to create a Virtual Environment in Python? | by Kiran Mohan | Mar, 2024  | Medium">
            <a:extLst>
              <a:ext uri="{FF2B5EF4-FFF2-40B4-BE49-F238E27FC236}">
                <a16:creationId xmlns:a16="http://schemas.microsoft.com/office/drawing/2014/main" id="{6E94644C-A755-7F5F-2DCD-5116DD1D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94117"/>
            <a:ext cx="3565900" cy="196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3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5E01-03BA-283C-7A6A-A1AAE357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environment </a:t>
            </a:r>
            <a:r>
              <a:rPr lang="en-US" dirty="0" err="1"/>
              <a:t>VSCode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How?!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BDA2F-21DC-C700-C97F-326759BAC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0989535" cy="480545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new Python project: </a:t>
            </a:r>
          </a:p>
          <a:p>
            <a:pPr lvl="1"/>
            <a:r>
              <a:rPr lang="en-US" dirty="0"/>
              <a:t>Create a new folder for your project and open it in </a:t>
            </a:r>
            <a:r>
              <a:rPr lang="en-US" dirty="0" err="1"/>
              <a:t>VSCode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new virtual environment:</a:t>
            </a:r>
          </a:p>
          <a:p>
            <a:pPr lvl="1"/>
            <a:r>
              <a:rPr lang="en-US" dirty="0"/>
              <a:t>Open the terminal in </a:t>
            </a:r>
            <a:r>
              <a:rPr lang="en-US" dirty="0" err="1"/>
              <a:t>VSCode</a:t>
            </a:r>
            <a:r>
              <a:rPr lang="en-US" dirty="0"/>
              <a:t> (View -&gt; Terminal).</a:t>
            </a:r>
          </a:p>
          <a:p>
            <a:pPr lvl="1"/>
            <a:r>
              <a:rPr lang="en-US" sz="2200" i="1" dirty="0"/>
              <a:t>Navigate to your project folder (if you haven’t already).</a:t>
            </a:r>
          </a:p>
          <a:p>
            <a:pPr lvl="1"/>
            <a:r>
              <a:rPr lang="en-US" dirty="0"/>
              <a:t>Run the following command to create a new virtual environment: </a:t>
            </a:r>
          </a:p>
          <a:p>
            <a:pPr lvl="1"/>
            <a:r>
              <a:rPr lang="en-US" dirty="0"/>
              <a:t>On Windows: .			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lvl="1"/>
            <a:r>
              <a:rPr lang="en-US" dirty="0"/>
              <a:t>On Unix or MacOS: 		python3 -m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Activate the virtual environment:</a:t>
            </a:r>
          </a:p>
          <a:p>
            <a:pPr lvl="1"/>
            <a:r>
              <a:rPr lang="en-US" dirty="0"/>
              <a:t>On Windows (</a:t>
            </a:r>
            <a:r>
              <a:rPr lang="en-US" dirty="0" err="1"/>
              <a:t>powershell</a:t>
            </a:r>
            <a:r>
              <a:rPr lang="en-US" dirty="0"/>
              <a:t>):	.\</a:t>
            </a:r>
            <a:r>
              <a:rPr lang="en-US" b="1" dirty="0" err="1"/>
              <a:t>venv</a:t>
            </a:r>
            <a:r>
              <a:rPr lang="en-US" b="1" dirty="0"/>
              <a:t>\Scripts\activate</a:t>
            </a:r>
          </a:p>
          <a:p>
            <a:pPr lvl="1"/>
            <a:r>
              <a:rPr lang="en-US" dirty="0"/>
              <a:t>On Unix or MacOS: 		source 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interpreter in </a:t>
            </a:r>
            <a:r>
              <a:rPr lang="en-US" dirty="0" err="1"/>
              <a:t>VSCode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Click on the Python version in the status bar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select the interpreter in your .</a:t>
            </a:r>
            <a:r>
              <a:rPr lang="en-US" dirty="0" err="1"/>
              <a:t>venv</a:t>
            </a:r>
            <a:r>
              <a:rPr lang="en-US" dirty="0"/>
              <a:t> folder.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2F3E5-38C0-AC3F-655C-CDC43699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01D7D-71B4-0A18-E701-0EFAC80B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53" y="6074002"/>
            <a:ext cx="9850293" cy="374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288B3-6936-040E-0197-7A8127622DE1}"/>
              </a:ext>
            </a:extLst>
          </p:cNvPr>
          <p:cNvSpPr txBox="1"/>
          <p:nvPr/>
        </p:nvSpPr>
        <p:spPr>
          <a:xfrm>
            <a:off x="9374393" y="3194221"/>
            <a:ext cx="30298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python → runs Python</a:t>
            </a:r>
          </a:p>
          <a:p>
            <a:r>
              <a:rPr lang="en-US" sz="1400" dirty="0"/>
              <a:t>-m → run a module </a:t>
            </a:r>
          </a:p>
          <a:p>
            <a:r>
              <a:rPr lang="en-US" sz="1400" dirty="0" err="1"/>
              <a:t>venv</a:t>
            </a:r>
            <a:r>
              <a:rPr lang="en-US" sz="1400" dirty="0"/>
              <a:t> → module to create virtual env</a:t>
            </a:r>
          </a:p>
          <a:p>
            <a:r>
              <a:rPr lang="en-US" sz="1400" dirty="0" err="1"/>
              <a:t>venv</a:t>
            </a:r>
            <a:r>
              <a:rPr lang="en-US" sz="1400" dirty="0"/>
              <a:t> (at the end) → name of folder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0996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1BDC-D5CF-AF26-E435-3E89C041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virtual environment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43F7-3909-FB7B-96F8-43225924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This you can do on your device!</a:t>
            </a:r>
          </a:p>
          <a:p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and select “New terminal” on top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the terminal, type 2 commands: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Note: these are two separate commands, to be run on two different lines</a:t>
            </a:r>
          </a:p>
          <a:p>
            <a:r>
              <a:rPr lang="en-US" dirty="0"/>
              <a:t>The terminal changes to </a:t>
            </a:r>
            <a:r>
              <a:rPr lang="en-US" b="1" dirty="0"/>
              <a:t>(</a:t>
            </a:r>
            <a:r>
              <a:rPr lang="en-US" b="1" dirty="0" err="1"/>
              <a:t>venv</a:t>
            </a:r>
            <a:r>
              <a:rPr lang="en-US" b="1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C3875-826D-B4AF-F5FD-FB2A5546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39AEAA-38DD-6B53-1770-5736CA5A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7860"/>
            <a:ext cx="3132221" cy="636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0832F-56B0-DE7A-1F20-ABD85BE7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70" y="2578195"/>
            <a:ext cx="5800860" cy="905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E66D1-B63D-E629-4E4B-92FCFF269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70" y="5535462"/>
            <a:ext cx="10020362" cy="11260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BA70F8-7FA8-3079-584D-113C90832456}"/>
              </a:ext>
            </a:extLst>
          </p:cNvPr>
          <p:cNvSpPr/>
          <p:nvPr/>
        </p:nvSpPr>
        <p:spPr>
          <a:xfrm>
            <a:off x="925770" y="6356350"/>
            <a:ext cx="674358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6245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C7F39-6F63-4488-CF0C-BA3781D3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now install a library with pip, this library ends up in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venv</a:t>
            </a:r>
            <a:r>
              <a:rPr lang="en-US" dirty="0"/>
              <a:t>-subfolder: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And that is where they belong. </a:t>
            </a:r>
            <a:br>
              <a:rPr lang="en-US" dirty="0"/>
            </a:br>
            <a:r>
              <a:rPr lang="en-US" dirty="0"/>
              <a:t>Nice and close to the code that is using those libraries</a:t>
            </a:r>
            <a:endParaRPr lang="en-BE" dirty="0"/>
          </a:p>
          <a:p>
            <a:endParaRPr lang="en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0608D3-12B2-E73E-0B72-4DBC3AFCD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996" y="2457810"/>
            <a:ext cx="2438313" cy="40811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2AACE-93F6-96AD-5A13-791AD551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48" y="2541926"/>
            <a:ext cx="7540052" cy="9785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DD8739-C614-FC62-6992-3FA8C6AC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7A539-0288-4097-2A81-88D42DE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F3A8EF-C8A7-717B-3C94-FCD849571513}"/>
              </a:ext>
            </a:extLst>
          </p:cNvPr>
          <p:cNvSpPr/>
          <p:nvPr/>
        </p:nvSpPr>
        <p:spPr>
          <a:xfrm>
            <a:off x="9282996" y="3072985"/>
            <a:ext cx="2326299" cy="15439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94853-B22D-1A1B-7B61-A7F04D5F6866}"/>
              </a:ext>
            </a:extLst>
          </p:cNvPr>
          <p:cNvSpPr/>
          <p:nvPr/>
        </p:nvSpPr>
        <p:spPr>
          <a:xfrm>
            <a:off x="7085294" y="3177042"/>
            <a:ext cx="1413813" cy="2887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1986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171D67-4DE9-A605-EAD1-0938578B0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236" y="2254143"/>
            <a:ext cx="6416059" cy="865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37E2A0-3628-A019-DEB2-E357CAB5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B70A-4D76-5D56-706B-29882823E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have created a virtual environment it will be suggested as a ‘kernel’</a:t>
            </a:r>
          </a:p>
          <a:p>
            <a:pPr lvl="1"/>
            <a:r>
              <a:rPr lang="en-US" dirty="0"/>
              <a:t>Open ‘test3.ipynb’</a:t>
            </a:r>
          </a:p>
          <a:p>
            <a:pPr lvl="1"/>
            <a:r>
              <a:rPr lang="en-US" dirty="0"/>
              <a:t>Check the current kernel </a:t>
            </a:r>
          </a:p>
          <a:p>
            <a:pPr lvl="1"/>
            <a:r>
              <a:rPr lang="en-US" dirty="0"/>
              <a:t>Click the current global kernel to select a new one</a:t>
            </a:r>
          </a:p>
          <a:p>
            <a:pPr lvl="1"/>
            <a:r>
              <a:rPr lang="en-US" dirty="0"/>
              <a:t>Select your </a:t>
            </a:r>
            <a:r>
              <a:rPr lang="en-US" dirty="0" err="1"/>
              <a:t>venv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(Also install the </a:t>
            </a:r>
            <a:r>
              <a:rPr lang="en-US" dirty="0" err="1"/>
              <a:t>ipykernel</a:t>
            </a:r>
            <a:r>
              <a:rPr lang="en-US" dirty="0"/>
              <a:t> package</a:t>
            </a:r>
            <a:br>
              <a:rPr lang="en-US" dirty="0"/>
            </a:br>
            <a:r>
              <a:rPr lang="en-US" dirty="0"/>
              <a:t>when asked to do so)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C9579-2F2C-EB9D-9DBA-43FB3D85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A6945-8353-1369-22C4-3E1DB957E5EC}"/>
              </a:ext>
            </a:extLst>
          </p:cNvPr>
          <p:cNvSpPr/>
          <p:nvPr/>
        </p:nvSpPr>
        <p:spPr>
          <a:xfrm>
            <a:off x="10423432" y="2824549"/>
            <a:ext cx="1185863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E9F651-08B8-AE80-F94A-BA73E4148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49" y="5597414"/>
            <a:ext cx="2935657" cy="865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63D709-FDD8-9683-BAED-12394B71A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229" y="3738308"/>
            <a:ext cx="5417806" cy="11399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3DE9AF-4239-D4D5-895C-8E933E75C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51" y="5496868"/>
            <a:ext cx="6123444" cy="8655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BC268BD-C418-A8D8-1259-148683614F8B}"/>
              </a:ext>
            </a:extLst>
          </p:cNvPr>
          <p:cNvSpPr/>
          <p:nvPr/>
        </p:nvSpPr>
        <p:spPr>
          <a:xfrm>
            <a:off x="10227188" y="5980237"/>
            <a:ext cx="1382107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5C7ECD-0DB4-25C6-B419-7FD66C312917}"/>
              </a:ext>
            </a:extLst>
          </p:cNvPr>
          <p:cNvCxnSpPr>
            <a:stCxn id="7" idx="2"/>
          </p:cNvCxnSpPr>
          <p:nvPr/>
        </p:nvCxnSpPr>
        <p:spPr>
          <a:xfrm>
            <a:off x="11016364" y="3209386"/>
            <a:ext cx="4562" cy="2770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620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1196-2B1B-4DD9-E533-01CAFF0B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CE7E-B052-CC89-3C25-DD9F8A7BA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time, you open a new notebook it will ask you which kernel to use</a:t>
            </a:r>
          </a:p>
          <a:p>
            <a:r>
              <a:rPr lang="en-US" dirty="0"/>
              <a:t>Always select the </a:t>
            </a:r>
            <a:r>
              <a:rPr lang="en-US" dirty="0" err="1"/>
              <a:t>venv</a:t>
            </a:r>
            <a:r>
              <a:rPr lang="en-US" dirty="0"/>
              <a:t> you just made, never the default Python installation</a:t>
            </a:r>
          </a:p>
          <a:p>
            <a:endParaRPr lang="en-US" dirty="0"/>
          </a:p>
          <a:p>
            <a:r>
              <a:rPr lang="en-US" dirty="0"/>
              <a:t>Nice to know: want a </a:t>
            </a:r>
            <a:r>
              <a:rPr lang="en-US" dirty="0" err="1"/>
              <a:t>venv</a:t>
            </a:r>
            <a:r>
              <a:rPr lang="en-US" dirty="0"/>
              <a:t> in an older version of Python?</a:t>
            </a:r>
          </a:p>
          <a:p>
            <a:pPr lvl="1"/>
            <a:r>
              <a:rPr lang="en-US" dirty="0"/>
              <a:t>Install the older version of Python, but don’t let it register in the path</a:t>
            </a:r>
          </a:p>
          <a:p>
            <a:pPr lvl="1"/>
            <a:r>
              <a:rPr lang="en-US" dirty="0"/>
              <a:t>Create the new </a:t>
            </a:r>
            <a:r>
              <a:rPr lang="en-US" dirty="0" err="1"/>
              <a:t>venv</a:t>
            </a:r>
            <a:r>
              <a:rPr lang="en-US" dirty="0"/>
              <a:t> using the full path to the new (old version of) Python</a:t>
            </a:r>
          </a:p>
          <a:p>
            <a:pPr lvl="1"/>
            <a:r>
              <a:rPr lang="en-US" dirty="0"/>
              <a:t>That </a:t>
            </a:r>
            <a:r>
              <a:rPr lang="en-US" dirty="0" err="1"/>
              <a:t>venv</a:t>
            </a:r>
            <a:r>
              <a:rPr lang="en-US" dirty="0"/>
              <a:t> will from now on always use the old Python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11CE-2939-5E44-6433-B537F44B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0852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6975-1D95-E88C-9072-EEE9FD0C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a </a:t>
            </a:r>
            <a:r>
              <a:rPr lang="en-US" dirty="0" err="1"/>
              <a:t>venv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17C3-4396-3028-9AE6-707EC5DB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using quite a lot of libraries in this course</a:t>
            </a:r>
          </a:p>
          <a:p>
            <a:r>
              <a:rPr lang="en-US" dirty="0"/>
              <a:t>You can install new libraries using “pip install …”</a:t>
            </a:r>
          </a:p>
          <a:p>
            <a:r>
              <a:rPr lang="en-US" dirty="0"/>
              <a:t>And you can run this in a code cell by saying “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pip install …”</a:t>
            </a:r>
          </a:p>
          <a:p>
            <a:r>
              <a:rPr lang="en-US" dirty="0"/>
              <a:t>And you can freeze an environment by using “pip freeze”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information in the notebook called “1 - Working with a </a:t>
            </a:r>
            <a:r>
              <a:rPr lang="en-US" dirty="0" err="1"/>
              <a:t>venv.ipynb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A5833-25CD-4D92-446A-4CA8AE84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1472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C2D1-C78D-8EEB-A6B1-E7CE222A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Venv</a:t>
            </a:r>
            <a:r>
              <a:rPr lang="en-US" dirty="0"/>
              <a:t> in GitHub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F828-38D3-3D20-6587-486E26FB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suppose you are working with a </a:t>
            </a:r>
            <a:r>
              <a:rPr lang="en-US" dirty="0" err="1"/>
              <a:t>venv</a:t>
            </a:r>
            <a:r>
              <a:rPr lang="en-US" dirty="0"/>
              <a:t> in a folder that is synced with GitHub, do you want to upload your </a:t>
            </a:r>
            <a:r>
              <a:rPr lang="en-US" dirty="0" err="1"/>
              <a:t>venv</a:t>
            </a:r>
            <a:r>
              <a:rPr lang="en-US" dirty="0"/>
              <a:t> to GitHub?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</a:rPr>
              <a:t>No.</a:t>
            </a:r>
          </a:p>
          <a:p>
            <a:endParaRPr lang="en-US" dirty="0"/>
          </a:p>
          <a:p>
            <a:r>
              <a:rPr lang="en-US" dirty="0"/>
              <a:t>You do want to run a pip freeze every now and then and upload the requirements file</a:t>
            </a:r>
          </a:p>
          <a:p>
            <a:r>
              <a:rPr lang="en-US" dirty="0"/>
              <a:t>To prevent uploading the </a:t>
            </a:r>
            <a:r>
              <a:rPr lang="en-US" dirty="0" err="1"/>
              <a:t>venv</a:t>
            </a:r>
            <a:r>
              <a:rPr lang="en-US" dirty="0"/>
              <a:t> to GitHub: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2154F-879D-2B30-EDA9-F3B18E30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81C76-6A5A-6E7F-1438-43F1302F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30" y="4942868"/>
            <a:ext cx="2512078" cy="155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A3EA-8BCD-2AFB-2759-9D4F7723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F166-635B-230A-C803-76A551F2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>
                <a:hlinkClick r:id="rId2"/>
              </a:rPr>
              <a:t>https://code.visualstudio.com/docs/datascience/jupyter-notebooks</a:t>
            </a:r>
            <a:endParaRPr lang="nl-BE" dirty="0"/>
          </a:p>
          <a:p>
            <a:endParaRPr lang="nl-BE" dirty="0"/>
          </a:p>
          <a:p>
            <a:r>
              <a:rPr lang="nl-BE" dirty="0"/>
              <a:t>Read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above</a:t>
            </a:r>
            <a:r>
              <a:rPr lang="nl-BE" dirty="0"/>
              <a:t> </a:t>
            </a:r>
            <a:r>
              <a:rPr lang="nl-BE" dirty="0" err="1"/>
              <a:t>article</a:t>
            </a:r>
            <a:r>
              <a:rPr lang="nl-BE" dirty="0"/>
              <a:t>. It </a:t>
            </a:r>
            <a:r>
              <a:rPr lang="nl-BE" dirty="0" err="1"/>
              <a:t>will</a:t>
            </a:r>
            <a:r>
              <a:rPr lang="nl-BE" dirty="0"/>
              <a:t> speed up </a:t>
            </a:r>
            <a:r>
              <a:rPr lang="nl-BE" dirty="0" err="1"/>
              <a:t>your</a:t>
            </a:r>
            <a:r>
              <a:rPr lang="nl-BE" dirty="0"/>
              <a:t> development </a:t>
            </a:r>
            <a:r>
              <a:rPr lang="nl-BE" dirty="0" err="1"/>
              <a:t>enormously</a:t>
            </a:r>
            <a:r>
              <a:rPr lang="nl-BE" dirty="0"/>
              <a:t>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35EA-CF8F-8C7D-020A-4F03273E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264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6910-1B85-2EA6-5069-96F913D1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Multiline cursor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FC97-D836-8D56-01EC-C04245E2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169185"/>
          </a:xfrm>
        </p:spPr>
        <p:txBody>
          <a:bodyPr>
            <a:normAutofit/>
          </a:bodyPr>
          <a:lstStyle/>
          <a:p>
            <a:r>
              <a:rPr lang="en-US" dirty="0"/>
              <a:t>Ever needed to do the same thing on multiple lines?</a:t>
            </a:r>
          </a:p>
          <a:p>
            <a:r>
              <a:rPr lang="en-GB" dirty="0"/>
              <a:t>Multi-Line Editing</a:t>
            </a:r>
          </a:p>
          <a:p>
            <a:pPr lvl="1"/>
            <a:r>
              <a:rPr lang="en-GB" dirty="0"/>
              <a:t>Windows: Ctrl + Alt + Arrow Keys</a:t>
            </a:r>
          </a:p>
          <a:p>
            <a:pPr lvl="1"/>
            <a:r>
              <a:rPr lang="en-GB" sz="1800" dirty="0"/>
              <a:t>Linux: Shift + Alt + Arrow Keys</a:t>
            </a:r>
          </a:p>
          <a:p>
            <a:pPr lvl="1"/>
            <a:r>
              <a:rPr lang="en-GB" sz="1800" dirty="0"/>
              <a:t>Mac: </a:t>
            </a:r>
            <a:r>
              <a:rPr lang="en-GB" sz="1800" dirty="0" err="1"/>
              <a:t>Opt</a:t>
            </a:r>
            <a:r>
              <a:rPr lang="en-GB" sz="1800" dirty="0"/>
              <a:t> + </a:t>
            </a:r>
            <a:r>
              <a:rPr lang="en-GB" sz="1800" dirty="0" err="1"/>
              <a:t>Cmd</a:t>
            </a:r>
            <a:r>
              <a:rPr lang="en-GB" sz="1800" dirty="0"/>
              <a:t> + Arrow Keys</a:t>
            </a:r>
            <a:endParaRPr lang="nl-BE" sz="1800" dirty="0">
              <a:hlinkClick r:id="rId2"/>
            </a:endParaRPr>
          </a:p>
          <a:p>
            <a:r>
              <a:rPr lang="nl-BE" dirty="0">
                <a:hlinkClick r:id="rId2"/>
              </a:rPr>
              <a:t>Multi-cursor editing!</a:t>
            </a:r>
            <a:endParaRPr lang="nl-BE" dirty="0"/>
          </a:p>
          <a:p>
            <a:pPr lvl="1"/>
            <a:r>
              <a:rPr lang="en-US" dirty="0"/>
              <a:t>press the Alt key (or Option key on a Mac) and use the mouse to place cursors</a:t>
            </a:r>
            <a:endParaRPr lang="nl-BE" dirty="0"/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6616-E716-5CF5-B0FE-06F343FF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0B2F7AB5-AD89-69DA-3480-0FF59D35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750" y="4902200"/>
            <a:ext cx="44672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39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688E-4C90-6F92-22BD-A725454F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in your browser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3A92-9F21-B956-2B8A-55B1E34B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941981"/>
          </a:xfrm>
        </p:spPr>
        <p:txBody>
          <a:bodyPr>
            <a:normAutofit/>
          </a:bodyPr>
          <a:lstStyle/>
          <a:p>
            <a:r>
              <a:rPr lang="en-US" dirty="0"/>
              <a:t>Tired of looking at the same </a:t>
            </a:r>
            <a:r>
              <a:rPr lang="en-US" dirty="0" err="1"/>
              <a:t>VSCode</a:t>
            </a:r>
            <a:r>
              <a:rPr lang="en-US" dirty="0"/>
              <a:t> interface? Try </a:t>
            </a:r>
            <a:r>
              <a:rPr lang="en-US" dirty="0" err="1"/>
              <a:t>Jupyter</a:t>
            </a:r>
            <a:r>
              <a:rPr lang="en-US" dirty="0"/>
              <a:t> in your browser!</a:t>
            </a:r>
          </a:p>
          <a:p>
            <a:r>
              <a:rPr lang="en-US" dirty="0"/>
              <a:t>In terminal:</a:t>
            </a:r>
          </a:p>
          <a:p>
            <a:pPr lvl="1"/>
            <a:r>
              <a:rPr lang="en-US" dirty="0"/>
              <a:t>‘pip install </a:t>
            </a:r>
            <a:r>
              <a:rPr lang="en-US" dirty="0" err="1"/>
              <a:t>jupyter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jupyter</a:t>
            </a:r>
            <a:r>
              <a:rPr lang="en-US" dirty="0"/>
              <a:t> notebook’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3CE10-E937-7EF2-B9BA-B48AA68C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2BD17-B1F4-D1B6-4556-B6A2F81BE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078" y="2068454"/>
            <a:ext cx="6485556" cy="17761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4FAF3B-9A45-669A-D305-2C4AAB853BF3}"/>
              </a:ext>
            </a:extLst>
          </p:cNvPr>
          <p:cNvCxnSpPr/>
          <p:nvPr/>
        </p:nvCxnSpPr>
        <p:spPr>
          <a:xfrm>
            <a:off x="5968253" y="3597442"/>
            <a:ext cx="54544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7D9DB4E-6D00-87CE-569E-C6C34B55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61" y="3958966"/>
            <a:ext cx="3126524" cy="28990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1C37C5-6CC3-6A96-FFFF-2117B6E5E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078" y="3977433"/>
            <a:ext cx="4074125" cy="288056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22B741-9217-2784-2B2C-E4720249691B}"/>
              </a:ext>
            </a:extLst>
          </p:cNvPr>
          <p:cNvCxnSpPr>
            <a:cxnSpLocks/>
          </p:cNvCxnSpPr>
          <p:nvPr/>
        </p:nvCxnSpPr>
        <p:spPr>
          <a:xfrm>
            <a:off x="2290600" y="4134853"/>
            <a:ext cx="14993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5B7E38-B42F-B3C6-1EF8-C45C30992F8E}"/>
              </a:ext>
            </a:extLst>
          </p:cNvPr>
          <p:cNvCxnSpPr/>
          <p:nvPr/>
        </p:nvCxnSpPr>
        <p:spPr>
          <a:xfrm flipV="1">
            <a:off x="3789947" y="3597442"/>
            <a:ext cx="2178306" cy="537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673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F30F-7CC9-8E97-386C-3AC3415F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 and Windsurf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455A-EF76-47AF-8867-2B00D8D1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Copilot and Windsurf (formerly </a:t>
            </a:r>
            <a:r>
              <a:rPr lang="en-US" dirty="0" err="1"/>
              <a:t>Codeium</a:t>
            </a:r>
            <a:r>
              <a:rPr lang="en-US" dirty="0"/>
              <a:t>) are two </a:t>
            </a:r>
            <a:r>
              <a:rPr lang="en-US" dirty="0" err="1"/>
              <a:t>VSCode</a:t>
            </a:r>
            <a:r>
              <a:rPr lang="en-US" dirty="0"/>
              <a:t>-AI plugins that will help you write code</a:t>
            </a:r>
          </a:p>
          <a:p>
            <a:r>
              <a:rPr lang="en-US" dirty="0"/>
              <a:t>Basically, when you write a comment, they look it up for you in Google and paste the code they found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are allowed to use plugins when doing exercises, working out your project and taking your exam. Assessment is mainly based on comprehension and not just on correct coding syntax.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88E9E-37D8-1F30-A475-08D4F0F0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  <p:pic>
        <p:nvPicPr>
          <p:cNvPr id="8" name="Picture 7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7E4E9DEB-0E2A-D168-627A-78603ABE0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41" y="3142433"/>
            <a:ext cx="2968474" cy="16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97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ECE2-37ED-2109-F3A2-E57867B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5E9F-7955-3AD2-0E2E-AA45C196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an IDE is always the first step when starting a new programming language</a:t>
            </a:r>
          </a:p>
          <a:p>
            <a:pPr lvl="1"/>
            <a:r>
              <a:rPr lang="en-US" dirty="0"/>
              <a:t>It takes some time, but is worth doing properly</a:t>
            </a:r>
          </a:p>
          <a:p>
            <a:r>
              <a:rPr lang="en-US" dirty="0"/>
              <a:t>You may want to start out using a simple editor when trying a new language, but a good IDE will always help you work better in the long run</a:t>
            </a:r>
          </a:p>
          <a:p>
            <a:r>
              <a:rPr lang="en-US" dirty="0"/>
              <a:t>After going through these slides, you’ll have a working setup</a:t>
            </a:r>
          </a:p>
          <a:p>
            <a:r>
              <a:rPr lang="en-US"/>
              <a:t>Make folders </a:t>
            </a:r>
            <a:r>
              <a:rPr lang="en-US" dirty="0"/>
              <a:t>per chapter to keep it clean</a:t>
            </a:r>
          </a:p>
          <a:p>
            <a:pPr lvl="1"/>
            <a:r>
              <a:rPr lang="en-US" dirty="0"/>
              <a:t>You’ll be grateful for this during the exam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70F-70E1-2374-DD1A-B2CF2E9C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392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2495</Words>
  <Application>Microsoft Office PowerPoint</Application>
  <PresentationFormat>Widescreen</PresentationFormat>
  <Paragraphs>324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-apple-system</vt:lpstr>
      <vt:lpstr>Arial</vt:lpstr>
      <vt:lpstr>Calibri</vt:lpstr>
      <vt:lpstr>Cambria</vt:lpstr>
      <vt:lpstr>Wingdings</vt:lpstr>
      <vt:lpstr>Kantoorthema</vt:lpstr>
      <vt:lpstr>Chapter 1.2 – Setting up your working environment </vt:lpstr>
      <vt:lpstr>What will we be working with?</vt:lpstr>
      <vt:lpstr>Python</vt:lpstr>
      <vt:lpstr>Windows, Linux or MacOS?</vt:lpstr>
      <vt:lpstr>Installing Python</vt:lpstr>
      <vt:lpstr>Installing Python</vt:lpstr>
      <vt:lpstr>Installing Python</vt:lpstr>
      <vt:lpstr>Installing Python</vt:lpstr>
      <vt:lpstr>Visual Studio Code</vt:lpstr>
      <vt:lpstr>Installing Visual Studio Code</vt:lpstr>
      <vt:lpstr>First time usage</vt:lpstr>
      <vt:lpstr>Creating your first Python script</vt:lpstr>
      <vt:lpstr>Creating your first Python script</vt:lpstr>
      <vt:lpstr>Creating your first Python script</vt:lpstr>
      <vt:lpstr>Creating your first Markdown file</vt:lpstr>
      <vt:lpstr>Using markdown files</vt:lpstr>
      <vt:lpstr>Creating your first Jupyter notebook</vt:lpstr>
      <vt:lpstr>Creating your first Jupyter notebook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Libraries</vt:lpstr>
      <vt:lpstr>Libraries</vt:lpstr>
      <vt:lpstr>Virtual environment VSCode  What?!?</vt:lpstr>
      <vt:lpstr>Virtual environment VSCode  How?!?</vt:lpstr>
      <vt:lpstr>Setting up a virtual environment</vt:lpstr>
      <vt:lpstr>Virtual environments</vt:lpstr>
      <vt:lpstr>Venv in Jupyter notebooks</vt:lpstr>
      <vt:lpstr>Venv in Jupyter notebooks</vt:lpstr>
      <vt:lpstr>Filling a venv</vt:lpstr>
      <vt:lpstr>Venv in GitHub</vt:lpstr>
      <vt:lpstr>Debugging</vt:lpstr>
      <vt:lpstr>Multiline cursor</vt:lpstr>
      <vt:lpstr>Jupyter in your browser</vt:lpstr>
      <vt:lpstr>Copilot and Windsurf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19</cp:revision>
  <dcterms:created xsi:type="dcterms:W3CDTF">2018-02-21T07:41:18Z</dcterms:created>
  <dcterms:modified xsi:type="dcterms:W3CDTF">2025-09-01T12:14:49Z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