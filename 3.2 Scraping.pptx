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302" r:id="rId3"/>
    <p:sldId id="307" r:id="rId4"/>
    <p:sldId id="301" r:id="rId5"/>
    <p:sldId id="310" r:id="rId6"/>
    <p:sldId id="308" r:id="rId7"/>
    <p:sldId id="311" r:id="rId8"/>
    <p:sldId id="312" r:id="rId9"/>
    <p:sldId id="313" r:id="rId10"/>
    <p:sldId id="314" r:id="rId11"/>
    <p:sldId id="316" r:id="rId12"/>
    <p:sldId id="315" r:id="rId13"/>
    <p:sldId id="317" r:id="rId14"/>
    <p:sldId id="318" r:id="rId15"/>
  </p:sldIdLst>
  <p:sldSz cx="12192000" cy="6858000"/>
  <p:notesSz cx="6858000" cy="9144000"/>
  <p:custDataLst>
    <p:tags r:id="rId18"/>
  </p:custDataLst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0FD6E7B6-E204-41D1-AA4E-B4C847D98520}">
          <p14:sldIdLst>
            <p14:sldId id="256"/>
            <p14:sldId id="302"/>
            <p14:sldId id="307"/>
            <p14:sldId id="301"/>
            <p14:sldId id="310"/>
            <p14:sldId id="308"/>
            <p14:sldId id="311"/>
            <p14:sldId id="312"/>
            <p14:sldId id="313"/>
            <p14:sldId id="314"/>
            <p14:sldId id="316"/>
            <p14:sldId id="315"/>
            <p14:sldId id="317"/>
            <p14:sldId id="31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584B6"/>
    <a:srgbClr val="446785"/>
    <a:srgbClr val="FFDE57"/>
    <a:srgbClr val="646464"/>
    <a:srgbClr val="CC00FF"/>
    <a:srgbClr val="D5AD42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Stijl, gemiddeld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Stijl, gemiddeld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Stijl, licht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Stijl, licht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72" y="3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len Torfs" userId="c6aa1e10-4a12-4511-8c7c-135720d4f277" providerId="ADAL" clId="{2339D1C9-0ED9-4328-A361-97E985ED5649}"/>
    <pc:docChg chg="undo custSel addSld delSld modSld modSection">
      <pc:chgData name="Ellen Torfs" userId="c6aa1e10-4a12-4511-8c7c-135720d4f277" providerId="ADAL" clId="{2339D1C9-0ED9-4328-A361-97E985ED5649}" dt="2023-10-23T16:48:34.639" v="2565" actId="20577"/>
      <pc:docMkLst>
        <pc:docMk/>
      </pc:docMkLst>
      <pc:sldChg chg="modSp mod">
        <pc:chgData name="Ellen Torfs" userId="c6aa1e10-4a12-4511-8c7c-135720d4f277" providerId="ADAL" clId="{2339D1C9-0ED9-4328-A361-97E985ED5649}" dt="2023-10-23T12:27:03.260" v="2397" actId="13926"/>
        <pc:sldMkLst>
          <pc:docMk/>
          <pc:sldMk cId="3345840171" sldId="290"/>
        </pc:sldMkLst>
      </pc:sldChg>
      <pc:sldChg chg="modSp mod">
        <pc:chgData name="Ellen Torfs" userId="c6aa1e10-4a12-4511-8c7c-135720d4f277" providerId="ADAL" clId="{2339D1C9-0ED9-4328-A361-97E985ED5649}" dt="2023-10-23T16:48:12.611" v="2548" actId="20577"/>
        <pc:sldMkLst>
          <pc:docMk/>
          <pc:sldMk cId="161991169" sldId="300"/>
        </pc:sldMkLst>
      </pc:sldChg>
      <pc:sldChg chg="addSp delSp modSp mod">
        <pc:chgData name="Ellen Torfs" userId="c6aa1e10-4a12-4511-8c7c-135720d4f277" providerId="ADAL" clId="{2339D1C9-0ED9-4328-A361-97E985ED5649}" dt="2023-10-23T09:02:50.073" v="1046" actId="1035"/>
        <pc:sldMkLst>
          <pc:docMk/>
          <pc:sldMk cId="1751045476" sldId="301"/>
        </pc:sldMkLst>
      </pc:sldChg>
      <pc:sldChg chg="modSp mod">
        <pc:chgData name="Ellen Torfs" userId="c6aa1e10-4a12-4511-8c7c-135720d4f277" providerId="ADAL" clId="{2339D1C9-0ED9-4328-A361-97E985ED5649}" dt="2023-10-23T08:35:15.528" v="651" actId="20577"/>
        <pc:sldMkLst>
          <pc:docMk/>
          <pc:sldMk cId="4266504895" sldId="302"/>
        </pc:sldMkLst>
      </pc:sldChg>
      <pc:sldChg chg="del">
        <pc:chgData name="Ellen Torfs" userId="c6aa1e10-4a12-4511-8c7c-135720d4f277" providerId="ADAL" clId="{2339D1C9-0ED9-4328-A361-97E985ED5649}" dt="2023-10-23T09:41:08.838" v="1549" actId="47"/>
        <pc:sldMkLst>
          <pc:docMk/>
          <pc:sldMk cId="721089353" sldId="303"/>
        </pc:sldMkLst>
      </pc:sldChg>
      <pc:sldChg chg="modSp mod">
        <pc:chgData name="Ellen Torfs" userId="c6aa1e10-4a12-4511-8c7c-135720d4f277" providerId="ADAL" clId="{2339D1C9-0ED9-4328-A361-97E985ED5649}" dt="2023-10-23T12:26:50.767" v="2396" actId="13926"/>
        <pc:sldMkLst>
          <pc:docMk/>
          <pc:sldMk cId="1681092894" sldId="304"/>
        </pc:sldMkLst>
      </pc:sldChg>
      <pc:sldChg chg="del">
        <pc:chgData name="Ellen Torfs" userId="c6aa1e10-4a12-4511-8c7c-135720d4f277" providerId="ADAL" clId="{2339D1C9-0ED9-4328-A361-97E985ED5649}" dt="2023-10-23T12:38:16.204" v="2414" actId="47"/>
        <pc:sldMkLst>
          <pc:docMk/>
          <pc:sldMk cId="3095086064" sldId="305"/>
        </pc:sldMkLst>
      </pc:sldChg>
      <pc:sldChg chg="modSp add mod">
        <pc:chgData name="Ellen Torfs" userId="c6aa1e10-4a12-4511-8c7c-135720d4f277" providerId="ADAL" clId="{2339D1C9-0ED9-4328-A361-97E985ED5649}" dt="2023-10-23T08:20:07.429" v="14" actId="20577"/>
        <pc:sldMkLst>
          <pc:docMk/>
          <pc:sldMk cId="3152460498" sldId="306"/>
        </pc:sldMkLst>
      </pc:sldChg>
      <pc:sldChg chg="modSp new mod">
        <pc:chgData name="Ellen Torfs" userId="c6aa1e10-4a12-4511-8c7c-135720d4f277" providerId="ADAL" clId="{2339D1C9-0ED9-4328-A361-97E985ED5649}" dt="2023-10-23T08:34:58.346" v="648" actId="20577"/>
        <pc:sldMkLst>
          <pc:docMk/>
          <pc:sldMk cId="1862151431" sldId="307"/>
        </pc:sldMkLst>
      </pc:sldChg>
      <pc:sldChg chg="addSp delSp modSp new mod">
        <pc:chgData name="Ellen Torfs" userId="c6aa1e10-4a12-4511-8c7c-135720d4f277" providerId="ADAL" clId="{2339D1C9-0ED9-4328-A361-97E985ED5649}" dt="2023-10-23T09:14:44.506" v="1233" actId="1076"/>
        <pc:sldMkLst>
          <pc:docMk/>
          <pc:sldMk cId="3792113471" sldId="308"/>
        </pc:sldMkLst>
      </pc:sldChg>
      <pc:sldChg chg="addSp delSp modSp add del mod modClrScheme chgLayout">
        <pc:chgData name="Ellen Torfs" userId="c6aa1e10-4a12-4511-8c7c-135720d4f277" providerId="ADAL" clId="{2339D1C9-0ED9-4328-A361-97E985ED5649}" dt="2023-10-23T09:05:42.174" v="1098" actId="47"/>
        <pc:sldMkLst>
          <pc:docMk/>
          <pc:sldMk cId="1643042445" sldId="309"/>
        </pc:sldMkLst>
      </pc:sldChg>
      <pc:sldChg chg="addSp delSp modSp new mod">
        <pc:chgData name="Ellen Torfs" userId="c6aa1e10-4a12-4511-8c7c-135720d4f277" providerId="ADAL" clId="{2339D1C9-0ED9-4328-A361-97E985ED5649}" dt="2023-10-23T09:11:05.130" v="1223" actId="1076"/>
        <pc:sldMkLst>
          <pc:docMk/>
          <pc:sldMk cId="3848145219" sldId="310"/>
        </pc:sldMkLst>
      </pc:sldChg>
      <pc:sldChg chg="addSp delSp modSp add mod">
        <pc:chgData name="Ellen Torfs" userId="c6aa1e10-4a12-4511-8c7c-135720d4f277" providerId="ADAL" clId="{2339D1C9-0ED9-4328-A361-97E985ED5649}" dt="2023-10-23T10:23:40.017" v="1963" actId="1076"/>
        <pc:sldMkLst>
          <pc:docMk/>
          <pc:sldMk cId="3379041861" sldId="311"/>
        </pc:sldMkLst>
      </pc:sldChg>
      <pc:sldChg chg="addSp delSp modSp add mod">
        <pc:chgData name="Ellen Torfs" userId="c6aa1e10-4a12-4511-8c7c-135720d4f277" providerId="ADAL" clId="{2339D1C9-0ED9-4328-A361-97E985ED5649}" dt="2023-10-23T11:14:14.451" v="2260" actId="20577"/>
        <pc:sldMkLst>
          <pc:docMk/>
          <pc:sldMk cId="2826001044" sldId="312"/>
        </pc:sldMkLst>
      </pc:sldChg>
      <pc:sldChg chg="addSp delSp modSp add mod">
        <pc:chgData name="Ellen Torfs" userId="c6aa1e10-4a12-4511-8c7c-135720d4f277" providerId="ADAL" clId="{2339D1C9-0ED9-4328-A361-97E985ED5649}" dt="2023-10-23T11:17:36.913" v="2272" actId="14100"/>
        <pc:sldMkLst>
          <pc:docMk/>
          <pc:sldMk cId="2073681666" sldId="313"/>
        </pc:sldMkLst>
      </pc:sldChg>
      <pc:sldChg chg="addSp delSp modSp add mod">
        <pc:chgData name="Ellen Torfs" userId="c6aa1e10-4a12-4511-8c7c-135720d4f277" providerId="ADAL" clId="{2339D1C9-0ED9-4328-A361-97E985ED5649}" dt="2023-10-23T11:18:25.960" v="2297" actId="6549"/>
        <pc:sldMkLst>
          <pc:docMk/>
          <pc:sldMk cId="271763312" sldId="314"/>
        </pc:sldMkLst>
      </pc:sldChg>
      <pc:sldChg chg="addSp modSp new mod">
        <pc:chgData name="Ellen Torfs" userId="c6aa1e10-4a12-4511-8c7c-135720d4f277" providerId="ADAL" clId="{2339D1C9-0ED9-4328-A361-97E985ED5649}" dt="2023-10-23T11:11:51.818" v="2186" actId="113"/>
        <pc:sldMkLst>
          <pc:docMk/>
          <pc:sldMk cId="194391660" sldId="315"/>
        </pc:sldMkLst>
      </pc:sldChg>
      <pc:sldChg chg="addSp modSp add mod">
        <pc:chgData name="Ellen Torfs" userId="c6aa1e10-4a12-4511-8c7c-135720d4f277" providerId="ADAL" clId="{2339D1C9-0ED9-4328-A361-97E985ED5649}" dt="2023-10-23T11:11:58.867" v="2187" actId="113"/>
        <pc:sldMkLst>
          <pc:docMk/>
          <pc:sldMk cId="1184211273" sldId="316"/>
        </pc:sldMkLst>
      </pc:sldChg>
      <pc:sldChg chg="addSp modSp new mod">
        <pc:chgData name="Ellen Torfs" userId="c6aa1e10-4a12-4511-8c7c-135720d4f277" providerId="ADAL" clId="{2339D1C9-0ED9-4328-A361-97E985ED5649}" dt="2023-10-23T16:48:34.639" v="2565" actId="20577"/>
        <pc:sldMkLst>
          <pc:docMk/>
          <pc:sldMk cId="727164595" sldId="317"/>
        </pc:sldMkLst>
      </pc:sldChg>
      <pc:sldChg chg="modSp new del mod">
        <pc:chgData name="Ellen Torfs" userId="c6aa1e10-4a12-4511-8c7c-135720d4f277" providerId="ADAL" clId="{2339D1C9-0ED9-4328-A361-97E985ED5649}" dt="2023-10-23T12:25:55.213" v="2394" actId="47"/>
        <pc:sldMkLst>
          <pc:docMk/>
          <pc:sldMk cId="2742776707" sldId="318"/>
        </pc:sldMkLst>
      </pc:sldChg>
    </pc:docChg>
  </pc:docChgLst>
  <pc:docChgLst>
    <pc:chgData name="Ellen Torfs" userId="c6aa1e10-4a12-4511-8c7c-135720d4f277" providerId="ADAL" clId="{214A502F-9E29-43F9-9CAB-F5A2DFA76F4E}"/>
    <pc:docChg chg="undo custSel addSld delSld modSld modMainMaster">
      <pc:chgData name="Ellen Torfs" userId="c6aa1e10-4a12-4511-8c7c-135720d4f277" providerId="ADAL" clId="{214A502F-9E29-43F9-9CAB-F5A2DFA76F4E}" dt="2022-01-19T09:08:31.393" v="405" actId="20577"/>
      <pc:docMkLst>
        <pc:docMk/>
      </pc:docMkLst>
      <pc:sldChg chg="del">
        <pc:chgData name="Ellen Torfs" userId="c6aa1e10-4a12-4511-8c7c-135720d4f277" providerId="ADAL" clId="{214A502F-9E29-43F9-9CAB-F5A2DFA76F4E}" dt="2022-01-19T09:03:50.394" v="323" actId="47"/>
        <pc:sldMkLst>
          <pc:docMk/>
          <pc:sldMk cId="1055868665" sldId="257"/>
        </pc:sldMkLst>
      </pc:sldChg>
      <pc:sldChg chg="modSp mod">
        <pc:chgData name="Ellen Torfs" userId="c6aa1e10-4a12-4511-8c7c-135720d4f277" providerId="ADAL" clId="{214A502F-9E29-43F9-9CAB-F5A2DFA76F4E}" dt="2022-01-19T09:04:52.510" v="333" actId="13926"/>
        <pc:sldMkLst>
          <pc:docMk/>
          <pc:sldMk cId="620147385" sldId="258"/>
        </pc:sldMkLst>
      </pc:sldChg>
      <pc:sldChg chg="modSp mod">
        <pc:chgData name="Ellen Torfs" userId="c6aa1e10-4a12-4511-8c7c-135720d4f277" providerId="ADAL" clId="{214A502F-9E29-43F9-9CAB-F5A2DFA76F4E}" dt="2022-01-19T09:05:56.409" v="352" actId="13926"/>
        <pc:sldMkLst>
          <pc:docMk/>
          <pc:sldMk cId="2006118848" sldId="262"/>
        </pc:sldMkLst>
      </pc:sldChg>
      <pc:sldChg chg="modSp mod">
        <pc:chgData name="Ellen Torfs" userId="c6aa1e10-4a12-4511-8c7c-135720d4f277" providerId="ADAL" clId="{214A502F-9E29-43F9-9CAB-F5A2DFA76F4E}" dt="2022-01-19T09:08:31.393" v="405" actId="20577"/>
        <pc:sldMkLst>
          <pc:docMk/>
          <pc:sldMk cId="2513866126" sldId="267"/>
        </pc:sldMkLst>
      </pc:sldChg>
      <pc:sldChg chg="modSp mod">
        <pc:chgData name="Ellen Torfs" userId="c6aa1e10-4a12-4511-8c7c-135720d4f277" providerId="ADAL" clId="{214A502F-9E29-43F9-9CAB-F5A2DFA76F4E}" dt="2022-01-19T09:06:52.032" v="357" actId="20577"/>
        <pc:sldMkLst>
          <pc:docMk/>
          <pc:sldMk cId="2571285731" sldId="269"/>
        </pc:sldMkLst>
      </pc:sldChg>
      <pc:sldChg chg="del">
        <pc:chgData name="Ellen Torfs" userId="c6aa1e10-4a12-4511-8c7c-135720d4f277" providerId="ADAL" clId="{214A502F-9E29-43F9-9CAB-F5A2DFA76F4E}" dt="2022-01-19T09:06:11.686" v="353" actId="47"/>
        <pc:sldMkLst>
          <pc:docMk/>
          <pc:sldMk cId="981461507" sldId="270"/>
        </pc:sldMkLst>
      </pc:sldChg>
      <pc:sldChg chg="modSp new del mod">
        <pc:chgData name="Ellen Torfs" userId="c6aa1e10-4a12-4511-8c7c-135720d4f277" providerId="ADAL" clId="{214A502F-9E29-43F9-9CAB-F5A2DFA76F4E}" dt="2022-01-19T09:08:12.070" v="404" actId="47"/>
        <pc:sldMkLst>
          <pc:docMk/>
          <pc:sldMk cId="4175316598" sldId="272"/>
        </pc:sldMkLst>
      </pc:sldChg>
      <pc:sldMasterChg chg="modSldLayout">
        <pc:chgData name="Ellen Torfs" userId="c6aa1e10-4a12-4511-8c7c-135720d4f277" providerId="ADAL" clId="{214A502F-9E29-43F9-9CAB-F5A2DFA76F4E}" dt="2022-01-19T08:56:19.361" v="92" actId="1076"/>
        <pc:sldMasterMkLst>
          <pc:docMk/>
          <pc:sldMasterMk cId="898952359" sldId="2147483648"/>
        </pc:sldMasterMkLst>
        <pc:sldLayoutChg chg="addSp delSp modSp mod">
          <pc:chgData name="Ellen Torfs" userId="c6aa1e10-4a12-4511-8c7c-135720d4f277" providerId="ADAL" clId="{214A502F-9E29-43F9-9CAB-F5A2DFA76F4E}" dt="2022-01-19T08:56:19.361" v="92" actId="1076"/>
          <pc:sldLayoutMkLst>
            <pc:docMk/>
            <pc:sldMasterMk cId="898952359" sldId="2147483648"/>
            <pc:sldLayoutMk cId="2661203413" sldId="2147483649"/>
          </pc:sldLayoutMkLst>
        </pc:sldLayoutChg>
      </pc:sldMasterChg>
    </pc:docChg>
  </pc:docChgLst>
  <pc:docChgLst>
    <pc:chgData name="Jochen Mariën" userId="a4f8d9ed-3895-4365-b2d5-9432cb8a20d4" providerId="ADAL" clId="{50C97DE7-8A76-4BB6-A381-8A4358B2C2A6}"/>
    <pc:docChg chg="custSel addSld modSld modSection">
      <pc:chgData name="Jochen Mariën" userId="a4f8d9ed-3895-4365-b2d5-9432cb8a20d4" providerId="ADAL" clId="{50C97DE7-8A76-4BB6-A381-8A4358B2C2A6}" dt="2023-09-29T11:16:28.183" v="15" actId="478"/>
      <pc:docMkLst>
        <pc:docMk/>
      </pc:docMkLst>
      <pc:sldChg chg="addSp delSp modSp new mod">
        <pc:chgData name="Jochen Mariën" userId="a4f8d9ed-3895-4365-b2d5-9432cb8a20d4" providerId="ADAL" clId="{50C97DE7-8A76-4BB6-A381-8A4358B2C2A6}" dt="2023-09-29T11:16:28.183" v="15" actId="478"/>
        <pc:sldMkLst>
          <pc:docMk/>
          <pc:sldMk cId="3095086064" sldId="305"/>
        </pc:sldMkLst>
      </pc:sldChg>
    </pc:docChg>
  </pc:docChgLst>
  <pc:docChgLst>
    <pc:chgData name="Christel Maes" userId="7e61469a-7c21-464c-bace-a1bda262211a" providerId="ADAL" clId="{87FE1885-60B7-40AF-827E-9207F68EA3B2}"/>
    <pc:docChg chg="custSel delSld modSld">
      <pc:chgData name="Christel Maes" userId="7e61469a-7c21-464c-bace-a1bda262211a" providerId="ADAL" clId="{87FE1885-60B7-40AF-827E-9207F68EA3B2}" dt="2019-09-04T13:45:00.670" v="144" actId="6549"/>
      <pc:docMkLst>
        <pc:docMk/>
      </pc:docMkLst>
      <pc:sldChg chg="modSp">
        <pc:chgData name="Christel Maes" userId="7e61469a-7c21-464c-bace-a1bda262211a" providerId="ADAL" clId="{87FE1885-60B7-40AF-827E-9207F68EA3B2}" dt="2019-09-04T13:45:00.670" v="144" actId="6549"/>
        <pc:sldMkLst>
          <pc:docMk/>
          <pc:sldMk cId="1055868665" sldId="257"/>
        </pc:sldMkLst>
      </pc:sldChg>
      <pc:sldChg chg="modSp">
        <pc:chgData name="Christel Maes" userId="7e61469a-7c21-464c-bace-a1bda262211a" providerId="ADAL" clId="{87FE1885-60B7-40AF-827E-9207F68EA3B2}" dt="2019-09-04T13:43:24.762" v="105" actId="20577"/>
        <pc:sldMkLst>
          <pc:docMk/>
          <pc:sldMk cId="556707363" sldId="265"/>
        </pc:sldMkLst>
      </pc:sldChg>
      <pc:sldChg chg="del">
        <pc:chgData name="Christel Maes" userId="7e61469a-7c21-464c-bace-a1bda262211a" providerId="ADAL" clId="{87FE1885-60B7-40AF-827E-9207F68EA3B2}" dt="2019-09-04T13:43:35.120" v="106" actId="2696"/>
        <pc:sldMkLst>
          <pc:docMk/>
          <pc:sldMk cId="3728208910" sldId="266"/>
        </pc:sldMkLst>
      </pc:sldChg>
      <pc:sldChg chg="modSp">
        <pc:chgData name="Christel Maes" userId="7e61469a-7c21-464c-bace-a1bda262211a" providerId="ADAL" clId="{87FE1885-60B7-40AF-827E-9207F68EA3B2}" dt="2019-09-04T13:44:43.963" v="135" actId="20577"/>
        <pc:sldMkLst>
          <pc:docMk/>
          <pc:sldMk cId="2513866126" sldId="267"/>
        </pc:sldMkLst>
      </pc:sldChg>
    </pc:docChg>
  </pc:docChgLst>
  <pc:docChgLst>
    <pc:chgData name="Ellen Torfs" userId="c6aa1e10-4a12-4511-8c7c-135720d4f277" providerId="ADAL" clId="{E38E71A2-08A4-48AF-89DB-C74130CE98D2}"/>
    <pc:docChg chg="undo custSel addSld delSld modSld">
      <pc:chgData name="Ellen Torfs" userId="c6aa1e10-4a12-4511-8c7c-135720d4f277" providerId="ADAL" clId="{E38E71A2-08A4-48AF-89DB-C74130CE98D2}" dt="2020-09-14T14:32:16.911" v="2442" actId="20577"/>
      <pc:docMkLst>
        <pc:docMk/>
      </pc:docMkLst>
      <pc:sldChg chg="addSp modSp">
        <pc:chgData name="Ellen Torfs" userId="c6aa1e10-4a12-4511-8c7c-135720d4f277" providerId="ADAL" clId="{E38E71A2-08A4-48AF-89DB-C74130CE98D2}" dt="2020-09-14T11:11:39.137" v="745" actId="1076"/>
        <pc:sldMkLst>
          <pc:docMk/>
          <pc:sldMk cId="1055868665" sldId="257"/>
        </pc:sldMkLst>
      </pc:sldChg>
      <pc:sldChg chg="modSp">
        <pc:chgData name="Ellen Torfs" userId="c6aa1e10-4a12-4511-8c7c-135720d4f277" providerId="ADAL" clId="{E38E71A2-08A4-48AF-89DB-C74130CE98D2}" dt="2020-09-14T11:10:18.956" v="691" actId="6549"/>
        <pc:sldMkLst>
          <pc:docMk/>
          <pc:sldMk cId="620147385" sldId="258"/>
        </pc:sldMkLst>
      </pc:sldChg>
      <pc:sldChg chg="modSp">
        <pc:chgData name="Ellen Torfs" userId="c6aa1e10-4a12-4511-8c7c-135720d4f277" providerId="ADAL" clId="{E38E71A2-08A4-48AF-89DB-C74130CE98D2}" dt="2020-09-14T14:11:49.723" v="1294" actId="20577"/>
        <pc:sldMkLst>
          <pc:docMk/>
          <pc:sldMk cId="2006118848" sldId="262"/>
        </pc:sldMkLst>
      </pc:sldChg>
      <pc:sldChg chg="del">
        <pc:chgData name="Ellen Torfs" userId="c6aa1e10-4a12-4511-8c7c-135720d4f277" providerId="ADAL" clId="{E38E71A2-08A4-48AF-89DB-C74130CE98D2}" dt="2020-09-14T14:11:05.063" v="1291" actId="2696"/>
        <pc:sldMkLst>
          <pc:docMk/>
          <pc:sldMk cId="977749703" sldId="263"/>
        </pc:sldMkLst>
      </pc:sldChg>
      <pc:sldChg chg="del">
        <pc:chgData name="Ellen Torfs" userId="c6aa1e10-4a12-4511-8c7c-135720d4f277" providerId="ADAL" clId="{E38E71A2-08A4-48AF-89DB-C74130CE98D2}" dt="2020-09-14T14:11:05.057" v="1290" actId="2696"/>
        <pc:sldMkLst>
          <pc:docMk/>
          <pc:sldMk cId="2290807259" sldId="264"/>
        </pc:sldMkLst>
      </pc:sldChg>
      <pc:sldChg chg="del">
        <pc:chgData name="Ellen Torfs" userId="c6aa1e10-4a12-4511-8c7c-135720d4f277" providerId="ADAL" clId="{E38E71A2-08A4-48AF-89DB-C74130CE98D2}" dt="2020-09-14T14:13:15.755" v="1297" actId="2696"/>
        <pc:sldMkLst>
          <pc:docMk/>
          <pc:sldMk cId="556707363" sldId="265"/>
        </pc:sldMkLst>
      </pc:sldChg>
      <pc:sldChg chg="modSp">
        <pc:chgData name="Ellen Torfs" userId="c6aa1e10-4a12-4511-8c7c-135720d4f277" providerId="ADAL" clId="{E38E71A2-08A4-48AF-89DB-C74130CE98D2}" dt="2020-09-14T10:55:46.951" v="236" actId="20577"/>
        <pc:sldMkLst>
          <pc:docMk/>
          <pc:sldMk cId="2513866126" sldId="267"/>
        </pc:sldMkLst>
      </pc:sldChg>
      <pc:sldChg chg="modSp">
        <pc:chgData name="Ellen Torfs" userId="c6aa1e10-4a12-4511-8c7c-135720d4f277" providerId="ADAL" clId="{E38E71A2-08A4-48AF-89DB-C74130CE98D2}" dt="2020-09-14T11:05:34.423" v="519" actId="27636"/>
        <pc:sldMkLst>
          <pc:docMk/>
          <pc:sldMk cId="1006678507" sldId="268"/>
        </pc:sldMkLst>
      </pc:sldChg>
      <pc:sldChg chg="modSp">
        <pc:chgData name="Ellen Torfs" userId="c6aa1e10-4a12-4511-8c7c-135720d4f277" providerId="ADAL" clId="{E38E71A2-08A4-48AF-89DB-C74130CE98D2}" dt="2020-09-14T14:25:40.260" v="1794" actId="20577"/>
        <pc:sldMkLst>
          <pc:docMk/>
          <pc:sldMk cId="2571285731" sldId="269"/>
        </pc:sldMkLst>
      </pc:sldChg>
      <pc:sldChg chg="modSp add">
        <pc:chgData name="Ellen Torfs" userId="c6aa1e10-4a12-4511-8c7c-135720d4f277" providerId="ADAL" clId="{E38E71A2-08A4-48AF-89DB-C74130CE98D2}" dt="2020-09-14T14:12:11.785" v="1296" actId="6549"/>
        <pc:sldMkLst>
          <pc:docMk/>
          <pc:sldMk cId="981461507" sldId="270"/>
        </pc:sldMkLst>
      </pc:sldChg>
      <pc:sldChg chg="modSp add">
        <pc:chgData name="Ellen Torfs" userId="c6aa1e10-4a12-4511-8c7c-135720d4f277" providerId="ADAL" clId="{E38E71A2-08A4-48AF-89DB-C74130CE98D2}" dt="2020-09-14T14:32:16.911" v="2442" actId="20577"/>
        <pc:sldMkLst>
          <pc:docMk/>
          <pc:sldMk cId="839269463" sldId="271"/>
        </pc:sldMkLst>
      </pc:sldChg>
    </pc:docChg>
  </pc:docChgLst>
  <pc:docChgLst>
    <pc:chgData name="Ellen Torfs" userId="c6aa1e10-4a12-4511-8c7c-135720d4f277" providerId="ADAL" clId="{307A096B-6615-4FB8-907F-9F79C29E8F26}"/>
    <pc:docChg chg="undo redo custSel addSld delSld modSld sldOrd addSection modSection">
      <pc:chgData name="Ellen Torfs" userId="c6aa1e10-4a12-4511-8c7c-135720d4f277" providerId="ADAL" clId="{307A096B-6615-4FB8-907F-9F79C29E8F26}" dt="2022-03-04T15:04:04.037" v="8677" actId="403"/>
      <pc:docMkLst>
        <pc:docMk/>
      </pc:docMkLst>
      <pc:sldChg chg="modSp mod">
        <pc:chgData name="Ellen Torfs" userId="c6aa1e10-4a12-4511-8c7c-135720d4f277" providerId="ADAL" clId="{307A096B-6615-4FB8-907F-9F79C29E8F26}" dt="2022-03-02T17:45:59.410" v="6059" actId="20577"/>
        <pc:sldMkLst>
          <pc:docMk/>
          <pc:sldMk cId="3503501734" sldId="257"/>
        </pc:sldMkLst>
      </pc:sldChg>
      <pc:sldChg chg="modSp new mod">
        <pc:chgData name="Ellen Torfs" userId="c6aa1e10-4a12-4511-8c7c-135720d4f277" providerId="ADAL" clId="{307A096B-6615-4FB8-907F-9F79C29E8F26}" dt="2022-03-01T21:21:28.454" v="5310" actId="20577"/>
        <pc:sldMkLst>
          <pc:docMk/>
          <pc:sldMk cId="3082090126" sldId="259"/>
        </pc:sldMkLst>
      </pc:sldChg>
      <pc:sldChg chg="modSp new mod">
        <pc:chgData name="Ellen Torfs" userId="c6aa1e10-4a12-4511-8c7c-135720d4f277" providerId="ADAL" clId="{307A096B-6615-4FB8-907F-9F79C29E8F26}" dt="2022-03-04T13:50:36.879" v="8097" actId="20577"/>
        <pc:sldMkLst>
          <pc:docMk/>
          <pc:sldMk cId="2970004847" sldId="260"/>
        </pc:sldMkLst>
      </pc:sldChg>
      <pc:sldChg chg="addSp delSp modSp new mod">
        <pc:chgData name="Ellen Torfs" userId="c6aa1e10-4a12-4511-8c7c-135720d4f277" providerId="ADAL" clId="{307A096B-6615-4FB8-907F-9F79C29E8F26}" dt="2022-02-23T12:06:09.161" v="1854" actId="20577"/>
        <pc:sldMkLst>
          <pc:docMk/>
          <pc:sldMk cId="1411496120" sldId="261"/>
        </pc:sldMkLst>
      </pc:sldChg>
      <pc:sldChg chg="addSp delSp modSp new mod">
        <pc:chgData name="Ellen Torfs" userId="c6aa1e10-4a12-4511-8c7c-135720d4f277" providerId="ADAL" clId="{307A096B-6615-4FB8-907F-9F79C29E8F26}" dt="2022-02-23T12:22:32.327" v="2117" actId="20577"/>
        <pc:sldMkLst>
          <pc:docMk/>
          <pc:sldMk cId="847648305" sldId="262"/>
        </pc:sldMkLst>
      </pc:sldChg>
      <pc:sldChg chg="addSp delSp modSp new mod">
        <pc:chgData name="Ellen Torfs" userId="c6aa1e10-4a12-4511-8c7c-135720d4f277" providerId="ADAL" clId="{307A096B-6615-4FB8-907F-9F79C29E8F26}" dt="2022-02-23T13:04:39.497" v="2363" actId="1076"/>
        <pc:sldMkLst>
          <pc:docMk/>
          <pc:sldMk cId="2130459092" sldId="263"/>
        </pc:sldMkLst>
      </pc:sldChg>
      <pc:sldChg chg="addSp delSp modSp new mod">
        <pc:chgData name="Ellen Torfs" userId="c6aa1e10-4a12-4511-8c7c-135720d4f277" providerId="ADAL" clId="{307A096B-6615-4FB8-907F-9F79C29E8F26}" dt="2022-02-23T13:36:41.172" v="2965" actId="1037"/>
        <pc:sldMkLst>
          <pc:docMk/>
          <pc:sldMk cId="1759678887" sldId="264"/>
        </pc:sldMkLst>
      </pc:sldChg>
      <pc:sldChg chg="addSp delSp modSp new mod">
        <pc:chgData name="Ellen Torfs" userId="c6aa1e10-4a12-4511-8c7c-135720d4f277" providerId="ADAL" clId="{307A096B-6615-4FB8-907F-9F79C29E8F26}" dt="2022-02-23T13:47:25.314" v="3066" actId="20577"/>
        <pc:sldMkLst>
          <pc:docMk/>
          <pc:sldMk cId="4019562650" sldId="265"/>
        </pc:sldMkLst>
      </pc:sldChg>
      <pc:sldChg chg="addSp delSp modSp new mod modClrScheme chgLayout modNotesTx">
        <pc:chgData name="Ellen Torfs" userId="c6aa1e10-4a12-4511-8c7c-135720d4f277" providerId="ADAL" clId="{307A096B-6615-4FB8-907F-9F79C29E8F26}" dt="2022-03-01T15:11:41.419" v="3279" actId="20577"/>
        <pc:sldMkLst>
          <pc:docMk/>
          <pc:sldMk cId="147268168" sldId="266"/>
        </pc:sldMkLst>
      </pc:sldChg>
      <pc:sldChg chg="modSp new mod">
        <pc:chgData name="Ellen Torfs" userId="c6aa1e10-4a12-4511-8c7c-135720d4f277" providerId="ADAL" clId="{307A096B-6615-4FB8-907F-9F79C29E8F26}" dt="2022-03-04T14:45:41.046" v="8558" actId="12"/>
        <pc:sldMkLst>
          <pc:docMk/>
          <pc:sldMk cId="1549288791" sldId="267"/>
        </pc:sldMkLst>
      </pc:sldChg>
      <pc:sldChg chg="addSp delSp modSp add del mod ord modShow">
        <pc:chgData name="Ellen Torfs" userId="c6aa1e10-4a12-4511-8c7c-135720d4f277" providerId="ADAL" clId="{307A096B-6615-4FB8-907F-9F79C29E8F26}" dt="2022-03-02T20:47:07.243" v="6999" actId="113"/>
        <pc:sldMkLst>
          <pc:docMk/>
          <pc:sldMk cId="240228032" sldId="268"/>
        </pc:sldMkLst>
      </pc:sldChg>
      <pc:sldChg chg="addSp delSp modSp mod modClrScheme chgLayout">
        <pc:chgData name="Ellen Torfs" userId="c6aa1e10-4a12-4511-8c7c-135720d4f277" providerId="ADAL" clId="{307A096B-6615-4FB8-907F-9F79C29E8F26}" dt="2022-03-02T20:46:32.587" v="6995" actId="113"/>
        <pc:sldMkLst>
          <pc:docMk/>
          <pc:sldMk cId="565048097" sldId="269"/>
        </pc:sldMkLst>
      </pc:sldChg>
      <pc:sldChg chg="addSp delSp modSp new mod">
        <pc:chgData name="Ellen Torfs" userId="c6aa1e10-4a12-4511-8c7c-135720d4f277" providerId="ADAL" clId="{307A096B-6615-4FB8-907F-9F79C29E8F26}" dt="2022-03-01T21:22:12.929" v="5319" actId="1038"/>
        <pc:sldMkLst>
          <pc:docMk/>
          <pc:sldMk cId="898788182" sldId="270"/>
        </pc:sldMkLst>
      </pc:sldChg>
      <pc:sldChg chg="addSp delSp modSp new mod">
        <pc:chgData name="Ellen Torfs" userId="c6aa1e10-4a12-4511-8c7c-135720d4f277" providerId="ADAL" clId="{307A096B-6615-4FB8-907F-9F79C29E8F26}" dt="2022-03-02T20:46:55.435" v="6997" actId="113"/>
        <pc:sldMkLst>
          <pc:docMk/>
          <pc:sldMk cId="1497697072" sldId="271"/>
        </pc:sldMkLst>
      </pc:sldChg>
      <pc:sldChg chg="addSp delSp modSp new mod">
        <pc:chgData name="Ellen Torfs" userId="c6aa1e10-4a12-4511-8c7c-135720d4f277" providerId="ADAL" clId="{307A096B-6615-4FB8-907F-9F79C29E8F26}" dt="2022-03-02T20:46:04.771" v="6993" actId="113"/>
        <pc:sldMkLst>
          <pc:docMk/>
          <pc:sldMk cId="2146129552" sldId="272"/>
        </pc:sldMkLst>
      </pc:sldChg>
      <pc:sldChg chg="add">
        <pc:chgData name="Ellen Torfs" userId="c6aa1e10-4a12-4511-8c7c-135720d4f277" providerId="ADAL" clId="{307A096B-6615-4FB8-907F-9F79C29E8F26}" dt="2022-03-01T20:30:29.577" v="4365"/>
        <pc:sldMkLst>
          <pc:docMk/>
          <pc:sldMk cId="1418270313" sldId="273"/>
        </pc:sldMkLst>
      </pc:sldChg>
      <pc:sldChg chg="addSp delSp modSp add mod">
        <pc:chgData name="Ellen Torfs" userId="c6aa1e10-4a12-4511-8c7c-135720d4f277" providerId="ADAL" clId="{307A096B-6615-4FB8-907F-9F79C29E8F26}" dt="2022-03-02T20:47:33.690" v="7001" actId="113"/>
        <pc:sldMkLst>
          <pc:docMk/>
          <pc:sldMk cId="2760517066" sldId="274"/>
        </pc:sldMkLst>
      </pc:sldChg>
      <pc:sldChg chg="addSp delSp modSp new mod modNotesTx">
        <pc:chgData name="Ellen Torfs" userId="c6aa1e10-4a12-4511-8c7c-135720d4f277" providerId="ADAL" clId="{307A096B-6615-4FB8-907F-9F79C29E8F26}" dt="2022-03-01T21:19:21.031" v="5306" actId="14100"/>
        <pc:sldMkLst>
          <pc:docMk/>
          <pc:sldMk cId="3406209512" sldId="275"/>
        </pc:sldMkLst>
      </pc:sldChg>
      <pc:sldChg chg="addSp delSp modSp new mod">
        <pc:chgData name="Ellen Torfs" userId="c6aa1e10-4a12-4511-8c7c-135720d4f277" providerId="ADAL" clId="{307A096B-6615-4FB8-907F-9F79C29E8F26}" dt="2022-03-02T20:45:56.203" v="6992" actId="113"/>
        <pc:sldMkLst>
          <pc:docMk/>
          <pc:sldMk cId="357269021" sldId="276"/>
        </pc:sldMkLst>
      </pc:sldChg>
      <pc:sldChg chg="modNotesTx">
        <pc:chgData name="Ellen Torfs" userId="c6aa1e10-4a12-4511-8c7c-135720d4f277" providerId="ADAL" clId="{307A096B-6615-4FB8-907F-9F79C29E8F26}" dt="2022-03-02T17:44:23.299" v="5954" actId="20577"/>
        <pc:sldMkLst>
          <pc:docMk/>
          <pc:sldMk cId="4007602368" sldId="289"/>
        </pc:sldMkLst>
      </pc:sldChg>
      <pc:sldChg chg="addSp delSp modSp new mod">
        <pc:chgData name="Ellen Torfs" userId="c6aa1e10-4a12-4511-8c7c-135720d4f277" providerId="ADAL" clId="{307A096B-6615-4FB8-907F-9F79C29E8F26}" dt="2022-03-02T20:53:50.636" v="7330" actId="20577"/>
        <pc:sldMkLst>
          <pc:docMk/>
          <pc:sldMk cId="2000987521" sldId="291"/>
        </pc:sldMkLst>
      </pc:sldChg>
      <pc:sldChg chg="addSp delSp modSp new mod">
        <pc:chgData name="Ellen Torfs" userId="c6aa1e10-4a12-4511-8c7c-135720d4f277" providerId="ADAL" clId="{307A096B-6615-4FB8-907F-9F79C29E8F26}" dt="2022-03-04T13:29:31.454" v="7800" actId="20577"/>
        <pc:sldMkLst>
          <pc:docMk/>
          <pc:sldMk cId="855153184" sldId="292"/>
        </pc:sldMkLst>
      </pc:sldChg>
      <pc:sldChg chg="modSp new mod ord">
        <pc:chgData name="Ellen Torfs" userId="c6aa1e10-4a12-4511-8c7c-135720d4f277" providerId="ADAL" clId="{307A096B-6615-4FB8-907F-9F79C29E8F26}" dt="2022-03-04T13:51:08.679" v="8122" actId="20577"/>
        <pc:sldMkLst>
          <pc:docMk/>
          <pc:sldMk cId="1304409123" sldId="293"/>
        </pc:sldMkLst>
      </pc:sldChg>
      <pc:sldChg chg="addSp delSp modSp new mod">
        <pc:chgData name="Ellen Torfs" userId="c6aa1e10-4a12-4511-8c7c-135720d4f277" providerId="ADAL" clId="{307A096B-6615-4FB8-907F-9F79C29E8F26}" dt="2022-03-04T13:49:24.346" v="8034" actId="732"/>
        <pc:sldMkLst>
          <pc:docMk/>
          <pc:sldMk cId="432368652" sldId="294"/>
        </pc:sldMkLst>
      </pc:sldChg>
      <pc:sldChg chg="addSp delSp modSp new mod">
        <pc:chgData name="Ellen Torfs" userId="c6aa1e10-4a12-4511-8c7c-135720d4f277" providerId="ADAL" clId="{307A096B-6615-4FB8-907F-9F79C29E8F26}" dt="2022-03-04T14:59:55.747" v="8622" actId="20577"/>
        <pc:sldMkLst>
          <pc:docMk/>
          <pc:sldMk cId="91701927" sldId="295"/>
        </pc:sldMkLst>
      </pc:sldChg>
      <pc:sldChg chg="addSp delSp modSp new mod">
        <pc:chgData name="Ellen Torfs" userId="c6aa1e10-4a12-4511-8c7c-135720d4f277" providerId="ADAL" clId="{307A096B-6615-4FB8-907F-9F79C29E8F26}" dt="2022-03-04T14:43:21.668" v="8544" actId="1076"/>
        <pc:sldMkLst>
          <pc:docMk/>
          <pc:sldMk cId="2556721075" sldId="296"/>
        </pc:sldMkLst>
      </pc:sldChg>
      <pc:sldChg chg="new del">
        <pc:chgData name="Ellen Torfs" userId="c6aa1e10-4a12-4511-8c7c-135720d4f277" providerId="ADAL" clId="{307A096B-6615-4FB8-907F-9F79C29E8F26}" dt="2022-03-04T14:03:00.270" v="8156" actId="47"/>
        <pc:sldMkLst>
          <pc:docMk/>
          <pc:sldMk cId="2892386660" sldId="296"/>
        </pc:sldMkLst>
      </pc:sldChg>
      <pc:sldChg chg="new del">
        <pc:chgData name="Ellen Torfs" userId="c6aa1e10-4a12-4511-8c7c-135720d4f277" providerId="ADAL" clId="{307A096B-6615-4FB8-907F-9F79C29E8F26}" dt="2022-03-04T14:02:55.681" v="8154" actId="47"/>
        <pc:sldMkLst>
          <pc:docMk/>
          <pc:sldMk cId="3376001901" sldId="296"/>
        </pc:sldMkLst>
      </pc:sldChg>
      <pc:sldChg chg="addSp delSp modSp new mod setBg modNotesTx">
        <pc:chgData name="Ellen Torfs" userId="c6aa1e10-4a12-4511-8c7c-135720d4f277" providerId="ADAL" clId="{307A096B-6615-4FB8-907F-9F79C29E8F26}" dt="2022-03-04T14:59:17.237" v="8615"/>
        <pc:sldMkLst>
          <pc:docMk/>
          <pc:sldMk cId="3365090331" sldId="297"/>
        </pc:sldMkLst>
      </pc:sldChg>
      <pc:sldChg chg="addSp delSp new del mod">
        <pc:chgData name="Ellen Torfs" userId="c6aa1e10-4a12-4511-8c7c-135720d4f277" providerId="ADAL" clId="{307A096B-6615-4FB8-907F-9F79C29E8F26}" dt="2022-03-04T14:52:45.706" v="8562" actId="47"/>
        <pc:sldMkLst>
          <pc:docMk/>
          <pc:sldMk cId="3566298002" sldId="297"/>
        </pc:sldMkLst>
      </pc:sldChg>
      <pc:sldChg chg="addSp delSp modSp new mod modNotesTx">
        <pc:chgData name="Ellen Torfs" userId="c6aa1e10-4a12-4511-8c7c-135720d4f277" providerId="ADAL" clId="{307A096B-6615-4FB8-907F-9F79C29E8F26}" dt="2022-03-04T15:04:04.037" v="8677" actId="403"/>
        <pc:sldMkLst>
          <pc:docMk/>
          <pc:sldMk cId="1940569910" sldId="298"/>
        </pc:sldMkLst>
      </pc:sldChg>
    </pc:docChg>
  </pc:docChgLst>
  <pc:docChgLst>
    <pc:chgData name="Jochen Mariën" userId="a4f8d9ed-3895-4365-b2d5-9432cb8a20d4" providerId="ADAL" clId="{C2B3B84F-F75D-4414-ADB6-3F41C28A859A}"/>
    <pc:docChg chg="undo custSel modSld">
      <pc:chgData name="Jochen Mariën" userId="a4f8d9ed-3895-4365-b2d5-9432cb8a20d4" providerId="ADAL" clId="{C2B3B84F-F75D-4414-ADB6-3F41C28A859A}" dt="2023-11-16T11:51:10.497" v="6" actId="20577"/>
      <pc:docMkLst>
        <pc:docMk/>
      </pc:docMkLst>
      <pc:sldChg chg="modSp mod">
        <pc:chgData name="Jochen Mariën" userId="a4f8d9ed-3895-4365-b2d5-9432cb8a20d4" providerId="ADAL" clId="{C2B3B84F-F75D-4414-ADB6-3F41C28A859A}" dt="2023-11-13T08:50:04.002" v="0" actId="1076"/>
        <pc:sldMkLst>
          <pc:docMk/>
          <pc:sldMk cId="1074626655" sldId="283"/>
        </pc:sldMkLst>
      </pc:sldChg>
      <pc:sldChg chg="modSp mod">
        <pc:chgData name="Jochen Mariën" userId="a4f8d9ed-3895-4365-b2d5-9432cb8a20d4" providerId="ADAL" clId="{C2B3B84F-F75D-4414-ADB6-3F41C28A859A}" dt="2023-11-16T11:51:10.497" v="6" actId="20577"/>
        <pc:sldMkLst>
          <pc:docMk/>
          <pc:sldMk cId="2277808380" sldId="284"/>
        </pc:sldMkLst>
      </pc:sldChg>
      <pc:sldChg chg="modSp mod">
        <pc:chgData name="Jochen Mariën" userId="a4f8d9ed-3895-4365-b2d5-9432cb8a20d4" providerId="ADAL" clId="{C2B3B84F-F75D-4414-ADB6-3F41C28A859A}" dt="2023-11-13T09:28:00.894" v="4" actId="20577"/>
        <pc:sldMkLst>
          <pc:docMk/>
          <pc:sldMk cId="3236704207" sldId="299"/>
        </pc:sldMkLst>
      </pc:sldChg>
    </pc:docChg>
  </pc:docChgLst>
  <pc:docChgLst>
    <pc:chgData name="Ellen Torfs" userId="c6aa1e10-4a12-4511-8c7c-135720d4f277" providerId="ADAL" clId="{36D710D8-3DCC-4A2A-A6C5-D57CFD743517}"/>
    <pc:docChg chg="custSel modSld">
      <pc:chgData name="Ellen Torfs" userId="c6aa1e10-4a12-4511-8c7c-135720d4f277" providerId="ADAL" clId="{36D710D8-3DCC-4A2A-A6C5-D57CFD743517}" dt="2022-09-26T18:28:01.759" v="98" actId="6549"/>
      <pc:docMkLst>
        <pc:docMk/>
      </pc:docMkLst>
      <pc:sldChg chg="modSp mod">
        <pc:chgData name="Ellen Torfs" userId="c6aa1e10-4a12-4511-8c7c-135720d4f277" providerId="ADAL" clId="{36D710D8-3DCC-4A2A-A6C5-D57CFD743517}" dt="2022-09-26T18:27:19.269" v="97" actId="27636"/>
        <pc:sldMkLst>
          <pc:docMk/>
          <pc:sldMk cId="130218401" sldId="277"/>
        </pc:sldMkLst>
      </pc:sldChg>
      <pc:sldChg chg="modSp mod">
        <pc:chgData name="Ellen Torfs" userId="c6aa1e10-4a12-4511-8c7c-135720d4f277" providerId="ADAL" clId="{36D710D8-3DCC-4A2A-A6C5-D57CFD743517}" dt="2022-09-26T18:28:01.759" v="98" actId="6549"/>
        <pc:sldMkLst>
          <pc:docMk/>
          <pc:sldMk cId="1561444382" sldId="278"/>
        </pc:sldMkLst>
      </pc:sldChg>
    </pc:docChg>
  </pc:docChgLst>
  <pc:docChgLst>
    <pc:chgData name="Ellen Torfs" userId="c6aa1e10-4a12-4511-8c7c-135720d4f277" providerId="ADAL" clId="{89E098D4-08E9-4275-9ED0-7EBF5A24E6DB}"/>
    <pc:docChg chg="custSel modSld">
      <pc:chgData name="Ellen Torfs" userId="c6aa1e10-4a12-4511-8c7c-135720d4f277" providerId="ADAL" clId="{89E098D4-08E9-4275-9ED0-7EBF5A24E6DB}" dt="2023-11-21T13:54:37.839" v="57" actId="14734"/>
      <pc:docMkLst>
        <pc:docMk/>
      </pc:docMkLst>
      <pc:sldChg chg="modSp mod">
        <pc:chgData name="Ellen Torfs" userId="c6aa1e10-4a12-4511-8c7c-135720d4f277" providerId="ADAL" clId="{89E098D4-08E9-4275-9ED0-7EBF5A24E6DB}" dt="2023-11-21T13:54:37.839" v="57" actId="14734"/>
        <pc:sldMkLst>
          <pc:docMk/>
          <pc:sldMk cId="830234529" sldId="279"/>
        </pc:sldMkLst>
      </pc:sldChg>
      <pc:sldChg chg="modSp mod">
        <pc:chgData name="Ellen Torfs" userId="c6aa1e10-4a12-4511-8c7c-135720d4f277" providerId="ADAL" clId="{89E098D4-08E9-4275-9ED0-7EBF5A24E6DB}" dt="2023-11-13T07:55:26.751" v="18" actId="20577"/>
        <pc:sldMkLst>
          <pc:docMk/>
          <pc:sldMk cId="3629993010" sldId="285"/>
        </pc:sldMkLst>
      </pc:sldChg>
      <pc:sldChg chg="modNotesTx">
        <pc:chgData name="Ellen Torfs" userId="c6aa1e10-4a12-4511-8c7c-135720d4f277" providerId="ADAL" clId="{89E098D4-08E9-4275-9ED0-7EBF5A24E6DB}" dt="2023-11-13T08:31:05.750" v="55" actId="20577"/>
        <pc:sldMkLst>
          <pc:docMk/>
          <pc:sldMk cId="4007602368" sldId="289"/>
        </pc:sldMkLst>
      </pc:sldChg>
      <pc:sldChg chg="modSp mod">
        <pc:chgData name="Ellen Torfs" userId="c6aa1e10-4a12-4511-8c7c-135720d4f277" providerId="ADAL" clId="{89E098D4-08E9-4275-9ED0-7EBF5A24E6DB}" dt="2023-11-13T08:39:50.443" v="56" actId="1076"/>
        <pc:sldMkLst>
          <pc:docMk/>
          <pc:sldMk cId="161991169" sldId="300"/>
        </pc:sldMkLst>
      </pc:sldChg>
    </pc:docChg>
  </pc:docChgLst>
  <pc:docChgLst>
    <pc:chgData name="Jochen Mariën" userId="a4f8d9ed-3895-4365-b2d5-9432cb8a20d4" providerId="ADAL" clId="{E99A326A-F751-4207-B311-A0FE8BD63488}"/>
    <pc:docChg chg="undo custSel addSld modSld addSection modSection">
      <pc:chgData name="Jochen Mariën" userId="a4f8d9ed-3895-4365-b2d5-9432cb8a20d4" providerId="ADAL" clId="{E99A326A-F751-4207-B311-A0FE8BD63488}" dt="2022-03-23T15:34:32.990" v="879" actId="1076"/>
      <pc:docMkLst>
        <pc:docMk/>
      </pc:docMkLst>
      <pc:sldChg chg="modSp new mod">
        <pc:chgData name="Jochen Mariën" userId="a4f8d9ed-3895-4365-b2d5-9432cb8a20d4" providerId="ADAL" clId="{E99A326A-F751-4207-B311-A0FE8BD63488}" dt="2022-03-23T15:24:44.865" v="23" actId="20577"/>
        <pc:sldMkLst>
          <pc:docMk/>
          <pc:sldMk cId="1751045476" sldId="301"/>
        </pc:sldMkLst>
      </pc:sldChg>
      <pc:sldChg chg="addSp delSp modSp new mod modClrScheme chgLayout">
        <pc:chgData name="Jochen Mariën" userId="a4f8d9ed-3895-4365-b2d5-9432cb8a20d4" providerId="ADAL" clId="{E99A326A-F751-4207-B311-A0FE8BD63488}" dt="2022-03-23T15:32:56.052" v="781" actId="20577"/>
        <pc:sldMkLst>
          <pc:docMk/>
          <pc:sldMk cId="4266504895" sldId="302"/>
        </pc:sldMkLst>
      </pc:sldChg>
      <pc:sldChg chg="addSp modSp new mod">
        <pc:chgData name="Jochen Mariën" userId="a4f8d9ed-3895-4365-b2d5-9432cb8a20d4" providerId="ADAL" clId="{E99A326A-F751-4207-B311-A0FE8BD63488}" dt="2022-03-23T15:34:32.990" v="879" actId="1076"/>
        <pc:sldMkLst>
          <pc:docMk/>
          <pc:sldMk cId="721089353" sldId="303"/>
        </pc:sldMkLst>
      </pc:sldChg>
    </pc:docChg>
  </pc:docChgLst>
  <pc:docChgLst>
    <pc:chgData name="Ellen Torfs" userId="c6aa1e10-4a12-4511-8c7c-135720d4f277" providerId="ADAL" clId="{12CE8BF7-99A2-40E2-A9CB-C29267AE7EA3}"/>
    <pc:docChg chg="modSld">
      <pc:chgData name="Ellen Torfs" userId="c6aa1e10-4a12-4511-8c7c-135720d4f277" providerId="ADAL" clId="{12CE8BF7-99A2-40E2-A9CB-C29267AE7EA3}" dt="2019-05-27T11:40:26.634" v="5" actId="20577"/>
      <pc:docMkLst>
        <pc:docMk/>
      </pc:docMkLst>
      <pc:sldChg chg="modSp">
        <pc:chgData name="Ellen Torfs" userId="c6aa1e10-4a12-4511-8c7c-135720d4f277" providerId="ADAL" clId="{12CE8BF7-99A2-40E2-A9CB-C29267AE7EA3}" dt="2019-05-27T11:40:26.634" v="5" actId="20577"/>
        <pc:sldMkLst>
          <pc:docMk/>
          <pc:sldMk cId="2513866126" sldId="267"/>
        </pc:sldMkLst>
      </pc:sldChg>
    </pc:docChg>
  </pc:docChgLst>
  <pc:docChgLst>
    <pc:chgData name="Ellen Torfs" userId="c6aa1e10-4a12-4511-8c7c-135720d4f277" providerId="ADAL" clId="{96FE4D50-3959-4B58-A212-D6CC02D3BBDA}"/>
    <pc:docChg chg="custSel modSld">
      <pc:chgData name="Ellen Torfs" userId="c6aa1e10-4a12-4511-8c7c-135720d4f277" providerId="ADAL" clId="{96FE4D50-3959-4B58-A212-D6CC02D3BBDA}" dt="2022-01-21T10:21:14.623" v="362" actId="20577"/>
      <pc:docMkLst>
        <pc:docMk/>
      </pc:docMkLst>
      <pc:sldChg chg="modSp mod">
        <pc:chgData name="Ellen Torfs" userId="c6aa1e10-4a12-4511-8c7c-135720d4f277" providerId="ADAL" clId="{96FE4D50-3959-4B58-A212-D6CC02D3BBDA}" dt="2022-01-20T08:43:35.652" v="6" actId="20577"/>
        <pc:sldMkLst>
          <pc:docMk/>
          <pc:sldMk cId="54334544" sldId="256"/>
        </pc:sldMkLst>
      </pc:sldChg>
      <pc:sldChg chg="modSp mod">
        <pc:chgData name="Ellen Torfs" userId="c6aa1e10-4a12-4511-8c7c-135720d4f277" providerId="ADAL" clId="{96FE4D50-3959-4B58-A212-D6CC02D3BBDA}" dt="2022-01-21T10:21:14.623" v="362" actId="20577"/>
        <pc:sldMkLst>
          <pc:docMk/>
          <pc:sldMk cId="3503501734" sldId="257"/>
        </pc:sldMkLst>
      </pc:sldChg>
    </pc:docChg>
  </pc:docChgLst>
  <pc:docChgLst>
    <pc:chgData name="Stef Van Wolputte" userId="53954008-e772-4081-b24d-77d1e8f1f00e" providerId="ADAL" clId="{993FB0B1-408D-4D4E-B8A5-09C50F3CC64F}"/>
    <pc:docChg chg="undo custSel modSld">
      <pc:chgData name="Stef Van Wolputte" userId="53954008-e772-4081-b24d-77d1e8f1f00e" providerId="ADAL" clId="{993FB0B1-408D-4D4E-B8A5-09C50F3CC64F}" dt="2023-11-12T09:48:05.071" v="2" actId="1076"/>
      <pc:docMkLst>
        <pc:docMk/>
      </pc:docMkLst>
      <pc:sldChg chg="modSp mod">
        <pc:chgData name="Stef Van Wolputte" userId="53954008-e772-4081-b24d-77d1e8f1f00e" providerId="ADAL" clId="{993FB0B1-408D-4D4E-B8A5-09C50F3CC64F}" dt="2023-11-12T09:48:05.071" v="2" actId="1076"/>
        <pc:sldMkLst>
          <pc:docMk/>
          <pc:sldMk cId="1074626655" sldId="283"/>
        </pc:sldMkLst>
      </pc:sldChg>
    </pc:docChg>
  </pc:docChgLst>
  <pc:docChgLst>
    <pc:chgData name="Ellen Torfs" userId="c6aa1e10-4a12-4511-8c7c-135720d4f277" providerId="ADAL" clId="{4037184A-3354-4933-B4DC-090EDBB50234}"/>
    <pc:docChg chg="undo custSel delSld modSld modSection">
      <pc:chgData name="Ellen Torfs" userId="c6aa1e10-4a12-4511-8c7c-135720d4f277" providerId="ADAL" clId="{4037184A-3354-4933-B4DC-090EDBB50234}" dt="2023-10-23T18:46:26.095" v="166" actId="20577"/>
      <pc:docMkLst>
        <pc:docMk/>
      </pc:docMkLst>
      <pc:sldChg chg="modSp mod">
        <pc:chgData name="Ellen Torfs" userId="c6aa1e10-4a12-4511-8c7c-135720d4f277" providerId="ADAL" clId="{4037184A-3354-4933-B4DC-090EDBB50234}" dt="2023-10-23T18:39:29.239" v="9" actId="20577"/>
        <pc:sldMkLst>
          <pc:docMk/>
          <pc:sldMk cId="54334544" sldId="256"/>
        </pc:sldMkLst>
      </pc:sldChg>
      <pc:sldChg chg="modSp mod">
        <pc:chgData name="Ellen Torfs" userId="c6aa1e10-4a12-4511-8c7c-135720d4f277" providerId="ADAL" clId="{4037184A-3354-4933-B4DC-090EDBB50234}" dt="2023-10-23T18:40:55.076" v="17" actId="20577"/>
        <pc:sldMkLst>
          <pc:docMk/>
          <pc:sldMk cId="130218401" sldId="277"/>
        </pc:sldMkLst>
      </pc:sldChg>
      <pc:sldChg chg="modSp mod">
        <pc:chgData name="Ellen Torfs" userId="c6aa1e10-4a12-4511-8c7c-135720d4f277" providerId="ADAL" clId="{4037184A-3354-4933-B4DC-090EDBB50234}" dt="2023-10-23T18:46:26.095" v="166" actId="20577"/>
        <pc:sldMkLst>
          <pc:docMk/>
          <pc:sldMk cId="2748883490" sldId="280"/>
        </pc:sldMkLst>
      </pc:sldChg>
      <pc:sldChg chg="del">
        <pc:chgData name="Ellen Torfs" userId="c6aa1e10-4a12-4511-8c7c-135720d4f277" providerId="ADAL" clId="{4037184A-3354-4933-B4DC-090EDBB50234}" dt="2023-10-23T18:39:07.378" v="0" actId="47"/>
        <pc:sldMkLst>
          <pc:docMk/>
          <pc:sldMk cId="3345840171" sldId="290"/>
        </pc:sldMkLst>
      </pc:sldChg>
      <pc:sldChg chg="modNotesTx">
        <pc:chgData name="Ellen Torfs" userId="c6aa1e10-4a12-4511-8c7c-135720d4f277" providerId="ADAL" clId="{4037184A-3354-4933-B4DC-090EDBB50234}" dt="2023-10-23T18:44:43.297" v="132" actId="20577"/>
        <pc:sldMkLst>
          <pc:docMk/>
          <pc:sldMk cId="3236704207" sldId="299"/>
        </pc:sldMkLst>
      </pc:sldChg>
    </pc:docChg>
  </pc:docChgLst>
  <pc:docChgLst>
    <pc:chgData name="Ellen Torfs" userId="c6aa1e10-4a12-4511-8c7c-135720d4f277" providerId="ADAL" clId="{9932D13E-6C5E-49FA-A144-75AC46F307EF}"/>
    <pc:docChg chg="undo custSel addSld delSld modSld sldOrd">
      <pc:chgData name="Ellen Torfs" userId="c6aa1e10-4a12-4511-8c7c-135720d4f277" providerId="ADAL" clId="{9932D13E-6C5E-49FA-A144-75AC46F307EF}" dt="2019-09-11T08:54:14.153" v="5135" actId="27636"/>
      <pc:docMkLst>
        <pc:docMk/>
      </pc:docMkLst>
      <pc:sldChg chg="modSp">
        <pc:chgData name="Ellen Torfs" userId="c6aa1e10-4a12-4511-8c7c-135720d4f277" providerId="ADAL" clId="{9932D13E-6C5E-49FA-A144-75AC46F307EF}" dt="2019-09-11T07:19:49.190" v="12" actId="20577"/>
        <pc:sldMkLst>
          <pc:docMk/>
          <pc:sldMk cId="54334544" sldId="256"/>
        </pc:sldMkLst>
      </pc:sldChg>
      <pc:sldChg chg="addSp modSp">
        <pc:chgData name="Ellen Torfs" userId="c6aa1e10-4a12-4511-8c7c-135720d4f277" providerId="ADAL" clId="{9932D13E-6C5E-49FA-A144-75AC46F307EF}" dt="2019-09-11T07:40:01.083" v="823" actId="1076"/>
        <pc:sldMkLst>
          <pc:docMk/>
          <pc:sldMk cId="1055868665" sldId="257"/>
        </pc:sldMkLst>
      </pc:sldChg>
      <pc:sldChg chg="addSp delSp modSp ord modNotesTx">
        <pc:chgData name="Ellen Torfs" userId="c6aa1e10-4a12-4511-8c7c-135720d4f277" providerId="ADAL" clId="{9932D13E-6C5E-49FA-A144-75AC46F307EF}" dt="2019-09-11T08:52:18.855" v="5016" actId="20577"/>
        <pc:sldMkLst>
          <pc:docMk/>
          <pc:sldMk cId="620147385" sldId="258"/>
        </pc:sldMkLst>
      </pc:sldChg>
      <pc:sldChg chg="del">
        <pc:chgData name="Ellen Torfs" userId="c6aa1e10-4a12-4511-8c7c-135720d4f277" providerId="ADAL" clId="{9932D13E-6C5E-49FA-A144-75AC46F307EF}" dt="2019-09-11T07:56:05.804" v="2100" actId="2696"/>
        <pc:sldMkLst>
          <pc:docMk/>
          <pc:sldMk cId="2303287502" sldId="259"/>
        </pc:sldMkLst>
      </pc:sldChg>
      <pc:sldChg chg="del">
        <pc:chgData name="Ellen Torfs" userId="c6aa1e10-4a12-4511-8c7c-135720d4f277" providerId="ADAL" clId="{9932D13E-6C5E-49FA-A144-75AC46F307EF}" dt="2019-09-11T08:06:35.910" v="2454" actId="2696"/>
        <pc:sldMkLst>
          <pc:docMk/>
          <pc:sldMk cId="1438263673" sldId="260"/>
        </pc:sldMkLst>
      </pc:sldChg>
      <pc:sldChg chg="del">
        <pc:chgData name="Ellen Torfs" userId="c6aa1e10-4a12-4511-8c7c-135720d4f277" providerId="ADAL" clId="{9932D13E-6C5E-49FA-A144-75AC46F307EF}" dt="2019-09-11T07:56:18.310" v="2101" actId="2696"/>
        <pc:sldMkLst>
          <pc:docMk/>
          <pc:sldMk cId="3855885531" sldId="261"/>
        </pc:sldMkLst>
      </pc:sldChg>
      <pc:sldChg chg="modSp ord">
        <pc:chgData name="Ellen Torfs" userId="c6aa1e10-4a12-4511-8c7c-135720d4f277" providerId="ADAL" clId="{9932D13E-6C5E-49FA-A144-75AC46F307EF}" dt="2019-09-11T08:28:29.113" v="3460" actId="20577"/>
        <pc:sldMkLst>
          <pc:docMk/>
          <pc:sldMk cId="2006118848" sldId="262"/>
        </pc:sldMkLst>
      </pc:sldChg>
      <pc:sldChg chg="ord">
        <pc:chgData name="Ellen Torfs" userId="c6aa1e10-4a12-4511-8c7c-135720d4f277" providerId="ADAL" clId="{9932D13E-6C5E-49FA-A144-75AC46F307EF}" dt="2019-09-11T08:29:15.782" v="3478" actId="27636"/>
        <pc:sldMkLst>
          <pc:docMk/>
          <pc:sldMk cId="977749703" sldId="263"/>
        </pc:sldMkLst>
      </pc:sldChg>
      <pc:sldChg chg="delSp modSp ord">
        <pc:chgData name="Ellen Torfs" userId="c6aa1e10-4a12-4511-8c7c-135720d4f277" providerId="ADAL" clId="{9932D13E-6C5E-49FA-A144-75AC46F307EF}" dt="2019-09-11T08:29:27.798" v="3481" actId="20577"/>
        <pc:sldMkLst>
          <pc:docMk/>
          <pc:sldMk cId="2290807259" sldId="264"/>
        </pc:sldMkLst>
      </pc:sldChg>
      <pc:sldChg chg="modSp">
        <pc:chgData name="Ellen Torfs" userId="c6aa1e10-4a12-4511-8c7c-135720d4f277" providerId="ADAL" clId="{9932D13E-6C5E-49FA-A144-75AC46F307EF}" dt="2019-09-11T08:35:30.349" v="4039" actId="20577"/>
        <pc:sldMkLst>
          <pc:docMk/>
          <pc:sldMk cId="556707363" sldId="265"/>
        </pc:sldMkLst>
      </pc:sldChg>
      <pc:sldChg chg="modSp">
        <pc:chgData name="Ellen Torfs" userId="c6aa1e10-4a12-4511-8c7c-135720d4f277" providerId="ADAL" clId="{9932D13E-6C5E-49FA-A144-75AC46F307EF}" dt="2019-09-11T07:24:53.109" v="227" actId="20577"/>
        <pc:sldMkLst>
          <pc:docMk/>
          <pc:sldMk cId="2513866126" sldId="267"/>
        </pc:sldMkLst>
      </pc:sldChg>
      <pc:sldChg chg="addSp delSp modSp add">
        <pc:chgData name="Ellen Torfs" userId="c6aa1e10-4a12-4511-8c7c-135720d4f277" providerId="ADAL" clId="{9932D13E-6C5E-49FA-A144-75AC46F307EF}" dt="2019-09-11T07:54:52.916" v="2099" actId="20577"/>
        <pc:sldMkLst>
          <pc:docMk/>
          <pc:sldMk cId="1006678507" sldId="268"/>
        </pc:sldMkLst>
      </pc:sldChg>
      <pc:sldChg chg="modSp add ord">
        <pc:chgData name="Ellen Torfs" userId="c6aa1e10-4a12-4511-8c7c-135720d4f277" providerId="ADAL" clId="{9932D13E-6C5E-49FA-A144-75AC46F307EF}" dt="2019-09-11T08:54:14.153" v="5135" actId="27636"/>
        <pc:sldMkLst>
          <pc:docMk/>
          <pc:sldMk cId="2571285731" sldId="269"/>
        </pc:sldMkLst>
      </pc:sldChg>
      <pc:sldChg chg="modSp add del">
        <pc:chgData name="Ellen Torfs" userId="c6aa1e10-4a12-4511-8c7c-135720d4f277" providerId="ADAL" clId="{9932D13E-6C5E-49FA-A144-75AC46F307EF}" dt="2019-09-11T08:41:26.851" v="4805" actId="2696"/>
        <pc:sldMkLst>
          <pc:docMk/>
          <pc:sldMk cId="2408717167" sldId="270"/>
        </pc:sldMkLst>
      </pc:sldChg>
    </pc:docChg>
  </pc:docChgLst>
  <pc:docChgLst>
    <pc:chgData name="Jochen Mariën" userId="a4f8d9ed-3895-4365-b2d5-9432cb8a20d4" providerId="ADAL" clId="{042E0060-295D-4DA9-A72B-6FD0FAEC5C96}"/>
    <pc:docChg chg="undo custSel addSld modSld addSection modSection">
      <pc:chgData name="Jochen Mariën" userId="a4f8d9ed-3895-4365-b2d5-9432cb8a20d4" providerId="ADAL" clId="{042E0060-295D-4DA9-A72B-6FD0FAEC5C96}" dt="2022-03-08T10:12:17.493" v="1417" actId="20577"/>
      <pc:docMkLst>
        <pc:docMk/>
      </pc:docMkLst>
      <pc:sldChg chg="modSp mod">
        <pc:chgData name="Jochen Mariën" userId="a4f8d9ed-3895-4365-b2d5-9432cb8a20d4" providerId="ADAL" clId="{042E0060-295D-4DA9-A72B-6FD0FAEC5C96}" dt="2022-02-10T12:50:10.069" v="72" actId="20577"/>
        <pc:sldMkLst>
          <pc:docMk/>
          <pc:sldMk cId="54334544" sldId="256"/>
        </pc:sldMkLst>
      </pc:sldChg>
      <pc:sldChg chg="modSp mod">
        <pc:chgData name="Jochen Mariën" userId="a4f8d9ed-3895-4365-b2d5-9432cb8a20d4" providerId="ADAL" clId="{042E0060-295D-4DA9-A72B-6FD0FAEC5C96}" dt="2022-02-15T08:34:25.827" v="204" actId="20577"/>
        <pc:sldMkLst>
          <pc:docMk/>
          <pc:sldMk cId="3503501734" sldId="257"/>
        </pc:sldMkLst>
      </pc:sldChg>
      <pc:sldChg chg="modSp new mod">
        <pc:chgData name="Jochen Mariën" userId="a4f8d9ed-3895-4365-b2d5-9432cb8a20d4" providerId="ADAL" clId="{042E0060-295D-4DA9-A72B-6FD0FAEC5C96}" dt="2022-02-15T09:00:14.375" v="292" actId="20577"/>
        <pc:sldMkLst>
          <pc:docMk/>
          <pc:sldMk cId="944365101" sldId="258"/>
        </pc:sldMkLst>
      </pc:sldChg>
      <pc:sldChg chg="modSp mod">
        <pc:chgData name="Jochen Mariën" userId="a4f8d9ed-3895-4365-b2d5-9432cb8a20d4" providerId="ADAL" clId="{042E0060-295D-4DA9-A72B-6FD0FAEC5C96}" dt="2022-03-01T18:49:47.933" v="296" actId="1076"/>
        <pc:sldMkLst>
          <pc:docMk/>
          <pc:sldMk cId="1759678887" sldId="264"/>
        </pc:sldMkLst>
      </pc:sldChg>
      <pc:sldChg chg="modSp mod">
        <pc:chgData name="Jochen Mariën" userId="a4f8d9ed-3895-4365-b2d5-9432cb8a20d4" providerId="ADAL" clId="{042E0060-295D-4DA9-A72B-6FD0FAEC5C96}" dt="2022-03-01T18:55:21.134" v="317" actId="20577"/>
        <pc:sldMkLst>
          <pc:docMk/>
          <pc:sldMk cId="4019562650" sldId="265"/>
        </pc:sldMkLst>
      </pc:sldChg>
      <pc:sldChg chg="addSp modSp new mod">
        <pc:chgData name="Jochen Mariën" userId="a4f8d9ed-3895-4365-b2d5-9432cb8a20d4" providerId="ADAL" clId="{042E0060-295D-4DA9-A72B-6FD0FAEC5C96}" dt="2022-03-01T19:03:06.712" v="793" actId="1076"/>
        <pc:sldMkLst>
          <pc:docMk/>
          <pc:sldMk cId="240228032" sldId="268"/>
        </pc:sldMkLst>
      </pc:sldChg>
      <pc:sldChg chg="modSp new mod">
        <pc:chgData name="Jochen Mariën" userId="a4f8d9ed-3895-4365-b2d5-9432cb8a20d4" providerId="ADAL" clId="{042E0060-295D-4DA9-A72B-6FD0FAEC5C96}" dt="2022-03-01T19:03:19.454" v="797" actId="20577"/>
        <pc:sldMkLst>
          <pc:docMk/>
          <pc:sldMk cId="565048097" sldId="269"/>
        </pc:sldMkLst>
      </pc:sldChg>
      <pc:sldChg chg="add">
        <pc:chgData name="Jochen Mariën" userId="a4f8d9ed-3895-4365-b2d5-9432cb8a20d4" providerId="ADAL" clId="{042E0060-295D-4DA9-A72B-6FD0FAEC5C96}" dt="2022-03-02T10:01:20.908" v="798"/>
        <pc:sldMkLst>
          <pc:docMk/>
          <pc:sldMk cId="130218401" sldId="277"/>
        </pc:sldMkLst>
      </pc:sldChg>
      <pc:sldChg chg="add">
        <pc:chgData name="Jochen Mariën" userId="a4f8d9ed-3895-4365-b2d5-9432cb8a20d4" providerId="ADAL" clId="{042E0060-295D-4DA9-A72B-6FD0FAEC5C96}" dt="2022-03-02T10:01:20.908" v="798"/>
        <pc:sldMkLst>
          <pc:docMk/>
          <pc:sldMk cId="1561444382" sldId="278"/>
        </pc:sldMkLst>
      </pc:sldChg>
      <pc:sldChg chg="add">
        <pc:chgData name="Jochen Mariën" userId="a4f8d9ed-3895-4365-b2d5-9432cb8a20d4" providerId="ADAL" clId="{042E0060-295D-4DA9-A72B-6FD0FAEC5C96}" dt="2022-03-02T10:01:20.908" v="798"/>
        <pc:sldMkLst>
          <pc:docMk/>
          <pc:sldMk cId="830234529" sldId="279"/>
        </pc:sldMkLst>
      </pc:sldChg>
      <pc:sldChg chg="modSp add mod">
        <pc:chgData name="Jochen Mariën" userId="a4f8d9ed-3895-4365-b2d5-9432cb8a20d4" providerId="ADAL" clId="{042E0060-295D-4DA9-A72B-6FD0FAEC5C96}" dt="2022-03-07T20:02:48.885" v="1339" actId="20577"/>
        <pc:sldMkLst>
          <pc:docMk/>
          <pc:sldMk cId="2748883490" sldId="280"/>
        </pc:sldMkLst>
      </pc:sldChg>
      <pc:sldChg chg="add">
        <pc:chgData name="Jochen Mariën" userId="a4f8d9ed-3895-4365-b2d5-9432cb8a20d4" providerId="ADAL" clId="{042E0060-295D-4DA9-A72B-6FD0FAEC5C96}" dt="2022-03-02T10:01:20.908" v="798"/>
        <pc:sldMkLst>
          <pc:docMk/>
          <pc:sldMk cId="2734980451" sldId="281"/>
        </pc:sldMkLst>
      </pc:sldChg>
      <pc:sldChg chg="add">
        <pc:chgData name="Jochen Mariën" userId="a4f8d9ed-3895-4365-b2d5-9432cb8a20d4" providerId="ADAL" clId="{042E0060-295D-4DA9-A72B-6FD0FAEC5C96}" dt="2022-03-02T10:01:20.908" v="798"/>
        <pc:sldMkLst>
          <pc:docMk/>
          <pc:sldMk cId="3376663690" sldId="282"/>
        </pc:sldMkLst>
      </pc:sldChg>
      <pc:sldChg chg="modSp add mod">
        <pc:chgData name="Jochen Mariën" userId="a4f8d9ed-3895-4365-b2d5-9432cb8a20d4" providerId="ADAL" clId="{042E0060-295D-4DA9-A72B-6FD0FAEC5C96}" dt="2022-03-07T20:03:41.002" v="1410" actId="20577"/>
        <pc:sldMkLst>
          <pc:docMk/>
          <pc:sldMk cId="1074626655" sldId="283"/>
        </pc:sldMkLst>
      </pc:sldChg>
      <pc:sldChg chg="add">
        <pc:chgData name="Jochen Mariën" userId="a4f8d9ed-3895-4365-b2d5-9432cb8a20d4" providerId="ADAL" clId="{042E0060-295D-4DA9-A72B-6FD0FAEC5C96}" dt="2022-03-02T10:01:20.908" v="798"/>
        <pc:sldMkLst>
          <pc:docMk/>
          <pc:sldMk cId="2277808380" sldId="284"/>
        </pc:sldMkLst>
      </pc:sldChg>
      <pc:sldChg chg="add">
        <pc:chgData name="Jochen Mariën" userId="a4f8d9ed-3895-4365-b2d5-9432cb8a20d4" providerId="ADAL" clId="{042E0060-295D-4DA9-A72B-6FD0FAEC5C96}" dt="2022-03-02T10:01:20.908" v="798"/>
        <pc:sldMkLst>
          <pc:docMk/>
          <pc:sldMk cId="3629993010" sldId="285"/>
        </pc:sldMkLst>
      </pc:sldChg>
      <pc:sldChg chg="modSp add mod">
        <pc:chgData name="Jochen Mariën" userId="a4f8d9ed-3895-4365-b2d5-9432cb8a20d4" providerId="ADAL" clId="{042E0060-295D-4DA9-A72B-6FD0FAEC5C96}" dt="2022-03-07T20:05:35.839" v="1411" actId="20577"/>
        <pc:sldMkLst>
          <pc:docMk/>
          <pc:sldMk cId="120645609" sldId="286"/>
        </pc:sldMkLst>
      </pc:sldChg>
      <pc:sldChg chg="add modNotesTx">
        <pc:chgData name="Jochen Mariën" userId="a4f8d9ed-3895-4365-b2d5-9432cb8a20d4" providerId="ADAL" clId="{042E0060-295D-4DA9-A72B-6FD0FAEC5C96}" dt="2022-03-08T10:12:17.493" v="1417" actId="20577"/>
        <pc:sldMkLst>
          <pc:docMk/>
          <pc:sldMk cId="239136191" sldId="287"/>
        </pc:sldMkLst>
      </pc:sldChg>
      <pc:sldChg chg="add">
        <pc:chgData name="Jochen Mariën" userId="a4f8d9ed-3895-4365-b2d5-9432cb8a20d4" providerId="ADAL" clId="{042E0060-295D-4DA9-A72B-6FD0FAEC5C96}" dt="2022-03-02T10:01:20.908" v="798"/>
        <pc:sldMkLst>
          <pc:docMk/>
          <pc:sldMk cId="1834726198" sldId="288"/>
        </pc:sldMkLst>
      </pc:sldChg>
      <pc:sldChg chg="add">
        <pc:chgData name="Jochen Mariën" userId="a4f8d9ed-3895-4365-b2d5-9432cb8a20d4" providerId="ADAL" clId="{042E0060-295D-4DA9-A72B-6FD0FAEC5C96}" dt="2022-03-02T10:01:20.908" v="798"/>
        <pc:sldMkLst>
          <pc:docMk/>
          <pc:sldMk cId="4007602368" sldId="289"/>
        </pc:sldMkLst>
      </pc:sldChg>
      <pc:sldChg chg="addSp delSp modSp add mod">
        <pc:chgData name="Jochen Mariën" userId="a4f8d9ed-3895-4365-b2d5-9432cb8a20d4" providerId="ADAL" clId="{042E0060-295D-4DA9-A72B-6FD0FAEC5C96}" dt="2022-03-07T20:06:09.344" v="1414" actId="20577"/>
        <pc:sldMkLst>
          <pc:docMk/>
          <pc:sldMk cId="3345840171" sldId="290"/>
        </pc:sldMkLst>
      </pc:sldChg>
      <pc:sldChg chg="modSp new mod">
        <pc:chgData name="Jochen Mariën" userId="a4f8d9ed-3895-4365-b2d5-9432cb8a20d4" providerId="ADAL" clId="{042E0060-295D-4DA9-A72B-6FD0FAEC5C96}" dt="2022-03-07T19:40:23.023" v="1313" actId="20577"/>
        <pc:sldMkLst>
          <pc:docMk/>
          <pc:sldMk cId="3236704207" sldId="299"/>
        </pc:sldMkLst>
      </pc:sldChg>
    </pc:docChg>
  </pc:docChgLst>
  <pc:docChgLst>
    <pc:chgData name="Ellen Torfs" userId="c6aa1e10-4a12-4511-8c7c-135720d4f277" providerId="ADAL" clId="{30A20081-CCFC-457C-A84C-07C1A3B6FFDB}"/>
    <pc:docChg chg="custSel addSld delSld modSld sldOrd delSection modSection">
      <pc:chgData name="Ellen Torfs" userId="c6aa1e10-4a12-4511-8c7c-135720d4f277" providerId="ADAL" clId="{30A20081-CCFC-457C-A84C-07C1A3B6FFDB}" dt="2024-09-23T18:20:18.029" v="505" actId="20577"/>
      <pc:docMkLst>
        <pc:docMk/>
      </pc:docMkLst>
      <pc:sldChg chg="modSp mod">
        <pc:chgData name="Ellen Torfs" userId="c6aa1e10-4a12-4511-8c7c-135720d4f277" providerId="ADAL" clId="{30A20081-CCFC-457C-A84C-07C1A3B6FFDB}" dt="2024-09-23T17:56:37.320" v="42" actId="20577"/>
        <pc:sldMkLst>
          <pc:docMk/>
          <pc:sldMk cId="54334544" sldId="256"/>
        </pc:sldMkLst>
      </pc:sldChg>
      <pc:sldChg chg="del">
        <pc:chgData name="Ellen Torfs" userId="c6aa1e10-4a12-4511-8c7c-135720d4f277" providerId="ADAL" clId="{30A20081-CCFC-457C-A84C-07C1A3B6FFDB}" dt="2024-09-23T17:56:14.532" v="26" actId="47"/>
        <pc:sldMkLst>
          <pc:docMk/>
          <pc:sldMk cId="130218401" sldId="277"/>
        </pc:sldMkLst>
      </pc:sldChg>
      <pc:sldChg chg="del">
        <pc:chgData name="Ellen Torfs" userId="c6aa1e10-4a12-4511-8c7c-135720d4f277" providerId="ADAL" clId="{30A20081-CCFC-457C-A84C-07C1A3B6FFDB}" dt="2024-09-23T17:56:14.532" v="26" actId="47"/>
        <pc:sldMkLst>
          <pc:docMk/>
          <pc:sldMk cId="1561444382" sldId="278"/>
        </pc:sldMkLst>
      </pc:sldChg>
      <pc:sldChg chg="del">
        <pc:chgData name="Ellen Torfs" userId="c6aa1e10-4a12-4511-8c7c-135720d4f277" providerId="ADAL" clId="{30A20081-CCFC-457C-A84C-07C1A3B6FFDB}" dt="2024-09-23T17:56:14.532" v="26" actId="47"/>
        <pc:sldMkLst>
          <pc:docMk/>
          <pc:sldMk cId="830234529" sldId="279"/>
        </pc:sldMkLst>
      </pc:sldChg>
      <pc:sldChg chg="del">
        <pc:chgData name="Ellen Torfs" userId="c6aa1e10-4a12-4511-8c7c-135720d4f277" providerId="ADAL" clId="{30A20081-CCFC-457C-A84C-07C1A3B6FFDB}" dt="2024-09-23T17:56:14.532" v="26" actId="47"/>
        <pc:sldMkLst>
          <pc:docMk/>
          <pc:sldMk cId="2748883490" sldId="280"/>
        </pc:sldMkLst>
      </pc:sldChg>
      <pc:sldChg chg="del">
        <pc:chgData name="Ellen Torfs" userId="c6aa1e10-4a12-4511-8c7c-135720d4f277" providerId="ADAL" clId="{30A20081-CCFC-457C-A84C-07C1A3B6FFDB}" dt="2024-09-23T17:56:14.532" v="26" actId="47"/>
        <pc:sldMkLst>
          <pc:docMk/>
          <pc:sldMk cId="2734980451" sldId="281"/>
        </pc:sldMkLst>
      </pc:sldChg>
      <pc:sldChg chg="del">
        <pc:chgData name="Ellen Torfs" userId="c6aa1e10-4a12-4511-8c7c-135720d4f277" providerId="ADAL" clId="{30A20081-CCFC-457C-A84C-07C1A3B6FFDB}" dt="2024-09-23T17:56:14.532" v="26" actId="47"/>
        <pc:sldMkLst>
          <pc:docMk/>
          <pc:sldMk cId="3376663690" sldId="282"/>
        </pc:sldMkLst>
      </pc:sldChg>
      <pc:sldChg chg="del">
        <pc:chgData name="Ellen Torfs" userId="c6aa1e10-4a12-4511-8c7c-135720d4f277" providerId="ADAL" clId="{30A20081-CCFC-457C-A84C-07C1A3B6FFDB}" dt="2024-09-23T17:56:14.532" v="26" actId="47"/>
        <pc:sldMkLst>
          <pc:docMk/>
          <pc:sldMk cId="1074626655" sldId="283"/>
        </pc:sldMkLst>
      </pc:sldChg>
      <pc:sldChg chg="del">
        <pc:chgData name="Ellen Torfs" userId="c6aa1e10-4a12-4511-8c7c-135720d4f277" providerId="ADAL" clId="{30A20081-CCFC-457C-A84C-07C1A3B6FFDB}" dt="2024-09-23T17:56:14.532" v="26" actId="47"/>
        <pc:sldMkLst>
          <pc:docMk/>
          <pc:sldMk cId="2277808380" sldId="284"/>
        </pc:sldMkLst>
      </pc:sldChg>
      <pc:sldChg chg="del">
        <pc:chgData name="Ellen Torfs" userId="c6aa1e10-4a12-4511-8c7c-135720d4f277" providerId="ADAL" clId="{30A20081-CCFC-457C-A84C-07C1A3B6FFDB}" dt="2024-09-23T17:56:14.532" v="26" actId="47"/>
        <pc:sldMkLst>
          <pc:docMk/>
          <pc:sldMk cId="3629993010" sldId="285"/>
        </pc:sldMkLst>
      </pc:sldChg>
      <pc:sldChg chg="del">
        <pc:chgData name="Ellen Torfs" userId="c6aa1e10-4a12-4511-8c7c-135720d4f277" providerId="ADAL" clId="{30A20081-CCFC-457C-A84C-07C1A3B6FFDB}" dt="2024-09-23T17:56:14.532" v="26" actId="47"/>
        <pc:sldMkLst>
          <pc:docMk/>
          <pc:sldMk cId="120645609" sldId="286"/>
        </pc:sldMkLst>
      </pc:sldChg>
      <pc:sldChg chg="del">
        <pc:chgData name="Ellen Torfs" userId="c6aa1e10-4a12-4511-8c7c-135720d4f277" providerId="ADAL" clId="{30A20081-CCFC-457C-A84C-07C1A3B6FFDB}" dt="2024-09-23T17:56:14.532" v="26" actId="47"/>
        <pc:sldMkLst>
          <pc:docMk/>
          <pc:sldMk cId="239136191" sldId="287"/>
        </pc:sldMkLst>
      </pc:sldChg>
      <pc:sldChg chg="del">
        <pc:chgData name="Ellen Torfs" userId="c6aa1e10-4a12-4511-8c7c-135720d4f277" providerId="ADAL" clId="{30A20081-CCFC-457C-A84C-07C1A3B6FFDB}" dt="2024-09-23T17:56:14.532" v="26" actId="47"/>
        <pc:sldMkLst>
          <pc:docMk/>
          <pc:sldMk cId="1834726198" sldId="288"/>
        </pc:sldMkLst>
      </pc:sldChg>
      <pc:sldChg chg="del">
        <pc:chgData name="Ellen Torfs" userId="c6aa1e10-4a12-4511-8c7c-135720d4f277" providerId="ADAL" clId="{30A20081-CCFC-457C-A84C-07C1A3B6FFDB}" dt="2024-09-23T17:56:14.532" v="26" actId="47"/>
        <pc:sldMkLst>
          <pc:docMk/>
          <pc:sldMk cId="4007602368" sldId="289"/>
        </pc:sldMkLst>
      </pc:sldChg>
      <pc:sldChg chg="del">
        <pc:chgData name="Ellen Torfs" userId="c6aa1e10-4a12-4511-8c7c-135720d4f277" providerId="ADAL" clId="{30A20081-CCFC-457C-A84C-07C1A3B6FFDB}" dt="2024-09-23T17:56:14.532" v="26" actId="47"/>
        <pc:sldMkLst>
          <pc:docMk/>
          <pc:sldMk cId="3236704207" sldId="299"/>
        </pc:sldMkLst>
      </pc:sldChg>
      <pc:sldChg chg="del">
        <pc:chgData name="Ellen Torfs" userId="c6aa1e10-4a12-4511-8c7c-135720d4f277" providerId="ADAL" clId="{30A20081-CCFC-457C-A84C-07C1A3B6FFDB}" dt="2024-09-23T18:14:42.204" v="429" actId="47"/>
        <pc:sldMkLst>
          <pc:docMk/>
          <pc:sldMk cId="161991169" sldId="300"/>
        </pc:sldMkLst>
      </pc:sldChg>
      <pc:sldChg chg="addSp delSp modSp mod modClrScheme chgLayout">
        <pc:chgData name="Ellen Torfs" userId="c6aa1e10-4a12-4511-8c7c-135720d4f277" providerId="ADAL" clId="{30A20081-CCFC-457C-A84C-07C1A3B6FFDB}" dt="2024-09-23T18:03:17.336" v="255" actId="1076"/>
        <pc:sldMkLst>
          <pc:docMk/>
          <pc:sldMk cId="1751045476" sldId="301"/>
        </pc:sldMkLst>
      </pc:sldChg>
      <pc:sldChg chg="modSp mod ord">
        <pc:chgData name="Ellen Torfs" userId="c6aa1e10-4a12-4511-8c7c-135720d4f277" providerId="ADAL" clId="{30A20081-CCFC-457C-A84C-07C1A3B6FFDB}" dt="2024-09-23T18:06:07.091" v="379" actId="20577"/>
        <pc:sldMkLst>
          <pc:docMk/>
          <pc:sldMk cId="4266504895" sldId="302"/>
        </pc:sldMkLst>
      </pc:sldChg>
      <pc:sldChg chg="del">
        <pc:chgData name="Ellen Torfs" userId="c6aa1e10-4a12-4511-8c7c-135720d4f277" providerId="ADAL" clId="{30A20081-CCFC-457C-A84C-07C1A3B6FFDB}" dt="2024-09-23T17:56:14.532" v="26" actId="47"/>
        <pc:sldMkLst>
          <pc:docMk/>
          <pc:sldMk cId="1681092894" sldId="304"/>
        </pc:sldMkLst>
      </pc:sldChg>
      <pc:sldChg chg="del">
        <pc:chgData name="Ellen Torfs" userId="c6aa1e10-4a12-4511-8c7c-135720d4f277" providerId="ADAL" clId="{30A20081-CCFC-457C-A84C-07C1A3B6FFDB}" dt="2024-09-23T17:56:14.532" v="26" actId="47"/>
        <pc:sldMkLst>
          <pc:docMk/>
          <pc:sldMk cId="3152460498" sldId="306"/>
        </pc:sldMkLst>
      </pc:sldChg>
      <pc:sldChg chg="ord">
        <pc:chgData name="Ellen Torfs" userId="c6aa1e10-4a12-4511-8c7c-135720d4f277" providerId="ADAL" clId="{30A20081-CCFC-457C-A84C-07C1A3B6FFDB}" dt="2024-09-23T18:02:14.968" v="244"/>
        <pc:sldMkLst>
          <pc:docMk/>
          <pc:sldMk cId="1862151431" sldId="307"/>
        </pc:sldMkLst>
      </pc:sldChg>
      <pc:sldChg chg="modSp mod">
        <pc:chgData name="Ellen Torfs" userId="c6aa1e10-4a12-4511-8c7c-135720d4f277" providerId="ADAL" clId="{30A20081-CCFC-457C-A84C-07C1A3B6FFDB}" dt="2024-09-23T18:19:43.091" v="486" actId="20577"/>
        <pc:sldMkLst>
          <pc:docMk/>
          <pc:sldMk cId="727164595" sldId="317"/>
        </pc:sldMkLst>
      </pc:sldChg>
      <pc:sldChg chg="addSp modSp new mod modClrScheme chgLayout">
        <pc:chgData name="Ellen Torfs" userId="c6aa1e10-4a12-4511-8c7c-135720d4f277" providerId="ADAL" clId="{30A20081-CCFC-457C-A84C-07C1A3B6FFDB}" dt="2024-09-23T18:20:18.029" v="505" actId="20577"/>
        <pc:sldMkLst>
          <pc:docMk/>
          <pc:sldMk cId="3939760167" sldId="318"/>
        </pc:sldMkLst>
      </pc:sldChg>
    </pc:docChg>
  </pc:docChgLst>
  <pc:docChgLst>
    <pc:chgData name="Jochen Mariën" userId="S::u0068647@thomasmore.be::a4f8d9ed-3895-4365-b2d5-9432cb8a20d4" providerId="AD" clId="Web-{E6097515-2DC7-DEE3-3C48-76301ACFFA7C}"/>
    <pc:docChg chg="modSld">
      <pc:chgData name="Jochen Mariën" userId="S::u0068647@thomasmore.be::a4f8d9ed-3895-4365-b2d5-9432cb8a20d4" providerId="AD" clId="Web-{E6097515-2DC7-DEE3-3C48-76301ACFFA7C}" dt="2022-11-09T13:23:46.236" v="1" actId="20577"/>
      <pc:docMkLst>
        <pc:docMk/>
      </pc:docMkLst>
      <pc:sldChg chg="modSp">
        <pc:chgData name="Jochen Mariën" userId="S::u0068647@thomasmore.be::a4f8d9ed-3895-4365-b2d5-9432cb8a20d4" providerId="AD" clId="Web-{E6097515-2DC7-DEE3-3C48-76301ACFFA7C}" dt="2022-11-09T13:23:46.236" v="1" actId="20577"/>
        <pc:sldMkLst>
          <pc:docMk/>
          <pc:sldMk cId="4007602368" sldId="289"/>
        </pc:sldMkLst>
      </pc:sldChg>
    </pc:docChg>
  </pc:docChgLst>
  <pc:docChgLst>
    <pc:chgData name="Jochen Mariën" userId="a4f8d9ed-3895-4365-b2d5-9432cb8a20d4" providerId="ADAL" clId="{B6938AB8-549F-4E30-814E-FDB63EAB7E31}"/>
    <pc:docChg chg="delSld modSld modSection">
      <pc:chgData name="Jochen Mariën" userId="a4f8d9ed-3895-4365-b2d5-9432cb8a20d4" providerId="ADAL" clId="{B6938AB8-549F-4E30-814E-FDB63EAB7E31}" dt="2022-09-01T12:10:53.925" v="32" actId="20577"/>
      <pc:docMkLst>
        <pc:docMk/>
      </pc:docMkLst>
      <pc:sldChg chg="del">
        <pc:chgData name="Jochen Mariën" userId="a4f8d9ed-3895-4365-b2d5-9432cb8a20d4" providerId="ADAL" clId="{B6938AB8-549F-4E30-814E-FDB63EAB7E31}" dt="2022-09-01T12:09:31.095" v="0" actId="47"/>
        <pc:sldMkLst>
          <pc:docMk/>
          <pc:sldMk cId="3082090126" sldId="259"/>
        </pc:sldMkLst>
      </pc:sldChg>
      <pc:sldChg chg="del">
        <pc:chgData name="Jochen Mariën" userId="a4f8d9ed-3895-4365-b2d5-9432cb8a20d4" providerId="ADAL" clId="{B6938AB8-549F-4E30-814E-FDB63EAB7E31}" dt="2022-09-01T12:09:34.386" v="1" actId="47"/>
        <pc:sldMkLst>
          <pc:docMk/>
          <pc:sldMk cId="2970004847" sldId="260"/>
        </pc:sldMkLst>
      </pc:sldChg>
      <pc:sldChg chg="modSp mod">
        <pc:chgData name="Jochen Mariën" userId="a4f8d9ed-3895-4365-b2d5-9432cb8a20d4" providerId="ADAL" clId="{B6938AB8-549F-4E30-814E-FDB63EAB7E31}" dt="2022-09-01T12:10:53.925" v="32" actId="20577"/>
        <pc:sldMkLst>
          <pc:docMk/>
          <pc:sldMk cId="830234529" sldId="279"/>
        </pc:sldMkLst>
      </pc:sldChg>
    </pc:docChg>
  </pc:docChgLst>
  <pc:docChgLst>
    <pc:chgData name="Ellen Torfs" userId="c6aa1e10-4a12-4511-8c7c-135720d4f277" providerId="ADAL" clId="{F82FCC81-A444-4B01-A1D8-4A3C9F17EF5E}"/>
    <pc:docChg chg="modSld">
      <pc:chgData name="Ellen Torfs" userId="c6aa1e10-4a12-4511-8c7c-135720d4f277" providerId="ADAL" clId="{F82FCC81-A444-4B01-A1D8-4A3C9F17EF5E}" dt="2018-09-19T06:48:35.840" v="0" actId="6549"/>
      <pc:docMkLst>
        <pc:docMk/>
      </pc:docMkLst>
      <pc:sldChg chg="modSp">
        <pc:chgData name="Ellen Torfs" userId="c6aa1e10-4a12-4511-8c7c-135720d4f277" providerId="ADAL" clId="{F82FCC81-A444-4B01-A1D8-4A3C9F17EF5E}" dt="2018-09-19T06:48:35.840" v="0" actId="6549"/>
        <pc:sldMkLst>
          <pc:docMk/>
          <pc:sldMk cId="2006118848" sldId="262"/>
        </pc:sldMkLst>
      </pc:sldChg>
    </pc:docChg>
  </pc:docChgLst>
  <pc:docChgLst>
    <pc:chgData name="Ellen Torfs" userId="c6aa1e10-4a12-4511-8c7c-135720d4f277" providerId="ADAL" clId="{A34FAF8E-6267-48E0-9941-086A1623C187}"/>
    <pc:docChg chg="custSel addSld delSld modSld">
      <pc:chgData name="Ellen Torfs" userId="c6aa1e10-4a12-4511-8c7c-135720d4f277" providerId="ADAL" clId="{A34FAF8E-6267-48E0-9941-086A1623C187}" dt="2022-01-19T09:10:52.439" v="63" actId="20577"/>
      <pc:docMkLst>
        <pc:docMk/>
      </pc:docMkLst>
      <pc:sldChg chg="modSp mod">
        <pc:chgData name="Ellen Torfs" userId="c6aa1e10-4a12-4511-8c7c-135720d4f277" providerId="ADAL" clId="{A34FAF8E-6267-48E0-9941-086A1623C187}" dt="2022-01-19T09:10:41.096" v="45" actId="20577"/>
        <pc:sldMkLst>
          <pc:docMk/>
          <pc:sldMk cId="54334544" sldId="256"/>
        </pc:sldMkLst>
      </pc:sldChg>
      <pc:sldChg chg="modSp new mod">
        <pc:chgData name="Ellen Torfs" userId="c6aa1e10-4a12-4511-8c7c-135720d4f277" providerId="ADAL" clId="{A34FAF8E-6267-48E0-9941-086A1623C187}" dt="2022-01-19T09:10:52.439" v="63" actId="20577"/>
        <pc:sldMkLst>
          <pc:docMk/>
          <pc:sldMk cId="3503501734" sldId="257"/>
        </pc:sldMkLst>
      </pc:sldChg>
      <pc:sldChg chg="del">
        <pc:chgData name="Ellen Torfs" userId="c6aa1e10-4a12-4511-8c7c-135720d4f277" providerId="ADAL" clId="{A34FAF8E-6267-48E0-9941-086A1623C187}" dt="2022-01-19T09:10:24.151" v="0" actId="47"/>
        <pc:sldMkLst>
          <pc:docMk/>
          <pc:sldMk cId="620147385" sldId="258"/>
        </pc:sldMkLst>
      </pc:sldChg>
      <pc:sldChg chg="del">
        <pc:chgData name="Ellen Torfs" userId="c6aa1e10-4a12-4511-8c7c-135720d4f277" providerId="ADAL" clId="{A34FAF8E-6267-48E0-9941-086A1623C187}" dt="2022-01-19T09:10:24.151" v="0" actId="47"/>
        <pc:sldMkLst>
          <pc:docMk/>
          <pc:sldMk cId="2006118848" sldId="262"/>
        </pc:sldMkLst>
      </pc:sldChg>
      <pc:sldChg chg="del">
        <pc:chgData name="Ellen Torfs" userId="c6aa1e10-4a12-4511-8c7c-135720d4f277" providerId="ADAL" clId="{A34FAF8E-6267-48E0-9941-086A1623C187}" dt="2022-01-19T09:10:24.151" v="0" actId="47"/>
        <pc:sldMkLst>
          <pc:docMk/>
          <pc:sldMk cId="2513866126" sldId="267"/>
        </pc:sldMkLst>
      </pc:sldChg>
      <pc:sldChg chg="del">
        <pc:chgData name="Ellen Torfs" userId="c6aa1e10-4a12-4511-8c7c-135720d4f277" providerId="ADAL" clId="{A34FAF8E-6267-48E0-9941-086A1623C187}" dt="2022-01-19T09:10:24.151" v="0" actId="47"/>
        <pc:sldMkLst>
          <pc:docMk/>
          <pc:sldMk cId="1006678507" sldId="268"/>
        </pc:sldMkLst>
      </pc:sldChg>
      <pc:sldChg chg="del">
        <pc:chgData name="Ellen Torfs" userId="c6aa1e10-4a12-4511-8c7c-135720d4f277" providerId="ADAL" clId="{A34FAF8E-6267-48E0-9941-086A1623C187}" dt="2022-01-19T09:10:24.151" v="0" actId="47"/>
        <pc:sldMkLst>
          <pc:docMk/>
          <pc:sldMk cId="2571285731" sldId="269"/>
        </pc:sldMkLst>
      </pc:sldChg>
      <pc:sldChg chg="del">
        <pc:chgData name="Ellen Torfs" userId="c6aa1e10-4a12-4511-8c7c-135720d4f277" providerId="ADAL" clId="{A34FAF8E-6267-48E0-9941-086A1623C187}" dt="2022-01-19T09:10:24.151" v="0" actId="47"/>
        <pc:sldMkLst>
          <pc:docMk/>
          <pc:sldMk cId="839269463" sldId="271"/>
        </pc:sldMkLst>
      </pc:sldChg>
    </pc:docChg>
  </pc:docChgLst>
  <pc:docChgLst>
    <pc:chgData name="Ellen Torfs" userId="c6aa1e10-4a12-4511-8c7c-135720d4f277" providerId="ADAL" clId="{10D4137A-823E-4BF2-A068-0FEB22A234B8}"/>
    <pc:docChg chg="modSld">
      <pc:chgData name="Ellen Torfs" userId="c6aa1e10-4a12-4511-8c7c-135720d4f277" providerId="ADAL" clId="{10D4137A-823E-4BF2-A068-0FEB22A234B8}" dt="2022-03-25T09:48:41.235" v="2" actId="20577"/>
      <pc:docMkLst>
        <pc:docMk/>
      </pc:docMkLst>
      <pc:sldChg chg="modSp mod">
        <pc:chgData name="Ellen Torfs" userId="c6aa1e10-4a12-4511-8c7c-135720d4f277" providerId="ADAL" clId="{10D4137A-823E-4BF2-A068-0FEB22A234B8}" dt="2022-03-25T09:48:41.235" v="2" actId="20577"/>
        <pc:sldMkLst>
          <pc:docMk/>
          <pc:sldMk cId="721089353" sldId="303"/>
        </pc:sldMkLst>
      </pc:sldChg>
    </pc:docChg>
  </pc:docChgLst>
  <pc:docChgLst>
    <pc:chgData name="Ellen Torfs" userId="c6aa1e10-4a12-4511-8c7c-135720d4f277" providerId="ADAL" clId="{768FC7C2-F920-440A-B678-F18A8E1311B7}"/>
    <pc:docChg chg="custSel modSld replTag delTag">
      <pc:chgData name="Ellen Torfs" userId="c6aa1e10-4a12-4511-8c7c-135720d4f277" providerId="ADAL" clId="{768FC7C2-F920-440A-B678-F18A8E1311B7}" dt="2021-09-17T15:05:07.352" v="20"/>
      <pc:docMkLst>
        <pc:docMk/>
      </pc:docMkLst>
      <pc:sldChg chg="modSp mod">
        <pc:chgData name="Ellen Torfs" userId="c6aa1e10-4a12-4511-8c7c-135720d4f277" providerId="ADAL" clId="{768FC7C2-F920-440A-B678-F18A8E1311B7}" dt="2021-09-17T15:05:05.642" v="17" actId="6549"/>
        <pc:sldMkLst>
          <pc:docMk/>
          <pc:sldMk cId="54334544" sldId="256"/>
        </pc:sldMkLst>
      </pc:sldChg>
    </pc:docChg>
  </pc:docChgLst>
  <pc:docChgLst>
    <pc:chgData name="Ellen Torfs" userId="c6aa1e10-4a12-4511-8c7c-135720d4f277" providerId="ADAL" clId="{2A0EC143-6B57-46D9-BD2F-D7E0F126B696}"/>
    <pc:docChg chg="undo custSel addSld modSld modSection">
      <pc:chgData name="Ellen Torfs" userId="c6aa1e10-4a12-4511-8c7c-135720d4f277" providerId="ADAL" clId="{2A0EC143-6B57-46D9-BD2F-D7E0F126B696}" dt="2022-11-10T14:38:09.096" v="520" actId="20577"/>
      <pc:docMkLst>
        <pc:docMk/>
      </pc:docMkLst>
      <pc:sldChg chg="modNotesTx">
        <pc:chgData name="Ellen Torfs" userId="c6aa1e10-4a12-4511-8c7c-135720d4f277" providerId="ADAL" clId="{2A0EC143-6B57-46D9-BD2F-D7E0F126B696}" dt="2022-11-08T08:36:17.662" v="4" actId="113"/>
        <pc:sldMkLst>
          <pc:docMk/>
          <pc:sldMk cId="130218401" sldId="277"/>
        </pc:sldMkLst>
      </pc:sldChg>
      <pc:sldChg chg="modSp mod">
        <pc:chgData name="Ellen Torfs" userId="c6aa1e10-4a12-4511-8c7c-135720d4f277" providerId="ADAL" clId="{2A0EC143-6B57-46D9-BD2F-D7E0F126B696}" dt="2022-11-08T08:39:26.406" v="14" actId="20577"/>
        <pc:sldMkLst>
          <pc:docMk/>
          <pc:sldMk cId="830234529" sldId="279"/>
        </pc:sldMkLst>
      </pc:sldChg>
      <pc:sldChg chg="modSp mod">
        <pc:chgData name="Ellen Torfs" userId="c6aa1e10-4a12-4511-8c7c-135720d4f277" providerId="ADAL" clId="{2A0EC143-6B57-46D9-BD2F-D7E0F126B696}" dt="2022-11-08T10:14:24.538" v="22" actId="20577"/>
        <pc:sldMkLst>
          <pc:docMk/>
          <pc:sldMk cId="3376663690" sldId="282"/>
        </pc:sldMkLst>
      </pc:sldChg>
      <pc:sldChg chg="modNotesTx">
        <pc:chgData name="Ellen Torfs" userId="c6aa1e10-4a12-4511-8c7c-135720d4f277" providerId="ADAL" clId="{2A0EC143-6B57-46D9-BD2F-D7E0F126B696}" dt="2022-11-08T10:20:57.360" v="39" actId="20577"/>
        <pc:sldMkLst>
          <pc:docMk/>
          <pc:sldMk cId="1074626655" sldId="283"/>
        </pc:sldMkLst>
      </pc:sldChg>
      <pc:sldChg chg="modSp mod">
        <pc:chgData name="Ellen Torfs" userId="c6aa1e10-4a12-4511-8c7c-135720d4f277" providerId="ADAL" clId="{2A0EC143-6B57-46D9-BD2F-D7E0F126B696}" dt="2022-11-08T11:16:16.133" v="41" actId="20577"/>
        <pc:sldMkLst>
          <pc:docMk/>
          <pc:sldMk cId="239136191" sldId="287"/>
        </pc:sldMkLst>
      </pc:sldChg>
      <pc:sldChg chg="modNotesTx">
        <pc:chgData name="Ellen Torfs" userId="c6aa1e10-4a12-4511-8c7c-135720d4f277" providerId="ADAL" clId="{2A0EC143-6B57-46D9-BD2F-D7E0F126B696}" dt="2022-11-08T12:24:03.200" v="47" actId="207"/>
        <pc:sldMkLst>
          <pc:docMk/>
          <pc:sldMk cId="4007602368" sldId="289"/>
        </pc:sldMkLst>
      </pc:sldChg>
      <pc:sldChg chg="modNotesTx">
        <pc:chgData name="Ellen Torfs" userId="c6aa1e10-4a12-4511-8c7c-135720d4f277" providerId="ADAL" clId="{2A0EC143-6B57-46D9-BD2F-D7E0F126B696}" dt="2022-11-08T13:13:42.280" v="164" actId="113"/>
        <pc:sldMkLst>
          <pc:docMk/>
          <pc:sldMk cId="3345840171" sldId="290"/>
        </pc:sldMkLst>
      </pc:sldChg>
      <pc:sldChg chg="modSp mod">
        <pc:chgData name="Ellen Torfs" userId="c6aa1e10-4a12-4511-8c7c-135720d4f277" providerId="ADAL" clId="{2A0EC143-6B57-46D9-BD2F-D7E0F126B696}" dt="2022-11-10T14:38:09.096" v="520" actId="20577"/>
        <pc:sldMkLst>
          <pc:docMk/>
          <pc:sldMk cId="4266504895" sldId="302"/>
        </pc:sldMkLst>
      </pc:sldChg>
      <pc:sldChg chg="modSp new mod">
        <pc:chgData name="Ellen Torfs" userId="c6aa1e10-4a12-4511-8c7c-135720d4f277" providerId="ADAL" clId="{2A0EC143-6B57-46D9-BD2F-D7E0F126B696}" dt="2022-11-08T16:53:49.479" v="422" actId="20577"/>
        <pc:sldMkLst>
          <pc:docMk/>
          <pc:sldMk cId="1681092894" sldId="304"/>
        </pc:sldMkLst>
      </pc:sldChg>
    </pc:docChg>
  </pc:docChgLst>
  <pc:docChgLst>
    <pc:chgData name="Ellen Torfs" userId="c6aa1e10-4a12-4511-8c7c-135720d4f277" providerId="ADAL" clId="{6AE37190-B849-4E0B-867D-C0E6CECB53AE}"/>
    <pc:docChg chg="modSld">
      <pc:chgData name="Ellen Torfs" userId="c6aa1e10-4a12-4511-8c7c-135720d4f277" providerId="ADAL" clId="{6AE37190-B849-4E0B-867D-C0E6CECB53AE}" dt="2025-10-01T10:49:46.957" v="10" actId="20577"/>
      <pc:docMkLst>
        <pc:docMk/>
      </pc:docMkLst>
      <pc:sldChg chg="modSp mod">
        <pc:chgData name="Ellen Torfs" userId="c6aa1e10-4a12-4511-8c7c-135720d4f277" providerId="ADAL" clId="{6AE37190-B849-4E0B-867D-C0E6CECB53AE}" dt="2025-09-21T13:08:54.697" v="3" actId="20577"/>
        <pc:sldMkLst>
          <pc:docMk/>
          <pc:sldMk cId="54334544" sldId="256"/>
        </pc:sldMkLst>
        <pc:spChg chg="mod">
          <ac:chgData name="Ellen Torfs" userId="c6aa1e10-4a12-4511-8c7c-135720d4f277" providerId="ADAL" clId="{6AE37190-B849-4E0B-867D-C0E6CECB53AE}" dt="2025-09-21T13:08:54.697" v="3" actId="20577"/>
          <ac:spMkLst>
            <pc:docMk/>
            <pc:sldMk cId="54334544" sldId="256"/>
            <ac:spMk id="3" creationId="{00000000-0000-0000-0000-000000000000}"/>
          </ac:spMkLst>
        </pc:spChg>
      </pc:sldChg>
      <pc:sldChg chg="modSp mod">
        <pc:chgData name="Ellen Torfs" userId="c6aa1e10-4a12-4511-8c7c-135720d4f277" providerId="ADAL" clId="{6AE37190-B849-4E0B-867D-C0E6CECB53AE}" dt="2025-10-01T10:44:08.427" v="8" actId="113"/>
        <pc:sldMkLst>
          <pc:docMk/>
          <pc:sldMk cId="1862151431" sldId="307"/>
        </pc:sldMkLst>
        <pc:spChg chg="mod">
          <ac:chgData name="Ellen Torfs" userId="c6aa1e10-4a12-4511-8c7c-135720d4f277" providerId="ADAL" clId="{6AE37190-B849-4E0B-867D-C0E6CECB53AE}" dt="2025-10-01T10:44:08.427" v="8" actId="113"/>
          <ac:spMkLst>
            <pc:docMk/>
            <pc:sldMk cId="1862151431" sldId="307"/>
            <ac:spMk id="3" creationId="{DE83881F-BF94-77FA-48D3-2277B6EA0ED8}"/>
          </ac:spMkLst>
        </pc:spChg>
      </pc:sldChg>
      <pc:sldChg chg="modSp mod">
        <pc:chgData name="Ellen Torfs" userId="c6aa1e10-4a12-4511-8c7c-135720d4f277" providerId="ADAL" clId="{6AE37190-B849-4E0B-867D-C0E6CECB53AE}" dt="2025-10-01T10:49:46.957" v="10" actId="20577"/>
        <pc:sldMkLst>
          <pc:docMk/>
          <pc:sldMk cId="194391660" sldId="315"/>
        </pc:sldMkLst>
        <pc:spChg chg="mod">
          <ac:chgData name="Ellen Torfs" userId="c6aa1e10-4a12-4511-8c7c-135720d4f277" providerId="ADAL" clId="{6AE37190-B849-4E0B-867D-C0E6CECB53AE}" dt="2025-10-01T10:49:46.957" v="10" actId="20577"/>
          <ac:spMkLst>
            <pc:docMk/>
            <pc:sldMk cId="194391660" sldId="315"/>
            <ac:spMk id="3" creationId="{EFAC86EA-2CC9-617E-1178-2AEDDDCA31E3}"/>
          </ac:spMkLst>
        </pc:spChg>
      </pc:sldChg>
    </pc:docChg>
  </pc:docChgLst>
  <pc:docChgLst>
    <pc:chgData name="Ellen Torfs" userId="S::u0068049@thomasmore.be::c6aa1e10-4a12-4511-8c7c-135720d4f277" providerId="AD" clId="Web-{2F3828EA-79FA-67E1-BD09-9A3E871D80E8}"/>
    <pc:docChg chg="modSld">
      <pc:chgData name="Ellen Torfs" userId="S::u0068049@thomasmore.be::c6aa1e10-4a12-4511-8c7c-135720d4f277" providerId="AD" clId="Web-{2F3828EA-79FA-67E1-BD09-9A3E871D80E8}" dt="2022-02-14T11:21:22.692" v="16" actId="20577"/>
      <pc:docMkLst>
        <pc:docMk/>
      </pc:docMkLst>
      <pc:sldChg chg="modSp">
        <pc:chgData name="Ellen Torfs" userId="S::u0068049@thomasmore.be::c6aa1e10-4a12-4511-8c7c-135720d4f277" providerId="AD" clId="Web-{2F3828EA-79FA-67E1-BD09-9A3E871D80E8}" dt="2022-02-14T11:21:22.692" v="16" actId="20577"/>
        <pc:sldMkLst>
          <pc:docMk/>
          <pc:sldMk cId="3503501734" sldId="257"/>
        </pc:sldMkLst>
      </pc:sldChg>
    </pc:docChg>
  </pc:docChgLst>
  <pc:docChgLst>
    <pc:chgData name="Kristine Mangelschots" userId="f3152f8f-1017-4733-9e76-33dd9c43a1dc" providerId="ADAL" clId="{C416F33C-A015-4ECF-ACAC-2A0E3B585B27}"/>
    <pc:docChg chg="modSld">
      <pc:chgData name="Kristine Mangelschots" userId="f3152f8f-1017-4733-9e76-33dd9c43a1dc" providerId="ADAL" clId="{C416F33C-A015-4ECF-ACAC-2A0E3B585B27}" dt="2022-10-25T08:07:34.321" v="20" actId="208"/>
      <pc:docMkLst>
        <pc:docMk/>
      </pc:docMkLst>
      <pc:sldChg chg="modSp mod">
        <pc:chgData name="Kristine Mangelschots" userId="f3152f8f-1017-4733-9e76-33dd9c43a1dc" providerId="ADAL" clId="{C416F33C-A015-4ECF-ACAC-2A0E3B585B27}" dt="2022-10-25T08:04:02.563" v="4" actId="207"/>
        <pc:sldMkLst>
          <pc:docMk/>
          <pc:sldMk cId="3376663690" sldId="282"/>
        </pc:sldMkLst>
      </pc:sldChg>
      <pc:sldChg chg="modSp mod">
        <pc:chgData name="Kristine Mangelschots" userId="f3152f8f-1017-4733-9e76-33dd9c43a1dc" providerId="ADAL" clId="{C416F33C-A015-4ECF-ACAC-2A0E3B585B27}" dt="2022-10-25T08:05:46.835" v="9" actId="208"/>
        <pc:sldMkLst>
          <pc:docMk/>
          <pc:sldMk cId="1074626655" sldId="283"/>
        </pc:sldMkLst>
      </pc:sldChg>
      <pc:sldChg chg="modSp mod">
        <pc:chgData name="Kristine Mangelschots" userId="f3152f8f-1017-4733-9e76-33dd9c43a1dc" providerId="ADAL" clId="{C416F33C-A015-4ECF-ACAC-2A0E3B585B27}" dt="2022-10-25T08:06:04.146" v="12" actId="208"/>
        <pc:sldMkLst>
          <pc:docMk/>
          <pc:sldMk cId="2277808380" sldId="284"/>
        </pc:sldMkLst>
      </pc:sldChg>
      <pc:sldChg chg="modSp mod">
        <pc:chgData name="Kristine Mangelschots" userId="f3152f8f-1017-4733-9e76-33dd9c43a1dc" providerId="ADAL" clId="{C416F33C-A015-4ECF-ACAC-2A0E3B585B27}" dt="2022-10-25T08:06:30.731" v="13" actId="208"/>
        <pc:sldMkLst>
          <pc:docMk/>
          <pc:sldMk cId="3629993010" sldId="285"/>
        </pc:sldMkLst>
      </pc:sldChg>
      <pc:sldChg chg="modSp mod">
        <pc:chgData name="Kristine Mangelschots" userId="f3152f8f-1017-4733-9e76-33dd9c43a1dc" providerId="ADAL" clId="{C416F33C-A015-4ECF-ACAC-2A0E3B585B27}" dt="2022-10-25T08:06:51.004" v="14" actId="208"/>
        <pc:sldMkLst>
          <pc:docMk/>
          <pc:sldMk cId="120645609" sldId="286"/>
        </pc:sldMkLst>
      </pc:sldChg>
      <pc:sldChg chg="modSp mod">
        <pc:chgData name="Kristine Mangelschots" userId="f3152f8f-1017-4733-9e76-33dd9c43a1dc" providerId="ADAL" clId="{C416F33C-A015-4ECF-ACAC-2A0E3B585B27}" dt="2022-10-25T08:07:01.291" v="16" actId="208"/>
        <pc:sldMkLst>
          <pc:docMk/>
          <pc:sldMk cId="239136191" sldId="287"/>
        </pc:sldMkLst>
      </pc:sldChg>
      <pc:sldChg chg="modSp mod">
        <pc:chgData name="Kristine Mangelschots" userId="f3152f8f-1017-4733-9e76-33dd9c43a1dc" providerId="ADAL" clId="{C416F33C-A015-4ECF-ACAC-2A0E3B585B27}" dt="2022-10-25T08:07:25.442" v="19" actId="1076"/>
        <pc:sldMkLst>
          <pc:docMk/>
          <pc:sldMk cId="1834726198" sldId="288"/>
        </pc:sldMkLst>
      </pc:sldChg>
      <pc:sldChg chg="modSp mod">
        <pc:chgData name="Kristine Mangelschots" userId="f3152f8f-1017-4733-9e76-33dd9c43a1dc" providerId="ADAL" clId="{C416F33C-A015-4ECF-ACAC-2A0E3B585B27}" dt="2022-10-25T08:07:34.321" v="20" actId="208"/>
        <pc:sldMkLst>
          <pc:docMk/>
          <pc:sldMk cId="4007602368" sldId="289"/>
        </pc:sldMkLst>
      </pc:sldChg>
    </pc:docChg>
  </pc:docChgLst>
  <pc:docChgLst>
    <pc:chgData name="Ellen Torfs" userId="c6aa1e10-4a12-4511-8c7c-135720d4f277" providerId="ADAL" clId="{FF95A89B-2AB9-47A5-A5A2-46B9549F1166}"/>
    <pc:docChg chg="custSel addSld delSld modSld replTag delTag">
      <pc:chgData name="Ellen Torfs" userId="c6aa1e10-4a12-4511-8c7c-135720d4f277" providerId="ADAL" clId="{FF95A89B-2AB9-47A5-A5A2-46B9549F1166}" dt="2021-09-20T16:12:03.447" v="575"/>
      <pc:docMkLst>
        <pc:docMk/>
      </pc:docMkLst>
      <pc:sldChg chg="modSp mod">
        <pc:chgData name="Ellen Torfs" userId="c6aa1e10-4a12-4511-8c7c-135720d4f277" providerId="ADAL" clId="{FF95A89B-2AB9-47A5-A5A2-46B9549F1166}" dt="2021-09-20T16:01:10.342" v="30" actId="20577"/>
        <pc:sldMkLst>
          <pc:docMk/>
          <pc:sldMk cId="620147385" sldId="258"/>
        </pc:sldMkLst>
      </pc:sldChg>
      <pc:sldChg chg="modSp mod">
        <pc:chgData name="Ellen Torfs" userId="c6aa1e10-4a12-4511-8c7c-135720d4f277" providerId="ADAL" clId="{FF95A89B-2AB9-47A5-A5A2-46B9549F1166}" dt="2021-09-20T16:01:49.303" v="36" actId="20577"/>
        <pc:sldMkLst>
          <pc:docMk/>
          <pc:sldMk cId="2006118848" sldId="262"/>
        </pc:sldMkLst>
      </pc:sldChg>
      <pc:sldChg chg="modSp mod">
        <pc:chgData name="Ellen Torfs" userId="c6aa1e10-4a12-4511-8c7c-135720d4f277" providerId="ADAL" clId="{FF95A89B-2AB9-47A5-A5A2-46B9549F1166}" dt="2021-09-20T16:11:47.840" v="572" actId="20577"/>
        <pc:sldMkLst>
          <pc:docMk/>
          <pc:sldMk cId="2513866126" sldId="267"/>
        </pc:sldMkLst>
      </pc:sldChg>
      <pc:sldChg chg="modSp mod">
        <pc:chgData name="Ellen Torfs" userId="c6aa1e10-4a12-4511-8c7c-135720d4f277" providerId="ADAL" clId="{FF95A89B-2AB9-47A5-A5A2-46B9549F1166}" dt="2021-09-20T15:59:37.065" v="19" actId="20577"/>
        <pc:sldMkLst>
          <pc:docMk/>
          <pc:sldMk cId="1006678507" sldId="268"/>
        </pc:sldMkLst>
      </pc:sldChg>
      <pc:sldChg chg="modSp mod">
        <pc:chgData name="Ellen Torfs" userId="c6aa1e10-4a12-4511-8c7c-135720d4f277" providerId="ADAL" clId="{FF95A89B-2AB9-47A5-A5A2-46B9549F1166}" dt="2021-09-20T16:11:00.360" v="566" actId="20577"/>
        <pc:sldMkLst>
          <pc:docMk/>
          <pc:sldMk cId="2571285731" sldId="269"/>
        </pc:sldMkLst>
      </pc:sldChg>
      <pc:sldChg chg="modSp new del mod">
        <pc:chgData name="Ellen Torfs" userId="c6aa1e10-4a12-4511-8c7c-135720d4f277" providerId="ADAL" clId="{FF95A89B-2AB9-47A5-A5A2-46B9549F1166}" dt="2021-09-20T16:11:04.389" v="567" actId="47"/>
        <pc:sldMkLst>
          <pc:docMk/>
          <pc:sldMk cId="2783466768" sldId="272"/>
        </pc:sldMkLst>
      </pc:sldChg>
    </pc:docChg>
  </pc:docChgLst>
  <pc:docChgLst>
    <pc:chgData name="Jochen Mariën" userId="a4f8d9ed-3895-4365-b2d5-9432cb8a20d4" providerId="ADAL" clId="{A49A9719-C13D-4237-94EE-62636D57BEE1}"/>
    <pc:docChg chg="addSld delSld modSld delSection modSection">
      <pc:chgData name="Jochen Mariën" userId="a4f8d9ed-3895-4365-b2d5-9432cb8a20d4" providerId="ADAL" clId="{A49A9719-C13D-4237-94EE-62636D57BEE1}" dt="2022-03-08T12:24:49.651" v="95" actId="20577"/>
      <pc:docMkLst>
        <pc:docMk/>
      </pc:docMkLst>
      <pc:sldChg chg="modSp mod">
        <pc:chgData name="Jochen Mariën" userId="a4f8d9ed-3895-4365-b2d5-9432cb8a20d4" providerId="ADAL" clId="{A49A9719-C13D-4237-94EE-62636D57BEE1}" dt="2022-03-08T12:22:23.839" v="17" actId="20577"/>
        <pc:sldMkLst>
          <pc:docMk/>
          <pc:sldMk cId="54334544" sldId="256"/>
        </pc:sldMkLst>
      </pc:sldChg>
      <pc:sldChg chg="del">
        <pc:chgData name="Jochen Mariën" userId="a4f8d9ed-3895-4365-b2d5-9432cb8a20d4" providerId="ADAL" clId="{A49A9719-C13D-4237-94EE-62636D57BEE1}" dt="2022-03-08T12:23:06.006" v="22" actId="47"/>
        <pc:sldMkLst>
          <pc:docMk/>
          <pc:sldMk cId="3503501734" sldId="257"/>
        </pc:sldMkLst>
      </pc:sldChg>
      <pc:sldChg chg="del">
        <pc:chgData name="Jochen Mariën" userId="a4f8d9ed-3895-4365-b2d5-9432cb8a20d4" providerId="ADAL" clId="{A49A9719-C13D-4237-94EE-62636D57BEE1}" dt="2022-03-08T12:23:06.006" v="22" actId="47"/>
        <pc:sldMkLst>
          <pc:docMk/>
          <pc:sldMk cId="944365101" sldId="258"/>
        </pc:sldMkLst>
      </pc:sldChg>
      <pc:sldChg chg="del">
        <pc:chgData name="Jochen Mariën" userId="a4f8d9ed-3895-4365-b2d5-9432cb8a20d4" providerId="ADAL" clId="{A49A9719-C13D-4237-94EE-62636D57BEE1}" dt="2022-03-08T12:22:38.568" v="18" actId="18676"/>
        <pc:sldMkLst>
          <pc:docMk/>
          <pc:sldMk cId="1411496120" sldId="261"/>
        </pc:sldMkLst>
      </pc:sldChg>
      <pc:sldChg chg="del">
        <pc:chgData name="Jochen Mariën" userId="a4f8d9ed-3895-4365-b2d5-9432cb8a20d4" providerId="ADAL" clId="{A49A9719-C13D-4237-94EE-62636D57BEE1}" dt="2022-03-08T12:22:38.568" v="18" actId="18676"/>
        <pc:sldMkLst>
          <pc:docMk/>
          <pc:sldMk cId="847648305" sldId="262"/>
        </pc:sldMkLst>
      </pc:sldChg>
      <pc:sldChg chg="del">
        <pc:chgData name="Jochen Mariën" userId="a4f8d9ed-3895-4365-b2d5-9432cb8a20d4" providerId="ADAL" clId="{A49A9719-C13D-4237-94EE-62636D57BEE1}" dt="2022-03-08T12:22:38.568" v="18" actId="18676"/>
        <pc:sldMkLst>
          <pc:docMk/>
          <pc:sldMk cId="2130459092" sldId="263"/>
        </pc:sldMkLst>
      </pc:sldChg>
      <pc:sldChg chg="del">
        <pc:chgData name="Jochen Mariën" userId="a4f8d9ed-3895-4365-b2d5-9432cb8a20d4" providerId="ADAL" clId="{A49A9719-C13D-4237-94EE-62636D57BEE1}" dt="2022-03-08T12:22:38.568" v="18" actId="18676"/>
        <pc:sldMkLst>
          <pc:docMk/>
          <pc:sldMk cId="1759678887" sldId="264"/>
        </pc:sldMkLst>
      </pc:sldChg>
      <pc:sldChg chg="del">
        <pc:chgData name="Jochen Mariën" userId="a4f8d9ed-3895-4365-b2d5-9432cb8a20d4" providerId="ADAL" clId="{A49A9719-C13D-4237-94EE-62636D57BEE1}" dt="2022-03-08T12:22:38.568" v="18" actId="18676"/>
        <pc:sldMkLst>
          <pc:docMk/>
          <pc:sldMk cId="4019562650" sldId="265"/>
        </pc:sldMkLst>
      </pc:sldChg>
      <pc:sldChg chg="del">
        <pc:chgData name="Jochen Mariën" userId="a4f8d9ed-3895-4365-b2d5-9432cb8a20d4" providerId="ADAL" clId="{A49A9719-C13D-4237-94EE-62636D57BEE1}" dt="2022-03-08T12:22:38.568" v="18" actId="18676"/>
        <pc:sldMkLst>
          <pc:docMk/>
          <pc:sldMk cId="147268168" sldId="266"/>
        </pc:sldMkLst>
      </pc:sldChg>
      <pc:sldChg chg="del">
        <pc:chgData name="Jochen Mariën" userId="a4f8d9ed-3895-4365-b2d5-9432cb8a20d4" providerId="ADAL" clId="{A49A9719-C13D-4237-94EE-62636D57BEE1}" dt="2022-03-08T12:22:40.531" v="19" actId="18676"/>
        <pc:sldMkLst>
          <pc:docMk/>
          <pc:sldMk cId="1549288791" sldId="267"/>
        </pc:sldMkLst>
      </pc:sldChg>
      <pc:sldChg chg="del">
        <pc:chgData name="Jochen Mariën" userId="a4f8d9ed-3895-4365-b2d5-9432cb8a20d4" providerId="ADAL" clId="{A49A9719-C13D-4237-94EE-62636D57BEE1}" dt="2022-03-08T12:22:40.531" v="19" actId="18676"/>
        <pc:sldMkLst>
          <pc:docMk/>
          <pc:sldMk cId="240228032" sldId="268"/>
        </pc:sldMkLst>
      </pc:sldChg>
      <pc:sldChg chg="del">
        <pc:chgData name="Jochen Mariën" userId="a4f8d9ed-3895-4365-b2d5-9432cb8a20d4" providerId="ADAL" clId="{A49A9719-C13D-4237-94EE-62636D57BEE1}" dt="2022-03-08T12:22:40.531" v="19" actId="18676"/>
        <pc:sldMkLst>
          <pc:docMk/>
          <pc:sldMk cId="565048097" sldId="269"/>
        </pc:sldMkLst>
      </pc:sldChg>
      <pc:sldChg chg="del">
        <pc:chgData name="Jochen Mariën" userId="a4f8d9ed-3895-4365-b2d5-9432cb8a20d4" providerId="ADAL" clId="{A49A9719-C13D-4237-94EE-62636D57BEE1}" dt="2022-03-08T12:22:40.531" v="19" actId="18676"/>
        <pc:sldMkLst>
          <pc:docMk/>
          <pc:sldMk cId="898788182" sldId="270"/>
        </pc:sldMkLst>
      </pc:sldChg>
      <pc:sldChg chg="del">
        <pc:chgData name="Jochen Mariën" userId="a4f8d9ed-3895-4365-b2d5-9432cb8a20d4" providerId="ADAL" clId="{A49A9719-C13D-4237-94EE-62636D57BEE1}" dt="2022-03-08T12:22:40.531" v="19" actId="18676"/>
        <pc:sldMkLst>
          <pc:docMk/>
          <pc:sldMk cId="1497697072" sldId="271"/>
        </pc:sldMkLst>
      </pc:sldChg>
      <pc:sldChg chg="del">
        <pc:chgData name="Jochen Mariën" userId="a4f8d9ed-3895-4365-b2d5-9432cb8a20d4" providerId="ADAL" clId="{A49A9719-C13D-4237-94EE-62636D57BEE1}" dt="2022-03-08T12:22:40.531" v="19" actId="18676"/>
        <pc:sldMkLst>
          <pc:docMk/>
          <pc:sldMk cId="2146129552" sldId="272"/>
        </pc:sldMkLst>
      </pc:sldChg>
      <pc:sldChg chg="del">
        <pc:chgData name="Jochen Mariën" userId="a4f8d9ed-3895-4365-b2d5-9432cb8a20d4" providerId="ADAL" clId="{A49A9719-C13D-4237-94EE-62636D57BEE1}" dt="2022-03-08T12:23:06.006" v="22" actId="47"/>
        <pc:sldMkLst>
          <pc:docMk/>
          <pc:sldMk cId="1418270313" sldId="273"/>
        </pc:sldMkLst>
      </pc:sldChg>
      <pc:sldChg chg="del">
        <pc:chgData name="Jochen Mariën" userId="a4f8d9ed-3895-4365-b2d5-9432cb8a20d4" providerId="ADAL" clId="{A49A9719-C13D-4237-94EE-62636D57BEE1}" dt="2022-03-08T12:22:40.531" v="19" actId="18676"/>
        <pc:sldMkLst>
          <pc:docMk/>
          <pc:sldMk cId="2760517066" sldId="274"/>
        </pc:sldMkLst>
      </pc:sldChg>
      <pc:sldChg chg="del">
        <pc:chgData name="Jochen Mariën" userId="a4f8d9ed-3895-4365-b2d5-9432cb8a20d4" providerId="ADAL" clId="{A49A9719-C13D-4237-94EE-62636D57BEE1}" dt="2022-03-08T12:22:40.531" v="19" actId="18676"/>
        <pc:sldMkLst>
          <pc:docMk/>
          <pc:sldMk cId="3406209512" sldId="275"/>
        </pc:sldMkLst>
      </pc:sldChg>
      <pc:sldChg chg="del">
        <pc:chgData name="Jochen Mariën" userId="a4f8d9ed-3895-4365-b2d5-9432cb8a20d4" providerId="ADAL" clId="{A49A9719-C13D-4237-94EE-62636D57BEE1}" dt="2022-03-08T12:22:40.531" v="19" actId="18676"/>
        <pc:sldMkLst>
          <pc:docMk/>
          <pc:sldMk cId="357269021" sldId="276"/>
        </pc:sldMkLst>
      </pc:sldChg>
      <pc:sldChg chg="modSp mod">
        <pc:chgData name="Jochen Mariën" userId="a4f8d9ed-3895-4365-b2d5-9432cb8a20d4" providerId="ADAL" clId="{A49A9719-C13D-4237-94EE-62636D57BEE1}" dt="2022-03-08T12:24:38.200" v="54" actId="20577"/>
        <pc:sldMkLst>
          <pc:docMk/>
          <pc:sldMk cId="3345840171" sldId="290"/>
        </pc:sldMkLst>
      </pc:sldChg>
      <pc:sldChg chg="del">
        <pc:chgData name="Jochen Mariën" userId="a4f8d9ed-3895-4365-b2d5-9432cb8a20d4" providerId="ADAL" clId="{A49A9719-C13D-4237-94EE-62636D57BEE1}" dt="2022-03-08T12:22:40.531" v="19" actId="18676"/>
        <pc:sldMkLst>
          <pc:docMk/>
          <pc:sldMk cId="2000987521" sldId="291"/>
        </pc:sldMkLst>
      </pc:sldChg>
      <pc:sldChg chg="del">
        <pc:chgData name="Jochen Mariën" userId="a4f8d9ed-3895-4365-b2d5-9432cb8a20d4" providerId="ADAL" clId="{A49A9719-C13D-4237-94EE-62636D57BEE1}" dt="2022-03-08T12:22:40.531" v="19" actId="18676"/>
        <pc:sldMkLst>
          <pc:docMk/>
          <pc:sldMk cId="855153184" sldId="292"/>
        </pc:sldMkLst>
      </pc:sldChg>
      <pc:sldChg chg="del">
        <pc:chgData name="Jochen Mariën" userId="a4f8d9ed-3895-4365-b2d5-9432cb8a20d4" providerId="ADAL" clId="{A49A9719-C13D-4237-94EE-62636D57BEE1}" dt="2022-03-08T12:22:50.231" v="21" actId="47"/>
        <pc:sldMkLst>
          <pc:docMk/>
          <pc:sldMk cId="1304409123" sldId="293"/>
        </pc:sldMkLst>
      </pc:sldChg>
      <pc:sldChg chg="del">
        <pc:chgData name="Jochen Mariën" userId="a4f8d9ed-3895-4365-b2d5-9432cb8a20d4" providerId="ADAL" clId="{A49A9719-C13D-4237-94EE-62636D57BEE1}" dt="2022-03-08T12:22:40.531" v="19" actId="18676"/>
        <pc:sldMkLst>
          <pc:docMk/>
          <pc:sldMk cId="432368652" sldId="294"/>
        </pc:sldMkLst>
      </pc:sldChg>
      <pc:sldChg chg="del">
        <pc:chgData name="Jochen Mariën" userId="a4f8d9ed-3895-4365-b2d5-9432cb8a20d4" providerId="ADAL" clId="{A49A9719-C13D-4237-94EE-62636D57BEE1}" dt="2022-03-08T12:22:43.878" v="20" actId="18676"/>
        <pc:sldMkLst>
          <pc:docMk/>
          <pc:sldMk cId="91701927" sldId="295"/>
        </pc:sldMkLst>
      </pc:sldChg>
      <pc:sldChg chg="del">
        <pc:chgData name="Jochen Mariën" userId="a4f8d9ed-3895-4365-b2d5-9432cb8a20d4" providerId="ADAL" clId="{A49A9719-C13D-4237-94EE-62636D57BEE1}" dt="2022-03-08T12:22:43.878" v="20" actId="18676"/>
        <pc:sldMkLst>
          <pc:docMk/>
          <pc:sldMk cId="2556721075" sldId="296"/>
        </pc:sldMkLst>
      </pc:sldChg>
      <pc:sldChg chg="del">
        <pc:chgData name="Jochen Mariën" userId="a4f8d9ed-3895-4365-b2d5-9432cb8a20d4" providerId="ADAL" clId="{A49A9719-C13D-4237-94EE-62636D57BEE1}" dt="2022-03-08T12:22:43.878" v="20" actId="18676"/>
        <pc:sldMkLst>
          <pc:docMk/>
          <pc:sldMk cId="3365090331" sldId="297"/>
        </pc:sldMkLst>
      </pc:sldChg>
      <pc:sldChg chg="del">
        <pc:chgData name="Jochen Mariën" userId="a4f8d9ed-3895-4365-b2d5-9432cb8a20d4" providerId="ADAL" clId="{A49A9719-C13D-4237-94EE-62636D57BEE1}" dt="2022-03-08T12:22:43.878" v="20" actId="18676"/>
        <pc:sldMkLst>
          <pc:docMk/>
          <pc:sldMk cId="1940569910" sldId="298"/>
        </pc:sldMkLst>
      </pc:sldChg>
      <pc:sldChg chg="addSp modSp new mod">
        <pc:chgData name="Jochen Mariën" userId="a4f8d9ed-3895-4365-b2d5-9432cb8a20d4" providerId="ADAL" clId="{A49A9719-C13D-4237-94EE-62636D57BEE1}" dt="2022-03-08T12:24:49.651" v="95" actId="20577"/>
        <pc:sldMkLst>
          <pc:docMk/>
          <pc:sldMk cId="161991169" sldId="30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CF443226-E9FA-4009-BBB5-4E5E237B044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09910BF9-BC8A-4B24-9330-67EAC1E9747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E4F5CE-CB34-4A0C-9595-867A2C0DB20E}" type="datetimeFigureOut">
              <a:rPr lang="nl-BE" smtClean="0"/>
              <a:t>1/10/2025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DD8A7516-5705-4629-A699-3DF8CFBEECA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24C8A117-749A-4619-8630-3F24E93BDE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CABF38-3E8C-439D-9643-BC9C6AAC1984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876697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53584B-980D-4F7D-BA36-682FCDF648BB}" type="datetimeFigureOut">
              <a:rPr lang="nl-BE" smtClean="0"/>
              <a:t>1/10/2025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1A7F70-BA74-4B93-A504-6802F0D0CD34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72190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815865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626659" y="3433481"/>
            <a:ext cx="9144000" cy="890839"/>
          </a:xfrm>
        </p:spPr>
        <p:txBody>
          <a:bodyPr anchor="b">
            <a:normAutofit/>
          </a:bodyPr>
          <a:lstStyle>
            <a:lvl1pPr algn="r">
              <a:defRPr lang="nl-BE" sz="4400" kern="1200" dirty="0">
                <a:solidFill>
                  <a:srgbClr val="4584B6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2626659" y="4690378"/>
            <a:ext cx="9144000" cy="698557"/>
          </a:xfrm>
        </p:spPr>
        <p:txBody>
          <a:bodyPr>
            <a:normAutofit/>
          </a:bodyPr>
          <a:lstStyle>
            <a:lvl1pPr marL="0" indent="0" algn="r">
              <a:buNone/>
              <a:defRPr lang="nl-BE" sz="3200" kern="1200" dirty="0">
                <a:solidFill>
                  <a:srgbClr val="FFDE57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 om de ondertitelstijl van het model te bewerken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6E141-11F1-487F-A892-18B8A63336C7}" type="datetime1">
              <a:rPr lang="nl-BE" smtClean="0"/>
              <a:t>1/10/2025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  <p:sp>
        <p:nvSpPr>
          <p:cNvPr id="9" name="Rechthoek 8"/>
          <p:cNvSpPr/>
          <p:nvPr userDrawn="1"/>
        </p:nvSpPr>
        <p:spPr>
          <a:xfrm>
            <a:off x="10502153" y="0"/>
            <a:ext cx="1559859" cy="12196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1" name="Afbeelding 9">
            <a:extLst>
              <a:ext uri="{FF2B5EF4-FFF2-40B4-BE49-F238E27FC236}">
                <a16:creationId xmlns:a16="http://schemas.microsoft.com/office/drawing/2014/main" id="{FBAF35B5-7E2F-489C-AA38-83D52B9A7B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34" t="17522" r="3803" b="23654"/>
          <a:stretch/>
        </p:blipFill>
        <p:spPr>
          <a:xfrm>
            <a:off x="582705" y="1832120"/>
            <a:ext cx="1461245" cy="11351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D350454-2D85-403C-B5B4-870BA60949E0}"/>
              </a:ext>
            </a:extLst>
          </p:cNvPr>
          <p:cNvSpPr txBox="1"/>
          <p:nvPr userDrawn="1"/>
        </p:nvSpPr>
        <p:spPr>
          <a:xfrm>
            <a:off x="1836761" y="1938046"/>
            <a:ext cx="80443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l-BE" sz="5400" b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 </a:t>
            </a:r>
            <a:r>
              <a:rPr lang="nl-BE" sz="5400" b="0" err="1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science</a:t>
            </a:r>
            <a:endParaRPr lang="nl-BE" sz="5400" b="0">
              <a:solidFill>
                <a:schemeClr val="bg2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1203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4584B6"/>
              </a:buClr>
              <a:defRPr/>
            </a:lvl1pPr>
            <a:lvl2pPr>
              <a:buClr>
                <a:srgbClr val="FFDE57"/>
              </a:buClr>
              <a:defRPr sz="2600"/>
            </a:lvl2pPr>
            <a:lvl3pPr>
              <a:defRPr sz="2400"/>
            </a:lvl3pPr>
            <a:lvl4pPr>
              <a:defRPr sz="2200"/>
            </a:lvl4pPr>
            <a:lvl5pPr>
              <a:defRPr sz="2000"/>
            </a:lvl5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A89A6-C9B9-4556-BC9E-5E3CF3322A33}" type="datetime1">
              <a:rPr lang="nl-BE" smtClean="0"/>
              <a:t>1/10/2025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1B3154-47D9-4402-8EDB-E791933DC0B9}" type="slidenum">
              <a:rPr lang="nl-BE" smtClean="0"/>
              <a:pPr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98906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B42D4-4FBB-465F-AE58-8ADBDBF671C8}" type="datetime1">
              <a:rPr lang="nl-BE" smtClean="0"/>
              <a:t>1/10/2025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27828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405D5-C0FD-42E0-9EB1-2670F471B7BB}" type="datetime1">
              <a:rPr lang="nl-BE" smtClean="0"/>
              <a:t>1/10/2025</a:t>
            </a:fld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64679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55C39-C031-448F-A58F-CA88F7B6F786}" type="datetime1">
              <a:rPr lang="nl-BE" smtClean="0"/>
              <a:t>1/10/2025</a:t>
            </a:fld>
            <a:endParaRPr lang="nl-BE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50985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307F5-1DF0-4FFF-91A4-1E1A6A26A94A}" type="datetime1">
              <a:rPr lang="nl-BE" smtClean="0"/>
              <a:t>1/10/2025</a:t>
            </a:fld>
            <a:endParaRPr lang="nl-BE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51492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9168B-A159-4E9D-A6C6-C6786C6AB2EB}" type="datetime1">
              <a:rPr lang="nl-BE" smtClean="0"/>
              <a:t>1/10/2025</a:t>
            </a:fld>
            <a:endParaRPr lang="nl-BE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75177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22159-AF82-4D23-BC06-D4277BDD9BAD}" type="datetime1">
              <a:rPr lang="nl-BE" smtClean="0"/>
              <a:t>1/10/2025</a:t>
            </a:fld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84590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A7014-C292-4E4F-926C-1A31F538B52A}" type="datetime1">
              <a:rPr lang="nl-BE" smtClean="0"/>
              <a:t>1/10/2025</a:t>
            </a:fld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6757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AFD92-94F2-4CD0-8A1D-AA3295115CEC}" type="datetime1">
              <a:rPr lang="nl-BE" smtClean="0"/>
              <a:t>1/10/2025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23414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84EFA-B363-4043-A12E-44B39EC7D05B}" type="datetime1">
              <a:rPr lang="nl-BE" smtClean="0"/>
              <a:t>1/10/2025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46829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82706" y="365125"/>
            <a:ext cx="10771094" cy="9200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82705" y="1550894"/>
            <a:ext cx="11291048" cy="46260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582705" y="6356350"/>
            <a:ext cx="13536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7161-F687-474C-905A-3CCBBA535086}" type="datetime1">
              <a:rPr lang="nl-BE" smtClean="0"/>
              <a:t>1/10/2025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2384611" y="6356350"/>
            <a:ext cx="64366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913055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  <p:sp>
        <p:nvSpPr>
          <p:cNvPr id="7" name="Rechthoek 6"/>
          <p:cNvSpPr/>
          <p:nvPr userDrawn="1"/>
        </p:nvSpPr>
        <p:spPr>
          <a:xfrm rot="5400000">
            <a:off x="6145210" y="-4660629"/>
            <a:ext cx="72000" cy="12021580"/>
          </a:xfrm>
          <a:prstGeom prst="rect">
            <a:avLst/>
          </a:prstGeom>
          <a:solidFill>
            <a:srgbClr val="4584B6"/>
          </a:solidFill>
          <a:ln>
            <a:solidFill>
              <a:srgbClr val="4584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7FE2247-7A25-44B0-854B-AE1E11CA90FA}"/>
              </a:ext>
            </a:extLst>
          </p:cNvPr>
          <p:cNvSpPr/>
          <p:nvPr userDrawn="1"/>
        </p:nvSpPr>
        <p:spPr>
          <a:xfrm>
            <a:off x="105303" y="-171400"/>
            <a:ext cx="72000" cy="7200800"/>
          </a:xfrm>
          <a:prstGeom prst="rect">
            <a:avLst/>
          </a:prstGeom>
          <a:solidFill>
            <a:srgbClr val="4584B6"/>
          </a:solidFill>
          <a:ln>
            <a:solidFill>
              <a:srgbClr val="4584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9" name="Rechthoek 8"/>
          <p:cNvSpPr/>
          <p:nvPr userDrawn="1"/>
        </p:nvSpPr>
        <p:spPr>
          <a:xfrm>
            <a:off x="185989" y="-171400"/>
            <a:ext cx="72000" cy="7200800"/>
          </a:xfrm>
          <a:prstGeom prst="rect">
            <a:avLst/>
          </a:prstGeom>
          <a:solidFill>
            <a:srgbClr val="FFDE57"/>
          </a:solidFill>
          <a:ln>
            <a:solidFill>
              <a:srgbClr val="FFDE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9D656C7A-8563-4AB3-B098-D72F316041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34" t="17522" r="3803" b="23654"/>
          <a:stretch/>
        </p:blipFill>
        <p:spPr>
          <a:xfrm>
            <a:off x="10650071" y="110811"/>
            <a:ext cx="1461245" cy="113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952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646464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4584B6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DE57"/>
        </a:buClr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646464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realpython.com/beautiful-soup-web-scraper-python" TargetMode="External"/><Relationship Id="rId2" Type="http://schemas.openxmlformats.org/officeDocument/2006/relationships/hyperlink" Target="https://realpython.com/beautiful-soup-web-scraper-python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realpython.github.io/fake-jobs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realpython.github.io/fake-jobs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rummy.com/software/BeautifulSoup/bs4/doc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://books.toscrape.com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brickset.com/browse/minifig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Web scraping in Python </a:t>
            </a:r>
            <a:endParaRPr lang="en-US" noProof="0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/>
              <a:t>2025-2026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4334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031430A-E5AF-4A33-A8E7-C2638819F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Web scraping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3FC621-ECCF-4F50-AB98-7F5CBC6A34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Web scraping is the process of scraping information from websites</a:t>
            </a:r>
          </a:p>
          <a:p>
            <a:r>
              <a:rPr lang="en-US" noProof="0" dirty="0"/>
              <a:t>You convert the extracted data into a readable format that a programming language can easily work with.</a:t>
            </a:r>
          </a:p>
          <a:p>
            <a:r>
              <a:rPr lang="en-US" dirty="0"/>
              <a:t>This sounds </a:t>
            </a:r>
            <a:r>
              <a:rPr lang="en-US" noProof="0" dirty="0"/>
              <a:t>rather silly, as you’re creating a database from a website that gets its content from an existing database</a:t>
            </a:r>
          </a:p>
          <a:p>
            <a:pPr lvl="1"/>
            <a:r>
              <a:rPr lang="en-US" noProof="0" dirty="0"/>
              <a:t>But if the creator of the database doesn’t give you access to the original database, you have to reverse-engineer it</a:t>
            </a:r>
          </a:p>
          <a:p>
            <a:r>
              <a:rPr lang="en-US" noProof="0" dirty="0"/>
              <a:t>It’s a bit of a cat chasing her tail:</a:t>
            </a:r>
          </a:p>
          <a:p>
            <a:pPr lvl="1"/>
            <a:r>
              <a:rPr lang="en-US" noProof="0" dirty="0"/>
              <a:t> a scrape only works as long as the website isn’t changed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9A64E2-114D-4A05-92D3-B00F028A0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266504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11BA0-C63E-15E7-ED97-14E37C436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Alternative to scraping: APIs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83881F-BF94-77FA-48D3-2277B6EA0E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 websites offer </a:t>
            </a:r>
            <a:r>
              <a:rPr lang="en-US" b="1" dirty="0"/>
              <a:t>A</a:t>
            </a:r>
            <a:r>
              <a:rPr lang="en-US" dirty="0"/>
              <a:t>pplication </a:t>
            </a:r>
            <a:r>
              <a:rPr lang="en-US" b="1" dirty="0"/>
              <a:t>P</a:t>
            </a:r>
            <a:r>
              <a:rPr lang="en-US" dirty="0"/>
              <a:t>rogrammable </a:t>
            </a:r>
            <a:r>
              <a:rPr lang="en-US" b="1" dirty="0"/>
              <a:t>I</a:t>
            </a:r>
            <a:r>
              <a:rPr lang="en-US" dirty="0"/>
              <a:t>nterfaces that allow you to access their data using a format like JSON.</a:t>
            </a:r>
          </a:p>
          <a:p>
            <a:endParaRPr lang="en-US" dirty="0"/>
          </a:p>
          <a:p>
            <a:r>
              <a:rPr lang="en-US" dirty="0"/>
              <a:t>Using an API is more stable and reliable because when the front-end of a website changes, it affects your scraping code while the back-end API structure usually remains unchanged.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866E6B-B2A0-B0A8-3FC0-8A7968C52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62151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CF6EC-E9B4-4D3D-A2E4-534F87162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Web scraping demo from course on Real Python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8642D3-E621-415D-B308-5A8DE8ACD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pPr/>
              <a:t>4</a:t>
            </a:fld>
            <a:endParaRPr lang="nl-BE"/>
          </a:p>
        </p:txBody>
      </p:sp>
      <p:sp>
        <p:nvSpPr>
          <p:cNvPr id="6" name="TextBox 5">
            <a:hlinkClick r:id="rId2"/>
            <a:extLst>
              <a:ext uri="{FF2B5EF4-FFF2-40B4-BE49-F238E27FC236}">
                <a16:creationId xmlns:a16="http://schemas.microsoft.com/office/drawing/2014/main" id="{CB2D56A5-14EF-EC6B-4410-7D844F566D2D}"/>
              </a:ext>
            </a:extLst>
          </p:cNvPr>
          <p:cNvSpPr txBox="1"/>
          <p:nvPr/>
        </p:nvSpPr>
        <p:spPr>
          <a:xfrm>
            <a:off x="582705" y="1633223"/>
            <a:ext cx="86455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hlinkClick r:id="rId3"/>
              </a:rPr>
              <a:t>https://realpython.com/beautiful-soup-web-scraper-python</a:t>
            </a:r>
            <a:r>
              <a:rPr lang="en-US" sz="2400" dirty="0"/>
              <a:t>/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F48DCE-59C2-8950-2180-81279E6956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6496" y="2557067"/>
            <a:ext cx="2162175" cy="609600"/>
          </a:xfrm>
          <a:prstGeom prst="rect">
            <a:avLst/>
          </a:prstGeom>
        </p:spPr>
      </p:pic>
      <p:pic>
        <p:nvPicPr>
          <p:cNvPr id="15" name="Content Placeholder 11">
            <a:extLst>
              <a:ext uri="{FF2B5EF4-FFF2-40B4-BE49-F238E27FC236}">
                <a16:creationId xmlns:a16="http://schemas.microsoft.com/office/drawing/2014/main" id="{6788D1F3-DE43-A378-B181-B9326762EF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855" y="2557067"/>
            <a:ext cx="4338608" cy="3048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0454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59F15-86F7-64C8-32E9-2C965BF2F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Web scraping demo from course on Real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2B75B-890B-185A-89C2-D95980612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Goal: scrape the data from a fake jobs advertising site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C8653E-86E5-7036-50FF-2047B4968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5</a:t>
            </a:fld>
            <a:endParaRPr lang="nl-BE"/>
          </a:p>
        </p:txBody>
      </p:sp>
      <p:sp>
        <p:nvSpPr>
          <p:cNvPr id="6" name="TextBox 5">
            <a:hlinkClick r:id="rId2"/>
            <a:extLst>
              <a:ext uri="{FF2B5EF4-FFF2-40B4-BE49-F238E27FC236}">
                <a16:creationId xmlns:a16="http://schemas.microsoft.com/office/drawing/2014/main" id="{B745A711-230B-3363-C425-836ED9280C7A}"/>
              </a:ext>
            </a:extLst>
          </p:cNvPr>
          <p:cNvSpPr txBox="1"/>
          <p:nvPr/>
        </p:nvSpPr>
        <p:spPr>
          <a:xfrm>
            <a:off x="826770" y="2141595"/>
            <a:ext cx="61036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hlinkClick r:id="rId2"/>
              </a:rPr>
              <a:t>https://realpython.github.io/fake-jobs/</a:t>
            </a:r>
            <a:endParaRPr lang="en-US" sz="20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056DBC5-2126-E1A3-CB2B-4164C4AD9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70" y="2853184"/>
            <a:ext cx="6659937" cy="350316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C63AD55-DA37-E0E5-9863-13977707E0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0772" y="3863928"/>
            <a:ext cx="4311015" cy="172137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E09FC6C-5FA4-3BA1-1D3C-B919A61A4C27}"/>
              </a:ext>
            </a:extLst>
          </p:cNvPr>
          <p:cNvSpPr txBox="1"/>
          <p:nvPr/>
        </p:nvSpPr>
        <p:spPr>
          <a:xfrm>
            <a:off x="7021830" y="4604767"/>
            <a:ext cx="556317" cy="377970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145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F15F2-7984-5721-19E3-CF9D8955F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Web scraping demo from course on Real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462A4-CBCD-5342-9DE8-232229D3E7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Step 1:  </a:t>
            </a:r>
          </a:p>
          <a:p>
            <a:pPr lvl="1"/>
            <a:r>
              <a:rPr lang="en-US"/>
              <a:t>Inspect the site’s </a:t>
            </a:r>
            <a:r>
              <a:rPr lang="en-US" err="1"/>
              <a:t>url</a:t>
            </a:r>
            <a:r>
              <a:rPr lang="en-US"/>
              <a:t>(s) and used query parameters </a:t>
            </a:r>
          </a:p>
          <a:p>
            <a:pPr lvl="1"/>
            <a:r>
              <a:rPr lang="en-US"/>
              <a:t>Inspect the site’s DOM (document object model)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4BEC95-FEAD-39B3-D27E-2F0853194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6</a:t>
            </a:fld>
            <a:endParaRPr lang="nl-B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BAD9D57-D6FA-8A45-3B2C-B7BFF501DE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585" y="3190751"/>
            <a:ext cx="8133255" cy="3251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1134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F15F2-7984-5721-19E3-CF9D8955F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Web scraping demo from course on Real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462A4-CBCD-5342-9DE8-232229D3E7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Step 2: </a:t>
            </a:r>
          </a:p>
          <a:p>
            <a:pPr lvl="1"/>
            <a:r>
              <a:rPr lang="en-US"/>
              <a:t>Load the returned HTML code from a specific </a:t>
            </a:r>
            <a:r>
              <a:rPr lang="en-US" err="1"/>
              <a:t>url</a:t>
            </a:r>
            <a:r>
              <a:rPr lang="en-US"/>
              <a:t> into your script using Python’s </a:t>
            </a:r>
            <a:r>
              <a:rPr lang="en-US" b="1"/>
              <a:t>requests</a:t>
            </a:r>
            <a:r>
              <a:rPr lang="en-US"/>
              <a:t> library.</a:t>
            </a:r>
          </a:p>
          <a:p>
            <a:pPr lvl="1"/>
            <a:r>
              <a:rPr lang="en-US"/>
              <a:t>Install the library in your </a:t>
            </a:r>
            <a:r>
              <a:rPr lang="en-US" err="1"/>
              <a:t>venv</a:t>
            </a:r>
            <a:r>
              <a:rPr lang="en-US"/>
              <a:t> first: </a:t>
            </a:r>
            <a:r>
              <a:rPr lang="en-US" sz="2000">
                <a:latin typeface="Consolas" panose="020B0609020204030204" pitchFamily="49" charset="0"/>
              </a:rPr>
              <a:t>pip install requests</a:t>
            </a:r>
            <a:br>
              <a:rPr lang="en-US"/>
            </a:br>
            <a:endParaRPr lang="en-US"/>
          </a:p>
          <a:p>
            <a:pPr marL="457200" lvl="1" indent="0">
              <a:buNone/>
            </a:pPr>
            <a:endParaRPr lang="en-US"/>
          </a:p>
          <a:p>
            <a:pPr lvl="1"/>
            <a:endParaRPr lang="en-US"/>
          </a:p>
          <a:p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4BEC95-FEAD-39B3-D27E-2F0853194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7</a:t>
            </a:fld>
            <a:endParaRPr lang="nl-B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16FB6C-F67C-6341-51BA-49C9D36B68A5}"/>
              </a:ext>
            </a:extLst>
          </p:cNvPr>
          <p:cNvSpPr txBox="1"/>
          <p:nvPr/>
        </p:nvSpPr>
        <p:spPr>
          <a:xfrm>
            <a:off x="1253490" y="3429000"/>
            <a:ext cx="747903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>
                <a:solidFill>
                  <a:srgbClr val="008000"/>
                </a:solidFill>
                <a:latin typeface="Consolas" panose="020B0609020204030204" pitchFamily="49" charset="0"/>
              </a:rPr>
              <a:t>demo</a:t>
            </a:r>
            <a:r>
              <a:rPr 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scraping static site</a:t>
            </a: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requests</a:t>
            </a: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  <a:hlinkClick r:id="rId2"/>
              </a:rPr>
              <a:t>https://realpython.github.io/fake-jobs/</a:t>
            </a:r>
            <a:b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</a:br>
            <a:endParaRPr lang="en-US" b="0">
              <a:solidFill>
                <a:srgbClr val="A31515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execute </a:t>
            </a:r>
            <a:r>
              <a:rPr lang="en-US">
                <a:solidFill>
                  <a:srgbClr val="008000"/>
                </a:solidFill>
                <a:latin typeface="Consolas" panose="020B0609020204030204" pitchFamily="49" charset="0"/>
              </a:rPr>
              <a:t>HTTP GET request to retrieve the sent HMTL data</a:t>
            </a: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page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requests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page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79041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F15F2-7984-5721-19E3-CF9D8955F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Web scraping demo from course on Real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462A4-CBCD-5342-9DE8-232229D3E7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Step 3: </a:t>
            </a:r>
          </a:p>
          <a:p>
            <a:pPr lvl="1"/>
            <a:r>
              <a:rPr lang="en-US"/>
              <a:t>Filter the response from step 2 to the data you need using the Python library </a:t>
            </a:r>
            <a:r>
              <a:rPr lang="en-US">
                <a:hlinkClick r:id="rId2"/>
              </a:rPr>
              <a:t>Beautiful Soup</a:t>
            </a:r>
            <a:r>
              <a:rPr lang="en-US"/>
              <a:t>.</a:t>
            </a:r>
          </a:p>
          <a:p>
            <a:pPr lvl="1"/>
            <a:r>
              <a:rPr lang="en-US"/>
              <a:t>Install the library in your </a:t>
            </a:r>
            <a:r>
              <a:rPr lang="en-US" err="1"/>
              <a:t>venv</a:t>
            </a:r>
            <a:r>
              <a:rPr lang="en-US"/>
              <a:t> first: </a:t>
            </a:r>
            <a:r>
              <a:rPr lang="en-US" sz="1800">
                <a:latin typeface="Consolas" panose="020B0609020204030204" pitchFamily="49" charset="0"/>
              </a:rPr>
              <a:t>pip install beautifulsoup4</a:t>
            </a:r>
          </a:p>
          <a:p>
            <a:pPr lvl="1"/>
            <a:r>
              <a:rPr lang="en-US"/>
              <a:t>Parse the response into html-format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4BEC95-FEAD-39B3-D27E-2F0853194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8</a:t>
            </a:fld>
            <a:endParaRPr lang="nl-BE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D43A5C-4F81-C62E-1D33-1EAE8F500621}"/>
              </a:ext>
            </a:extLst>
          </p:cNvPr>
          <p:cNvSpPr txBox="1"/>
          <p:nvPr/>
        </p:nvSpPr>
        <p:spPr>
          <a:xfrm>
            <a:off x="1238250" y="3771027"/>
            <a:ext cx="1051358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requests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bs4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BeautifulSoup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"https://realpython.github.io/fake-jobs/"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page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requests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parse html via bs4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use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page.content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instead of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page.text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to avoid character encoding issues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soup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BeautifulSoup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page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content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html.parser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260010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462A4-CBCD-5342-9DE8-232229D3E7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Step 3: </a:t>
            </a:r>
          </a:p>
          <a:p>
            <a:pPr lvl="1"/>
            <a:r>
              <a:rPr lang="en-US" b="1"/>
              <a:t>Find</a:t>
            </a:r>
            <a:r>
              <a:rPr lang="en-US"/>
              <a:t> the element you need by using the assigned id attribute </a:t>
            </a:r>
          </a:p>
          <a:p>
            <a:pPr lvl="1"/>
            <a:r>
              <a:rPr lang="en-US"/>
              <a:t>Result is a filtered part of the entire html soup</a:t>
            </a:r>
          </a:p>
          <a:p>
            <a:pPr marL="457200" lvl="1" indent="0">
              <a:buNone/>
            </a:pPr>
            <a:endParaRPr lang="en-US"/>
          </a:p>
          <a:p>
            <a:pPr lvl="1"/>
            <a:endParaRPr lang="en-US"/>
          </a:p>
          <a:p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1F15F2-7984-5721-19E3-CF9D8955F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Web scraping demo from course on Real Python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4BEC95-FEAD-39B3-D27E-2F0853194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9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5ED92B-E843-0D4B-F914-935B363B396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3764"/>
          <a:stretch/>
        </p:blipFill>
        <p:spPr>
          <a:xfrm>
            <a:off x="7949566" y="3151982"/>
            <a:ext cx="3924187" cy="20764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FCDFF7B-CF60-DD45-92FF-8E3C8089038C}"/>
              </a:ext>
            </a:extLst>
          </p:cNvPr>
          <p:cNvSpPr txBox="1"/>
          <p:nvPr/>
        </p:nvSpPr>
        <p:spPr>
          <a:xfrm>
            <a:off x="1099354" y="3412007"/>
            <a:ext cx="859454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soup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BeautifulSoup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page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content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html.parser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prettify() pretty prints the html</a:t>
            </a: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soup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ResultsContainer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results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prettify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326EFD-7037-70B7-F849-3CC0A6474B76}"/>
              </a:ext>
            </a:extLst>
          </p:cNvPr>
          <p:cNvSpPr/>
          <p:nvPr/>
        </p:nvSpPr>
        <p:spPr>
          <a:xfrm>
            <a:off x="3657600" y="4236720"/>
            <a:ext cx="2926079" cy="33528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6816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462A4-CBCD-5342-9DE8-232229D3E7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Step 3: </a:t>
            </a:r>
          </a:p>
          <a:p>
            <a:pPr lvl="1"/>
            <a:r>
              <a:rPr lang="en-US"/>
              <a:t>Find the elements (</a:t>
            </a:r>
            <a:r>
              <a:rPr lang="en-US" b="1" err="1"/>
              <a:t>find_all</a:t>
            </a:r>
            <a:r>
              <a:rPr lang="en-US" b="1"/>
              <a:t>()</a:t>
            </a:r>
            <a:r>
              <a:rPr lang="en-US"/>
              <a:t>) you need by using the HTML class name</a:t>
            </a:r>
          </a:p>
          <a:p>
            <a:pPr lvl="1"/>
            <a:r>
              <a:rPr lang="en-US"/>
              <a:t>Result is an </a:t>
            </a:r>
            <a:r>
              <a:rPr lang="en-US" err="1"/>
              <a:t>iterable</a:t>
            </a:r>
            <a:r>
              <a:rPr lang="en-US"/>
              <a:t> part of the entire html soup</a:t>
            </a:r>
          </a:p>
          <a:p>
            <a:pPr marL="457200" lvl="1" indent="0">
              <a:buNone/>
            </a:pPr>
            <a:endParaRPr lang="en-US"/>
          </a:p>
          <a:p>
            <a:pPr lvl="1"/>
            <a:endParaRPr lang="en-US"/>
          </a:p>
          <a:p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1F15F2-7984-5721-19E3-CF9D8955F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Web scraping demo from course on Real Python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4BEC95-FEAD-39B3-D27E-2F0853194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10</a:t>
            </a:fld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A0BE3D-ED03-36E4-D4CC-02B49F7222D3}"/>
              </a:ext>
            </a:extLst>
          </p:cNvPr>
          <p:cNvSpPr txBox="1"/>
          <p:nvPr/>
        </p:nvSpPr>
        <p:spPr>
          <a:xfrm>
            <a:off x="442548" y="3148006"/>
            <a:ext cx="882194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soup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BeautifulSoup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page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content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html.parser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more useful result: </a:t>
            </a:r>
            <a:r>
              <a:rPr lang="en-US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iterable</a:t>
            </a: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cards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soup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find_all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"div"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class_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'card-content'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card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cards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card.</a:t>
            </a:r>
            <a:r>
              <a:rPr lang="en-US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prettify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b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4B06C19-59E2-7D3D-FAF8-A5240BB18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7132" y="3961432"/>
            <a:ext cx="4696778" cy="276004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F13EAFE-9455-EA45-50FA-DC553ADE5541}"/>
              </a:ext>
            </a:extLst>
          </p:cNvPr>
          <p:cNvSpPr/>
          <p:nvPr/>
        </p:nvSpPr>
        <p:spPr>
          <a:xfrm>
            <a:off x="5044440" y="3931920"/>
            <a:ext cx="1783080" cy="41148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633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6DC44-A80D-D942-8047-B5727555D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Web scraping demo from course on Real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C86EA-2CC9-617E-1178-2AEDDDCA31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Step 4: </a:t>
            </a:r>
          </a:p>
          <a:p>
            <a:pPr lvl="1"/>
            <a:r>
              <a:rPr lang="en-US"/>
              <a:t>Filter the information you need out of each card using </a:t>
            </a:r>
            <a:r>
              <a:rPr lang="en-US" b="1"/>
              <a:t>find</a:t>
            </a:r>
            <a:r>
              <a:rPr lang="en-US"/>
              <a:t>()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CBD1C2-2A70-0BCD-16F0-8A5185D7C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11</a:t>
            </a:fld>
            <a:endParaRPr lang="nl-B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0C945B-A1A6-30E2-8E7A-8B32030E9830}"/>
              </a:ext>
            </a:extLst>
          </p:cNvPr>
          <p:cNvSpPr txBox="1"/>
          <p:nvPr/>
        </p:nvSpPr>
        <p:spPr>
          <a:xfrm>
            <a:off x="1162050" y="2591783"/>
            <a:ext cx="741807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cards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soup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find_all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"div"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class_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'card-content'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card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cards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title_element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card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.find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"h2"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class_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"title"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company_element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card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.find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"h3"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class_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"company"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location_element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card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.find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class_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"location"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title_element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.text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company_element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.text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location_element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.text.strip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b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89BF279-FDF8-C196-AA45-A3E91E171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3061" y="4042093"/>
            <a:ext cx="2500692" cy="2134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2112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6DC44-A80D-D942-8047-B5727555D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Web scraping demo from course on Real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C86EA-2CC9-617E-1178-2AEDDDCA31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Step 4 bis: </a:t>
            </a:r>
          </a:p>
          <a:p>
            <a:pPr lvl="1"/>
            <a:r>
              <a:rPr lang="en-US" dirty="0"/>
              <a:t>Use </a:t>
            </a:r>
            <a:r>
              <a:rPr lang="en-US" b="1" dirty="0"/>
              <a:t>Regex</a:t>
            </a:r>
            <a:r>
              <a:rPr lang="en-US" dirty="0"/>
              <a:t> to filter the information you need out of each card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CBD1C2-2A70-0BCD-16F0-8A5185D7C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12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54AB6C-0E4B-1563-59F0-9C5C26EEF3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6881" y="4998720"/>
            <a:ext cx="3845119" cy="17227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CE27111-630A-5DEF-D461-F79D7C68CDDB}"/>
              </a:ext>
            </a:extLst>
          </p:cNvPr>
          <p:cNvSpPr txBox="1"/>
          <p:nvPr/>
        </p:nvSpPr>
        <p:spPr>
          <a:xfrm>
            <a:off x="402514" y="2568594"/>
            <a:ext cx="775357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</a:t>
            </a: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…</a:t>
            </a:r>
            <a:b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cards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soup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find_all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"div"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class_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'card-content’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</a:b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card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cards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job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search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b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'-5"&gt;</a:t>
            </a:r>
            <a:r>
              <a:rPr lang="en-US" b="0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&lt;/h2&gt;'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card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company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search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b="0" err="1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'y</a:t>
            </a:r>
            <a:r>
              <a:rPr lang="en-US" b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"&gt;</a:t>
            </a:r>
            <a:r>
              <a:rPr lang="en-US" b="0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&lt;/h3&gt;'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card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location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search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b="0" err="1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'ion</a:t>
            </a:r>
            <a:r>
              <a:rPr lang="en-US" b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"&gt;\s</a:t>
            </a:r>
            <a:r>
              <a:rPr lang="en-US" b="0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,\s</a:t>
            </a:r>
            <a:r>
              <a:rPr lang="en-US" b="0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card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job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group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 @ '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company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group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location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group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strip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','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location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group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b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3916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3BFE4-F7D5-4514-4B6D-2E1ED9ECB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to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F6B04-DF4A-443F-DAFB-D8296FFD99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Exercise scraping books from the site </a:t>
            </a:r>
            <a:r>
              <a:rPr lang="en-US" dirty="0">
                <a:hlinkClick r:id="rId2"/>
              </a:rPr>
              <a:t>books.toscrape.com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50EB64-A1FC-904A-B019-628F47398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13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53D7D2-7B28-3676-6207-D572D149FF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688" y="2437475"/>
            <a:ext cx="6167287" cy="34789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6671D41-4FB8-C3A5-959F-310F2E228E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0649" y="2469804"/>
            <a:ext cx="4963104" cy="15131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059010B-5338-B249-3DD1-7444E28623FF}"/>
              </a:ext>
            </a:extLst>
          </p:cNvPr>
          <p:cNvSpPr txBox="1"/>
          <p:nvPr/>
        </p:nvSpPr>
        <p:spPr>
          <a:xfrm>
            <a:off x="6815531" y="2100472"/>
            <a:ext cx="2748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Exercise result after part 3: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58DA93-F33F-2BD5-0442-354513C4D298}"/>
              </a:ext>
            </a:extLst>
          </p:cNvPr>
          <p:cNvSpPr txBox="1"/>
          <p:nvPr/>
        </p:nvSpPr>
        <p:spPr>
          <a:xfrm>
            <a:off x="6815531" y="4248757"/>
            <a:ext cx="2748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Exercise result after part 4: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C59D77-458C-4942-5BE9-C5EC9097DE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0649" y="4618090"/>
            <a:ext cx="2988725" cy="2009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1645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A6ADE-1113-341F-461E-4D6AC4243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Time to practice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DA3FD-7711-C659-43A9-3B3E9BEBC6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Exercise scraping the list of minifigs from the </a:t>
            </a:r>
            <a:r>
              <a:rPr lang="en-GB" dirty="0" err="1">
                <a:hlinkClick r:id="rId2"/>
              </a:rPr>
              <a:t>Brickset</a:t>
            </a:r>
            <a:r>
              <a:rPr lang="en-GB" dirty="0"/>
              <a:t> site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026A06-AD02-E829-08E1-6304815D7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E1B3154-47D9-4402-8EDB-E791933DC0B9}" type="slidenum">
              <a:rPr lang="nl-BE" smtClean="0"/>
              <a:pPr>
                <a:spcAft>
                  <a:spcPts val="600"/>
                </a:spcAft>
              </a:pPr>
              <a:t>14</a:t>
            </a:fld>
            <a:endParaRPr lang="nl-BE"/>
          </a:p>
        </p:txBody>
      </p:sp>
      <p:pic>
        <p:nvPicPr>
          <p:cNvPr id="5" name="Picture 4" descr="A picture containing toy, LEGO&#10;&#10;Description automatically generated">
            <a:extLst>
              <a:ext uri="{FF2B5EF4-FFF2-40B4-BE49-F238E27FC236}">
                <a16:creationId xmlns:a16="http://schemas.microsoft.com/office/drawing/2014/main" id="{09EAD334-3E03-EA28-992C-F8CE1ED09E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8248" y="2363343"/>
            <a:ext cx="2172341" cy="3258512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AD65B2-9906-B9B7-A069-02D1F0565C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040" y="2476374"/>
            <a:ext cx="5835316" cy="3032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7601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GUID" val="2b0f4be1-9f1f-4328-81a6-034cc34da24b"/>
</p:tagLst>
</file>

<file path=ppt/theme/theme1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887</Words>
  <Application>Microsoft Office PowerPoint</Application>
  <PresentationFormat>Widescreen</PresentationFormat>
  <Paragraphs>119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Consolas</vt:lpstr>
      <vt:lpstr>Kantoorthema</vt:lpstr>
      <vt:lpstr>Web scraping in Python </vt:lpstr>
      <vt:lpstr>Web scraping</vt:lpstr>
      <vt:lpstr>Alternative to scraping: APIs</vt:lpstr>
      <vt:lpstr>Web scraping demo from course on Real Python</vt:lpstr>
      <vt:lpstr>Web scraping demo from course on Real Python</vt:lpstr>
      <vt:lpstr>Web scraping demo from course on Real Python</vt:lpstr>
      <vt:lpstr>Web scraping demo from course on Real Python</vt:lpstr>
      <vt:lpstr>Web scraping demo from course on Real Python</vt:lpstr>
      <vt:lpstr>Web scraping demo from course on Real Python</vt:lpstr>
      <vt:lpstr>Web scraping demo from course on Real Python</vt:lpstr>
      <vt:lpstr>Web scraping demo from course on Real Python</vt:lpstr>
      <vt:lpstr>Web scraping demo from course on Real Python</vt:lpstr>
      <vt:lpstr>Time to practice</vt:lpstr>
      <vt:lpstr>Time to practice</vt:lpstr>
    </vt:vector>
  </TitlesOfParts>
  <Company>Thomas More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Christel Maes</dc:creator>
  <cp:lastModifiedBy>Ellen Torfs</cp:lastModifiedBy>
  <cp:revision>1</cp:revision>
  <dcterms:created xsi:type="dcterms:W3CDTF">2018-02-21T07:41:18Z</dcterms:created>
  <dcterms:modified xsi:type="dcterms:W3CDTF">2025-10-01T10:49:55Z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337be75-dfbb-4261-9834-ac247c7dde13_Enabled">
    <vt:lpwstr>true</vt:lpwstr>
  </property>
  <property fmtid="{D5CDD505-2E9C-101B-9397-08002B2CF9AE}" pid="3" name="MSIP_Label_c337be75-dfbb-4261-9834-ac247c7dde13_SetDate">
    <vt:lpwstr>2023-09-29T11:16:04Z</vt:lpwstr>
  </property>
  <property fmtid="{D5CDD505-2E9C-101B-9397-08002B2CF9AE}" pid="4" name="MSIP_Label_c337be75-dfbb-4261-9834-ac247c7dde13_Method">
    <vt:lpwstr>Standard</vt:lpwstr>
  </property>
  <property fmtid="{D5CDD505-2E9C-101B-9397-08002B2CF9AE}" pid="5" name="MSIP_Label_c337be75-dfbb-4261-9834-ac247c7dde13_Name">
    <vt:lpwstr>Algemeen</vt:lpwstr>
  </property>
  <property fmtid="{D5CDD505-2E9C-101B-9397-08002B2CF9AE}" pid="6" name="MSIP_Label_c337be75-dfbb-4261-9834-ac247c7dde13_SiteId">
    <vt:lpwstr>77d33cc5-c9b4-4766-95c7-ed5b515e1cce</vt:lpwstr>
  </property>
  <property fmtid="{D5CDD505-2E9C-101B-9397-08002B2CF9AE}" pid="7" name="MSIP_Label_c337be75-dfbb-4261-9834-ac247c7dde13_ActionId">
    <vt:lpwstr>f0d6df33-1400-4193-9ee3-c94672f2210d</vt:lpwstr>
  </property>
  <property fmtid="{D5CDD505-2E9C-101B-9397-08002B2CF9AE}" pid="8" name="MSIP_Label_c337be75-dfbb-4261-9834-ac247c7dde13_ContentBits">
    <vt:lpwstr>0</vt:lpwstr>
  </property>
</Properties>
</file>