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handoutMasterIdLst>
    <p:handoutMasterId r:id="rId20"/>
  </p:handoutMasterIdLst>
  <p:sldIdLst>
    <p:sldId id="256" r:id="rId2"/>
    <p:sldId id="257" r:id="rId3"/>
    <p:sldId id="258" r:id="rId4"/>
    <p:sldId id="259" r:id="rId5"/>
    <p:sldId id="260" r:id="rId6"/>
    <p:sldId id="261" r:id="rId7"/>
    <p:sldId id="263" r:id="rId8"/>
    <p:sldId id="262" r:id="rId9"/>
    <p:sldId id="264" r:id="rId10"/>
    <p:sldId id="265" r:id="rId11"/>
    <p:sldId id="266" r:id="rId12"/>
    <p:sldId id="268" r:id="rId13"/>
    <p:sldId id="267" r:id="rId14"/>
    <p:sldId id="269" r:id="rId15"/>
    <p:sldId id="270" r:id="rId16"/>
    <p:sldId id="271" r:id="rId17"/>
    <p:sldId id="272" r:id="rId18"/>
  </p:sldIdLst>
  <p:sldSz cx="12192000" cy="6858000"/>
  <p:notesSz cx="6858000" cy="9144000"/>
  <p:custDataLst>
    <p:tags r:id="rId21"/>
  </p:custDataLst>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AEFD49-6523-0809-E41F-E9360D32733C}" name="Jochen Mariën" initials="JM" userId="Jochen Mariën"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1F0F0"/>
    <a:srgbClr val="1F70FD"/>
    <a:srgbClr val="FC5300"/>
    <a:srgbClr val="EFCF33"/>
    <a:srgbClr val="32BAF4"/>
    <a:srgbClr val="EC3C7A"/>
    <a:srgbClr val="446785"/>
    <a:srgbClr val="FFFFFF"/>
    <a:srgbClr val="FFDE57"/>
    <a:srgbClr val="4584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499F7B-4F71-41D8-A8A5-D74E04899058}" v="1" dt="2025-09-08T19:37:58.899"/>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Stijl, gemiddeld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Stijl, gemiddeld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Stijl, licht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Stijl, licht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86199" autoAdjust="0"/>
  </p:normalViewPr>
  <p:slideViewPr>
    <p:cSldViewPr snapToGrid="0">
      <p:cViewPr varScale="1">
        <p:scale>
          <a:sx n="95" d="100"/>
          <a:sy n="95" d="100"/>
        </p:scale>
        <p:origin x="1152" y="90"/>
      </p:cViewPr>
      <p:guideLst/>
    </p:cSldViewPr>
  </p:slideViewPr>
  <p:outlineViewPr>
    <p:cViewPr>
      <p:scale>
        <a:sx n="33" d="100"/>
        <a:sy n="33" d="100"/>
      </p:scale>
      <p:origin x="0" y="-9204"/>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f Van Wolputte" userId="53954008-e772-4081-b24d-77d1e8f1f00e" providerId="ADAL" clId="{97050106-B651-4756-8136-E96C05BBCF7F}"/>
    <pc:docChg chg="undo redo custSel addSld delSld modSld sldOrd delSection modSection">
      <pc:chgData name="Stef Van Wolputte" userId="53954008-e772-4081-b24d-77d1e8f1f00e" providerId="ADAL" clId="{97050106-B651-4756-8136-E96C05BBCF7F}" dt="2025-08-29T09:33:26.312" v="880" actId="6549"/>
      <pc:docMkLst>
        <pc:docMk/>
      </pc:docMkLst>
      <pc:sldChg chg="modSp mod">
        <pc:chgData name="Stef Van Wolputte" userId="53954008-e772-4081-b24d-77d1e8f1f00e" providerId="ADAL" clId="{97050106-B651-4756-8136-E96C05BBCF7F}" dt="2025-08-27T14:07:18.007" v="742" actId="790"/>
        <pc:sldMkLst>
          <pc:docMk/>
          <pc:sldMk cId="54334544" sldId="256"/>
        </pc:sldMkLst>
        <pc:spChg chg="mod">
          <ac:chgData name="Stef Van Wolputte" userId="53954008-e772-4081-b24d-77d1e8f1f00e" providerId="ADAL" clId="{97050106-B651-4756-8136-E96C05BBCF7F}" dt="2025-08-27T14:07:18.007" v="742" actId="790"/>
          <ac:spMkLst>
            <pc:docMk/>
            <pc:sldMk cId="54334544" sldId="256"/>
            <ac:spMk id="2" creationId="{00000000-0000-0000-0000-000000000000}"/>
          </ac:spMkLst>
        </pc:spChg>
        <pc:spChg chg="mod">
          <ac:chgData name="Stef Van Wolputte" userId="53954008-e772-4081-b24d-77d1e8f1f00e" providerId="ADAL" clId="{97050106-B651-4756-8136-E96C05BBCF7F}" dt="2025-08-27T14:07:18.007" v="742" actId="790"/>
          <ac:spMkLst>
            <pc:docMk/>
            <pc:sldMk cId="54334544" sldId="256"/>
            <ac:spMk id="3" creationId="{00000000-0000-0000-0000-000000000000}"/>
          </ac:spMkLst>
        </pc:spChg>
      </pc:sldChg>
      <pc:sldChg chg="addSp modSp new mod">
        <pc:chgData name="Stef Van Wolputte" userId="53954008-e772-4081-b24d-77d1e8f1f00e" providerId="ADAL" clId="{97050106-B651-4756-8136-E96C05BBCF7F}" dt="2025-08-29T09:15:00.473" v="871" actId="1076"/>
        <pc:sldMkLst>
          <pc:docMk/>
          <pc:sldMk cId="3078208261" sldId="257"/>
        </pc:sldMkLst>
        <pc:spChg chg="mod">
          <ac:chgData name="Stef Van Wolputte" userId="53954008-e772-4081-b24d-77d1e8f1f00e" providerId="ADAL" clId="{97050106-B651-4756-8136-E96C05BBCF7F}" dt="2025-08-27T14:07:18.007" v="742" actId="790"/>
          <ac:spMkLst>
            <pc:docMk/>
            <pc:sldMk cId="3078208261" sldId="257"/>
            <ac:spMk id="2" creationId="{B2EB8C7E-B6DE-3815-0BC2-9A68C31594C8}"/>
          </ac:spMkLst>
        </pc:spChg>
        <pc:spChg chg="mod">
          <ac:chgData name="Stef Van Wolputte" userId="53954008-e772-4081-b24d-77d1e8f1f00e" providerId="ADAL" clId="{97050106-B651-4756-8136-E96C05BBCF7F}" dt="2025-08-27T14:07:18.007" v="742" actId="790"/>
          <ac:spMkLst>
            <pc:docMk/>
            <pc:sldMk cId="3078208261" sldId="257"/>
            <ac:spMk id="3" creationId="{EF8BA3AA-DB4D-78F6-695C-7606C1E60321}"/>
          </ac:spMkLst>
        </pc:spChg>
        <pc:spChg chg="add mod">
          <ac:chgData name="Stef Van Wolputte" userId="53954008-e772-4081-b24d-77d1e8f1f00e" providerId="ADAL" clId="{97050106-B651-4756-8136-E96C05BBCF7F}" dt="2025-08-27T09:27:24.778" v="172" actId="164"/>
          <ac:spMkLst>
            <pc:docMk/>
            <pc:sldMk cId="3078208261" sldId="257"/>
            <ac:spMk id="6" creationId="{E2ECCACA-2D74-A511-DE50-1F33E7784D5C}"/>
          </ac:spMkLst>
        </pc:spChg>
        <pc:spChg chg="add mod">
          <ac:chgData name="Stef Van Wolputte" userId="53954008-e772-4081-b24d-77d1e8f1f00e" providerId="ADAL" clId="{97050106-B651-4756-8136-E96C05BBCF7F}" dt="2025-08-27T09:27:24.778" v="172" actId="164"/>
          <ac:spMkLst>
            <pc:docMk/>
            <pc:sldMk cId="3078208261" sldId="257"/>
            <ac:spMk id="7" creationId="{2D4E1DBF-DBF2-F625-36AE-09ADC56016C2}"/>
          </ac:spMkLst>
        </pc:spChg>
        <pc:spChg chg="add mod">
          <ac:chgData name="Stef Van Wolputte" userId="53954008-e772-4081-b24d-77d1e8f1f00e" providerId="ADAL" clId="{97050106-B651-4756-8136-E96C05BBCF7F}" dt="2025-08-27T09:27:21.217" v="171" actId="164"/>
          <ac:spMkLst>
            <pc:docMk/>
            <pc:sldMk cId="3078208261" sldId="257"/>
            <ac:spMk id="8" creationId="{2E2F8D4E-8A87-BD4D-FEEB-8D44FDC4644E}"/>
          </ac:spMkLst>
        </pc:spChg>
        <pc:spChg chg="add mod">
          <ac:chgData name="Stef Van Wolputte" userId="53954008-e772-4081-b24d-77d1e8f1f00e" providerId="ADAL" clId="{97050106-B651-4756-8136-E96C05BBCF7F}" dt="2025-08-27T09:27:21.217" v="171" actId="164"/>
          <ac:spMkLst>
            <pc:docMk/>
            <pc:sldMk cId="3078208261" sldId="257"/>
            <ac:spMk id="9" creationId="{91E0B9E8-9EA6-607D-4451-AF8F2532167A}"/>
          </ac:spMkLst>
        </pc:spChg>
        <pc:spChg chg="mod">
          <ac:chgData name="Stef Van Wolputte" userId="53954008-e772-4081-b24d-77d1e8f1f00e" providerId="ADAL" clId="{97050106-B651-4756-8136-E96C05BBCF7F}" dt="2025-08-29T09:14:44.454" v="861"/>
          <ac:spMkLst>
            <pc:docMk/>
            <pc:sldMk cId="3078208261" sldId="257"/>
            <ac:spMk id="13" creationId="{4CDDEBF4-27DA-736C-429C-B6C6A318D24C}"/>
          </ac:spMkLst>
        </pc:spChg>
        <pc:spChg chg="mod">
          <ac:chgData name="Stef Van Wolputte" userId="53954008-e772-4081-b24d-77d1e8f1f00e" providerId="ADAL" clId="{97050106-B651-4756-8136-E96C05BBCF7F}" dt="2025-08-29T09:15:00.473" v="871" actId="1076"/>
          <ac:spMkLst>
            <pc:docMk/>
            <pc:sldMk cId="3078208261" sldId="257"/>
            <ac:spMk id="14" creationId="{7123C60D-C877-9263-25FD-C735B4A01FC4}"/>
          </ac:spMkLst>
        </pc:spChg>
        <pc:grpChg chg="add mod">
          <ac:chgData name="Stef Van Wolputte" userId="53954008-e772-4081-b24d-77d1e8f1f00e" providerId="ADAL" clId="{97050106-B651-4756-8136-E96C05BBCF7F}" dt="2025-08-27T09:27:21.217" v="171" actId="164"/>
          <ac:grpSpMkLst>
            <pc:docMk/>
            <pc:sldMk cId="3078208261" sldId="257"/>
            <ac:grpSpMk id="10" creationId="{AE5EDA0B-5D24-6190-F269-1BA6B7D1E90E}"/>
          </ac:grpSpMkLst>
        </pc:grpChg>
        <pc:grpChg chg="add mod">
          <ac:chgData name="Stef Van Wolputte" userId="53954008-e772-4081-b24d-77d1e8f1f00e" providerId="ADAL" clId="{97050106-B651-4756-8136-E96C05BBCF7F}" dt="2025-08-27T09:27:28.630" v="173" actId="1076"/>
          <ac:grpSpMkLst>
            <pc:docMk/>
            <pc:sldMk cId="3078208261" sldId="257"/>
            <ac:grpSpMk id="11" creationId="{2D481BCB-CBF1-9C7F-9672-AC6BFB0A0ECA}"/>
          </ac:grpSpMkLst>
        </pc:grpChg>
        <pc:grpChg chg="add mod">
          <ac:chgData name="Stef Van Wolputte" userId="53954008-e772-4081-b24d-77d1e8f1f00e" providerId="ADAL" clId="{97050106-B651-4756-8136-E96C05BBCF7F}" dt="2025-08-29T09:14:51.196" v="862" actId="1076"/>
          <ac:grpSpMkLst>
            <pc:docMk/>
            <pc:sldMk cId="3078208261" sldId="257"/>
            <ac:grpSpMk id="12" creationId="{16DA9A79-43C7-1B2F-2F0A-E34B1283EE06}"/>
          </ac:grpSpMkLst>
        </pc:grpChg>
        <pc:picChg chg="add mod">
          <ac:chgData name="Stef Van Wolputte" userId="53954008-e772-4081-b24d-77d1e8f1f00e" providerId="ADAL" clId="{97050106-B651-4756-8136-E96C05BBCF7F}" dt="2025-08-27T09:26:34.108" v="140" actId="1076"/>
          <ac:picMkLst>
            <pc:docMk/>
            <pc:sldMk cId="3078208261" sldId="257"/>
            <ac:picMk id="5" creationId="{678B02C2-A1A2-AB35-C068-63536EA6DE4B}"/>
          </ac:picMkLst>
        </pc:picChg>
        <pc:picChg chg="add mod">
          <ac:chgData name="Stef Van Wolputte" userId="53954008-e772-4081-b24d-77d1e8f1f00e" providerId="ADAL" clId="{97050106-B651-4756-8136-E96C05BBCF7F}" dt="2025-08-28T09:19:34.704" v="858" actId="732"/>
          <ac:picMkLst>
            <pc:docMk/>
            <pc:sldMk cId="3078208261" sldId="257"/>
            <ac:picMk id="1026" creationId="{B572E281-3E88-15CC-E3F1-F4C54D7C90BB}"/>
          </ac:picMkLst>
        </pc:picChg>
      </pc:sldChg>
      <pc:sldChg chg="del">
        <pc:chgData name="Stef Van Wolputte" userId="53954008-e772-4081-b24d-77d1e8f1f00e" providerId="ADAL" clId="{97050106-B651-4756-8136-E96C05BBCF7F}" dt="2025-08-27T09:18:01.024" v="36" actId="47"/>
        <pc:sldMkLst>
          <pc:docMk/>
          <pc:sldMk cId="3503501734" sldId="257"/>
        </pc:sldMkLst>
      </pc:sldChg>
      <pc:sldChg chg="del">
        <pc:chgData name="Stef Van Wolputte" userId="53954008-e772-4081-b24d-77d1e8f1f00e" providerId="ADAL" clId="{97050106-B651-4756-8136-E96C05BBCF7F}" dt="2025-08-27T09:18:01.024" v="36" actId="47"/>
        <pc:sldMkLst>
          <pc:docMk/>
          <pc:sldMk cId="2544125179" sldId="258"/>
        </pc:sldMkLst>
      </pc:sldChg>
      <pc:sldChg chg="delSp modSp add mod modNotesTx">
        <pc:chgData name="Stef Van Wolputte" userId="53954008-e772-4081-b24d-77d1e8f1f00e" providerId="ADAL" clId="{97050106-B651-4756-8136-E96C05BBCF7F}" dt="2025-08-28T09:33:41.877" v="860" actId="13926"/>
        <pc:sldMkLst>
          <pc:docMk/>
          <pc:sldMk cId="4209865446" sldId="258"/>
        </pc:sldMkLst>
        <pc:spChg chg="mod">
          <ac:chgData name="Stef Van Wolputte" userId="53954008-e772-4081-b24d-77d1e8f1f00e" providerId="ADAL" clId="{97050106-B651-4756-8136-E96C05BBCF7F}" dt="2025-08-27T14:07:18.007" v="742" actId="790"/>
          <ac:spMkLst>
            <pc:docMk/>
            <pc:sldMk cId="4209865446" sldId="258"/>
            <ac:spMk id="2" creationId="{7928A070-809B-A1F9-299C-DB746CACFF25}"/>
          </ac:spMkLst>
        </pc:spChg>
        <pc:spChg chg="mod">
          <ac:chgData name="Stef Van Wolputte" userId="53954008-e772-4081-b24d-77d1e8f1f00e" providerId="ADAL" clId="{97050106-B651-4756-8136-E96C05BBCF7F}" dt="2025-08-28T09:33:41.877" v="860" actId="13926"/>
          <ac:spMkLst>
            <pc:docMk/>
            <pc:sldMk cId="4209865446" sldId="258"/>
            <ac:spMk id="3" creationId="{931A0889-7722-F618-1203-57BE806E98BC}"/>
          </ac:spMkLst>
        </pc:spChg>
        <pc:picChg chg="mod">
          <ac:chgData name="Stef Van Wolputte" userId="53954008-e772-4081-b24d-77d1e8f1f00e" providerId="ADAL" clId="{97050106-B651-4756-8136-E96C05BBCF7F}" dt="2025-08-27T09:23:02.531" v="75" actId="1076"/>
          <ac:picMkLst>
            <pc:docMk/>
            <pc:sldMk cId="4209865446" sldId="258"/>
            <ac:picMk id="5" creationId="{9CC41969-2995-58D2-8EB7-3776A7D3AA2D}"/>
          </ac:picMkLst>
        </pc:picChg>
      </pc:sldChg>
      <pc:sldChg chg="addSp delSp modSp new mod">
        <pc:chgData name="Stef Van Wolputte" userId="53954008-e772-4081-b24d-77d1e8f1f00e" providerId="ADAL" clId="{97050106-B651-4756-8136-E96C05BBCF7F}" dt="2025-08-29T09:32:59.785" v="876" actId="6549"/>
        <pc:sldMkLst>
          <pc:docMk/>
          <pc:sldMk cId="1628251718" sldId="259"/>
        </pc:sldMkLst>
        <pc:spChg chg="mod">
          <ac:chgData name="Stef Van Wolputte" userId="53954008-e772-4081-b24d-77d1e8f1f00e" providerId="ADAL" clId="{97050106-B651-4756-8136-E96C05BBCF7F}" dt="2025-08-29T09:32:59.785" v="876" actId="6549"/>
          <ac:spMkLst>
            <pc:docMk/>
            <pc:sldMk cId="1628251718" sldId="259"/>
            <ac:spMk id="2" creationId="{7637CAD3-5701-1D47-C3C7-DB257AC18E48}"/>
          </ac:spMkLst>
        </pc:spChg>
        <pc:spChg chg="mod">
          <ac:chgData name="Stef Van Wolputte" userId="53954008-e772-4081-b24d-77d1e8f1f00e" providerId="ADAL" clId="{97050106-B651-4756-8136-E96C05BBCF7F}" dt="2025-08-27T14:07:18.007" v="742" actId="790"/>
          <ac:spMkLst>
            <pc:docMk/>
            <pc:sldMk cId="1628251718" sldId="259"/>
            <ac:spMk id="3" creationId="{FB65D30F-E14C-B5A9-06E0-CFA023288A1B}"/>
          </ac:spMkLst>
        </pc:spChg>
        <pc:picChg chg="add mod">
          <ac:chgData name="Stef Van Wolputte" userId="53954008-e772-4081-b24d-77d1e8f1f00e" providerId="ADAL" clId="{97050106-B651-4756-8136-E96C05BBCF7F}" dt="2025-08-27T14:12:14.526" v="744" actId="1076"/>
          <ac:picMkLst>
            <pc:docMk/>
            <pc:sldMk cId="1628251718" sldId="259"/>
            <ac:picMk id="2050" creationId="{05E5E3B4-3C5A-4E13-AA32-3A3546FAFA46}"/>
          </ac:picMkLst>
        </pc:picChg>
        <pc:picChg chg="add mod">
          <ac:chgData name="Stef Van Wolputte" userId="53954008-e772-4081-b24d-77d1e8f1f00e" providerId="ADAL" clId="{97050106-B651-4756-8136-E96C05BBCF7F}" dt="2025-08-27T14:12:14.526" v="744" actId="1076"/>
          <ac:picMkLst>
            <pc:docMk/>
            <pc:sldMk cId="1628251718" sldId="259"/>
            <ac:picMk id="2054" creationId="{D827962E-91EF-9921-5ABD-0E85EA1CEA0E}"/>
          </ac:picMkLst>
        </pc:picChg>
      </pc:sldChg>
      <pc:sldChg chg="del">
        <pc:chgData name="Stef Van Wolputte" userId="53954008-e772-4081-b24d-77d1e8f1f00e" providerId="ADAL" clId="{97050106-B651-4756-8136-E96C05BBCF7F}" dt="2025-08-27T09:18:01.024" v="36" actId="47"/>
        <pc:sldMkLst>
          <pc:docMk/>
          <pc:sldMk cId="51768386" sldId="260"/>
        </pc:sldMkLst>
      </pc:sldChg>
      <pc:sldChg chg="delSp modSp add mod">
        <pc:chgData name="Stef Van Wolputte" userId="53954008-e772-4081-b24d-77d1e8f1f00e" providerId="ADAL" clId="{97050106-B651-4756-8136-E96C05BBCF7F}" dt="2025-08-29T09:33:02.864" v="877" actId="6549"/>
        <pc:sldMkLst>
          <pc:docMk/>
          <pc:sldMk cId="1952035810" sldId="260"/>
        </pc:sldMkLst>
        <pc:spChg chg="mod">
          <ac:chgData name="Stef Van Wolputte" userId="53954008-e772-4081-b24d-77d1e8f1f00e" providerId="ADAL" clId="{97050106-B651-4756-8136-E96C05BBCF7F}" dt="2025-08-29T09:33:02.864" v="877" actId="6549"/>
          <ac:spMkLst>
            <pc:docMk/>
            <pc:sldMk cId="1952035810" sldId="260"/>
            <ac:spMk id="2" creationId="{965AE547-AF64-1E8B-9DF6-06E09678C31C}"/>
          </ac:spMkLst>
        </pc:spChg>
        <pc:spChg chg="mod">
          <ac:chgData name="Stef Van Wolputte" userId="53954008-e772-4081-b24d-77d1e8f1f00e" providerId="ADAL" clId="{97050106-B651-4756-8136-E96C05BBCF7F}" dt="2025-08-27T14:12:21.801" v="745" actId="14100"/>
          <ac:spMkLst>
            <pc:docMk/>
            <pc:sldMk cId="1952035810" sldId="260"/>
            <ac:spMk id="3" creationId="{1867AD53-73FA-6056-6BAA-3FFAEEB5ACD7}"/>
          </ac:spMkLst>
        </pc:spChg>
      </pc:sldChg>
      <pc:sldChg chg="addSp modSp add mod">
        <pc:chgData name="Stef Van Wolputte" userId="53954008-e772-4081-b24d-77d1e8f1f00e" providerId="ADAL" clId="{97050106-B651-4756-8136-E96C05BBCF7F}" dt="2025-08-29T09:33:05.953" v="878" actId="6549"/>
        <pc:sldMkLst>
          <pc:docMk/>
          <pc:sldMk cId="2057003618" sldId="261"/>
        </pc:sldMkLst>
        <pc:spChg chg="mod">
          <ac:chgData name="Stef Van Wolputte" userId="53954008-e772-4081-b24d-77d1e8f1f00e" providerId="ADAL" clId="{97050106-B651-4756-8136-E96C05BBCF7F}" dt="2025-08-29T09:33:05.953" v="878" actId="6549"/>
          <ac:spMkLst>
            <pc:docMk/>
            <pc:sldMk cId="2057003618" sldId="261"/>
            <ac:spMk id="2" creationId="{E8A9A986-9AB1-1D40-1476-DF63F0E54AED}"/>
          </ac:spMkLst>
        </pc:spChg>
        <pc:spChg chg="mod">
          <ac:chgData name="Stef Van Wolputte" userId="53954008-e772-4081-b24d-77d1e8f1f00e" providerId="ADAL" clId="{97050106-B651-4756-8136-E96C05BBCF7F}" dt="2025-08-27T14:07:18.007" v="742" actId="790"/>
          <ac:spMkLst>
            <pc:docMk/>
            <pc:sldMk cId="2057003618" sldId="261"/>
            <ac:spMk id="3" creationId="{F370E5A6-CB7B-0536-4370-145930E608F4}"/>
          </ac:spMkLst>
        </pc:spChg>
        <pc:picChg chg="add mod">
          <ac:chgData name="Stef Van Wolputte" userId="53954008-e772-4081-b24d-77d1e8f1f00e" providerId="ADAL" clId="{97050106-B651-4756-8136-E96C05BBCF7F}" dt="2025-08-27T09:55:00.937" v="382" actId="1076"/>
          <ac:picMkLst>
            <pc:docMk/>
            <pc:sldMk cId="2057003618" sldId="261"/>
            <ac:picMk id="3074" creationId="{0A23F5B5-0D73-CB2A-8E99-E36001C8ABE3}"/>
          </ac:picMkLst>
        </pc:picChg>
      </pc:sldChg>
      <pc:sldChg chg="delSp modSp add mod">
        <pc:chgData name="Stef Van Wolputte" userId="53954008-e772-4081-b24d-77d1e8f1f00e" providerId="ADAL" clId="{97050106-B651-4756-8136-E96C05BBCF7F}" dt="2025-08-29T09:19:47.644" v="875" actId="27636"/>
        <pc:sldMkLst>
          <pc:docMk/>
          <pc:sldMk cId="2767254610" sldId="262"/>
        </pc:sldMkLst>
        <pc:spChg chg="mod">
          <ac:chgData name="Stef Van Wolputte" userId="53954008-e772-4081-b24d-77d1e8f1f00e" providerId="ADAL" clId="{97050106-B651-4756-8136-E96C05BBCF7F}" dt="2025-08-27T14:07:18.007" v="742" actId="790"/>
          <ac:spMkLst>
            <pc:docMk/>
            <pc:sldMk cId="2767254610" sldId="262"/>
            <ac:spMk id="2" creationId="{31E55958-F498-B7EA-AAC0-B520DDFB0A5D}"/>
          </ac:spMkLst>
        </pc:spChg>
        <pc:spChg chg="mod">
          <ac:chgData name="Stef Van Wolputte" userId="53954008-e772-4081-b24d-77d1e8f1f00e" providerId="ADAL" clId="{97050106-B651-4756-8136-E96C05BBCF7F}" dt="2025-08-29T09:19:47.644" v="875" actId="27636"/>
          <ac:spMkLst>
            <pc:docMk/>
            <pc:sldMk cId="2767254610" sldId="262"/>
            <ac:spMk id="3" creationId="{4AF1E04A-A4B2-062D-8AA7-D12293AD81DB}"/>
          </ac:spMkLst>
        </pc:spChg>
      </pc:sldChg>
      <pc:sldChg chg="addSp delSp modSp add mod">
        <pc:chgData name="Stef Van Wolputte" userId="53954008-e772-4081-b24d-77d1e8f1f00e" providerId="ADAL" clId="{97050106-B651-4756-8136-E96C05BBCF7F}" dt="2025-08-29T09:19:08.714" v="873" actId="27636"/>
        <pc:sldMkLst>
          <pc:docMk/>
          <pc:sldMk cId="1219557103" sldId="263"/>
        </pc:sldMkLst>
        <pc:spChg chg="mod">
          <ac:chgData name="Stef Van Wolputte" userId="53954008-e772-4081-b24d-77d1e8f1f00e" providerId="ADAL" clId="{97050106-B651-4756-8136-E96C05BBCF7F}" dt="2025-08-27T14:07:18.007" v="742" actId="790"/>
          <ac:spMkLst>
            <pc:docMk/>
            <pc:sldMk cId="1219557103" sldId="263"/>
            <ac:spMk id="2" creationId="{4E0888E7-734F-ACFC-9234-43C7A733B0C4}"/>
          </ac:spMkLst>
        </pc:spChg>
        <pc:spChg chg="mod">
          <ac:chgData name="Stef Van Wolputte" userId="53954008-e772-4081-b24d-77d1e8f1f00e" providerId="ADAL" clId="{97050106-B651-4756-8136-E96C05BBCF7F}" dt="2025-08-29T09:19:08.714" v="873" actId="27636"/>
          <ac:spMkLst>
            <pc:docMk/>
            <pc:sldMk cId="1219557103" sldId="263"/>
            <ac:spMk id="3" creationId="{B85F3D04-BF5E-F94D-80D9-F223207A877C}"/>
          </ac:spMkLst>
        </pc:spChg>
        <pc:picChg chg="add mod">
          <ac:chgData name="Stef Van Wolputte" userId="53954008-e772-4081-b24d-77d1e8f1f00e" providerId="ADAL" clId="{97050106-B651-4756-8136-E96C05BBCF7F}" dt="2025-08-27T13:42:22.280" v="515" actId="1076"/>
          <ac:picMkLst>
            <pc:docMk/>
            <pc:sldMk cId="1219557103" sldId="263"/>
            <ac:picMk id="4098" creationId="{90963644-1D22-52CF-F36B-8507B11CF924}"/>
          </ac:picMkLst>
        </pc:picChg>
      </pc:sldChg>
      <pc:sldChg chg="del">
        <pc:chgData name="Stef Van Wolputte" userId="53954008-e772-4081-b24d-77d1e8f1f00e" providerId="ADAL" clId="{97050106-B651-4756-8136-E96C05BBCF7F}" dt="2025-08-27T09:18:01.024" v="36" actId="47"/>
        <pc:sldMkLst>
          <pc:docMk/>
          <pc:sldMk cId="1477805606" sldId="264"/>
        </pc:sldMkLst>
      </pc:sldChg>
      <pc:sldChg chg="addSp modSp new mod">
        <pc:chgData name="Stef Van Wolputte" userId="53954008-e772-4081-b24d-77d1e8f1f00e" providerId="ADAL" clId="{97050106-B651-4756-8136-E96C05BBCF7F}" dt="2025-08-29T09:33:10.769" v="879" actId="6549"/>
        <pc:sldMkLst>
          <pc:docMk/>
          <pc:sldMk cId="1677667097" sldId="264"/>
        </pc:sldMkLst>
        <pc:spChg chg="mod">
          <ac:chgData name="Stef Van Wolputte" userId="53954008-e772-4081-b24d-77d1e8f1f00e" providerId="ADAL" clId="{97050106-B651-4756-8136-E96C05BBCF7F}" dt="2025-08-29T09:33:10.769" v="879" actId="6549"/>
          <ac:spMkLst>
            <pc:docMk/>
            <pc:sldMk cId="1677667097" sldId="264"/>
            <ac:spMk id="2" creationId="{C9BCAE56-9776-DB28-948B-0DC52BE63DAB}"/>
          </ac:spMkLst>
        </pc:spChg>
        <pc:spChg chg="mod">
          <ac:chgData name="Stef Van Wolputte" userId="53954008-e772-4081-b24d-77d1e8f1f00e" providerId="ADAL" clId="{97050106-B651-4756-8136-E96C05BBCF7F}" dt="2025-08-27T14:07:18.007" v="742" actId="790"/>
          <ac:spMkLst>
            <pc:docMk/>
            <pc:sldMk cId="1677667097" sldId="264"/>
            <ac:spMk id="3" creationId="{E7552485-8721-5186-5388-3901933793FE}"/>
          </ac:spMkLst>
        </pc:spChg>
      </pc:sldChg>
      <pc:sldChg chg="modSp add mod">
        <pc:chgData name="Stef Van Wolputte" userId="53954008-e772-4081-b24d-77d1e8f1f00e" providerId="ADAL" clId="{97050106-B651-4756-8136-E96C05BBCF7F}" dt="2025-08-29T09:33:26.312" v="880" actId="6549"/>
        <pc:sldMkLst>
          <pc:docMk/>
          <pc:sldMk cId="2847329337" sldId="265"/>
        </pc:sldMkLst>
        <pc:spChg chg="mod">
          <ac:chgData name="Stef Van Wolputte" userId="53954008-e772-4081-b24d-77d1e8f1f00e" providerId="ADAL" clId="{97050106-B651-4756-8136-E96C05BBCF7F}" dt="2025-08-29T09:33:26.312" v="880" actId="6549"/>
          <ac:spMkLst>
            <pc:docMk/>
            <pc:sldMk cId="2847329337" sldId="265"/>
            <ac:spMk id="2" creationId="{948919E5-A636-0772-B379-5706A09D1A82}"/>
          </ac:spMkLst>
        </pc:spChg>
        <pc:spChg chg="mod">
          <ac:chgData name="Stef Van Wolputte" userId="53954008-e772-4081-b24d-77d1e8f1f00e" providerId="ADAL" clId="{97050106-B651-4756-8136-E96C05BBCF7F}" dt="2025-08-27T14:07:18.007" v="742" actId="790"/>
          <ac:spMkLst>
            <pc:docMk/>
            <pc:sldMk cId="2847329337" sldId="265"/>
            <ac:spMk id="3" creationId="{F2D62EEA-D250-598B-E50D-28E474017D9F}"/>
          </ac:spMkLst>
        </pc:spChg>
      </pc:sldChg>
      <pc:sldChg chg="del">
        <pc:chgData name="Stef Van Wolputte" userId="53954008-e772-4081-b24d-77d1e8f1f00e" providerId="ADAL" clId="{97050106-B651-4756-8136-E96C05BBCF7F}" dt="2025-08-27T09:18:01.024" v="36" actId="47"/>
        <pc:sldMkLst>
          <pc:docMk/>
          <pc:sldMk cId="3657540102" sldId="265"/>
        </pc:sldMkLst>
      </pc:sldChg>
      <pc:sldChg chg="del">
        <pc:chgData name="Stef Van Wolputte" userId="53954008-e772-4081-b24d-77d1e8f1f00e" providerId="ADAL" clId="{97050106-B651-4756-8136-E96C05BBCF7F}" dt="2025-08-27T09:18:01.024" v="36" actId="47"/>
        <pc:sldMkLst>
          <pc:docMk/>
          <pc:sldMk cId="2239775232" sldId="266"/>
        </pc:sldMkLst>
      </pc:sldChg>
      <pc:sldChg chg="modSp new mod">
        <pc:chgData name="Stef Van Wolputte" userId="53954008-e772-4081-b24d-77d1e8f1f00e" providerId="ADAL" clId="{97050106-B651-4756-8136-E96C05BBCF7F}" dt="2025-08-27T14:07:18.007" v="742" actId="790"/>
        <pc:sldMkLst>
          <pc:docMk/>
          <pc:sldMk cId="4224918197" sldId="266"/>
        </pc:sldMkLst>
        <pc:spChg chg="mod">
          <ac:chgData name="Stef Van Wolputte" userId="53954008-e772-4081-b24d-77d1e8f1f00e" providerId="ADAL" clId="{97050106-B651-4756-8136-E96C05BBCF7F}" dt="2025-08-27T14:07:18.007" v="742" actId="790"/>
          <ac:spMkLst>
            <pc:docMk/>
            <pc:sldMk cId="4224918197" sldId="266"/>
            <ac:spMk id="2" creationId="{6BA8AD30-5CC1-9027-5AF9-97EF6835DB74}"/>
          </ac:spMkLst>
        </pc:spChg>
        <pc:spChg chg="mod">
          <ac:chgData name="Stef Van Wolputte" userId="53954008-e772-4081-b24d-77d1e8f1f00e" providerId="ADAL" clId="{97050106-B651-4756-8136-E96C05BBCF7F}" dt="2025-08-27T14:07:18.007" v="742" actId="790"/>
          <ac:spMkLst>
            <pc:docMk/>
            <pc:sldMk cId="4224918197" sldId="266"/>
            <ac:spMk id="3" creationId="{EE69ACB7-9F60-9CCA-E6B1-621E16C4CACA}"/>
          </ac:spMkLst>
        </pc:spChg>
      </pc:sldChg>
      <pc:sldChg chg="del">
        <pc:chgData name="Stef Van Wolputte" userId="53954008-e772-4081-b24d-77d1e8f1f00e" providerId="ADAL" clId="{97050106-B651-4756-8136-E96C05BBCF7F}" dt="2025-08-27T09:18:01.024" v="36" actId="47"/>
        <pc:sldMkLst>
          <pc:docMk/>
          <pc:sldMk cId="646479082" sldId="267"/>
        </pc:sldMkLst>
      </pc:sldChg>
      <pc:sldChg chg="modSp new mod ord">
        <pc:chgData name="Stef Van Wolputte" userId="53954008-e772-4081-b24d-77d1e8f1f00e" providerId="ADAL" clId="{97050106-B651-4756-8136-E96C05BBCF7F}" dt="2025-08-27T14:17:45.823" v="756" actId="113"/>
        <pc:sldMkLst>
          <pc:docMk/>
          <pc:sldMk cId="2644774184" sldId="267"/>
        </pc:sldMkLst>
        <pc:spChg chg="mod">
          <ac:chgData name="Stef Van Wolputte" userId="53954008-e772-4081-b24d-77d1e8f1f00e" providerId="ADAL" clId="{97050106-B651-4756-8136-E96C05BBCF7F}" dt="2025-08-27T14:07:18.007" v="742" actId="790"/>
          <ac:spMkLst>
            <pc:docMk/>
            <pc:sldMk cId="2644774184" sldId="267"/>
            <ac:spMk id="2" creationId="{1DF659D0-2735-63ED-895B-CB9467406F9C}"/>
          </ac:spMkLst>
        </pc:spChg>
        <pc:spChg chg="mod">
          <ac:chgData name="Stef Van Wolputte" userId="53954008-e772-4081-b24d-77d1e8f1f00e" providerId="ADAL" clId="{97050106-B651-4756-8136-E96C05BBCF7F}" dt="2025-08-27T14:17:45.823" v="756" actId="113"/>
          <ac:spMkLst>
            <pc:docMk/>
            <pc:sldMk cId="2644774184" sldId="267"/>
            <ac:spMk id="3" creationId="{3EED317E-4B3B-07D7-2AF2-0FABB72BA8B3}"/>
          </ac:spMkLst>
        </pc:spChg>
      </pc:sldChg>
      <pc:sldChg chg="del">
        <pc:chgData name="Stef Van Wolputte" userId="53954008-e772-4081-b24d-77d1e8f1f00e" providerId="ADAL" clId="{97050106-B651-4756-8136-E96C05BBCF7F}" dt="2025-08-27T09:18:01.024" v="36" actId="47"/>
        <pc:sldMkLst>
          <pc:docMk/>
          <pc:sldMk cId="1370275247" sldId="268"/>
        </pc:sldMkLst>
      </pc:sldChg>
      <pc:sldChg chg="addSp modSp add mod">
        <pc:chgData name="Stef Van Wolputte" userId="53954008-e772-4081-b24d-77d1e8f1f00e" providerId="ADAL" clId="{97050106-B651-4756-8136-E96C05BBCF7F}" dt="2025-08-27T14:17:02.981" v="755" actId="1076"/>
        <pc:sldMkLst>
          <pc:docMk/>
          <pc:sldMk cId="3546937093" sldId="268"/>
        </pc:sldMkLst>
        <pc:spChg chg="mod">
          <ac:chgData name="Stef Van Wolputte" userId="53954008-e772-4081-b24d-77d1e8f1f00e" providerId="ADAL" clId="{97050106-B651-4756-8136-E96C05BBCF7F}" dt="2025-08-27T14:07:18.007" v="742" actId="790"/>
          <ac:spMkLst>
            <pc:docMk/>
            <pc:sldMk cId="3546937093" sldId="268"/>
            <ac:spMk id="2" creationId="{5BED137B-AB5E-A5BD-3F1A-99B6FCB4E726}"/>
          </ac:spMkLst>
        </pc:spChg>
        <pc:spChg chg="mod">
          <ac:chgData name="Stef Van Wolputte" userId="53954008-e772-4081-b24d-77d1e8f1f00e" providerId="ADAL" clId="{97050106-B651-4756-8136-E96C05BBCF7F}" dt="2025-08-27T14:15:16.466" v="749" actId="14100"/>
          <ac:spMkLst>
            <pc:docMk/>
            <pc:sldMk cId="3546937093" sldId="268"/>
            <ac:spMk id="3" creationId="{45196B10-D3B0-9C98-C856-3383AE851DB0}"/>
          </ac:spMkLst>
        </pc:spChg>
        <pc:picChg chg="add mod">
          <ac:chgData name="Stef Van Wolputte" userId="53954008-e772-4081-b24d-77d1e8f1f00e" providerId="ADAL" clId="{97050106-B651-4756-8136-E96C05BBCF7F}" dt="2025-08-27T14:15:22.043" v="752" actId="1076"/>
          <ac:picMkLst>
            <pc:docMk/>
            <pc:sldMk cId="3546937093" sldId="268"/>
            <ac:picMk id="6146" creationId="{D2A8A3CC-ED16-9E97-0239-58F1D7B814A8}"/>
          </ac:picMkLst>
        </pc:picChg>
        <pc:picChg chg="add mod">
          <ac:chgData name="Stef Van Wolputte" userId="53954008-e772-4081-b24d-77d1e8f1f00e" providerId="ADAL" clId="{97050106-B651-4756-8136-E96C05BBCF7F}" dt="2025-08-27T14:17:02.981" v="755" actId="1076"/>
          <ac:picMkLst>
            <pc:docMk/>
            <pc:sldMk cId="3546937093" sldId="268"/>
            <ac:picMk id="6148" creationId="{EA30D452-4CA2-6993-6FB6-4B9BB4A8D240}"/>
          </ac:picMkLst>
        </pc:picChg>
      </pc:sldChg>
      <pc:sldChg chg="addSp modSp new mod">
        <pc:chgData name="Stef Van Wolputte" userId="53954008-e772-4081-b24d-77d1e8f1f00e" providerId="ADAL" clId="{97050106-B651-4756-8136-E96C05BBCF7F}" dt="2025-08-27T16:40:41.086" v="831" actId="1076"/>
        <pc:sldMkLst>
          <pc:docMk/>
          <pc:sldMk cId="36402258" sldId="269"/>
        </pc:sldMkLst>
        <pc:spChg chg="mod">
          <ac:chgData name="Stef Van Wolputte" userId="53954008-e772-4081-b24d-77d1e8f1f00e" providerId="ADAL" clId="{97050106-B651-4756-8136-E96C05BBCF7F}" dt="2025-08-27T16:21:13.790" v="758"/>
          <ac:spMkLst>
            <pc:docMk/>
            <pc:sldMk cId="36402258" sldId="269"/>
            <ac:spMk id="2" creationId="{F6465BAD-122C-D38A-FDA9-739DE4B1DB59}"/>
          </ac:spMkLst>
        </pc:spChg>
        <pc:spChg chg="mod">
          <ac:chgData name="Stef Van Wolputte" userId="53954008-e772-4081-b24d-77d1e8f1f00e" providerId="ADAL" clId="{97050106-B651-4756-8136-E96C05BBCF7F}" dt="2025-08-27T16:21:55.205" v="767" actId="14100"/>
          <ac:spMkLst>
            <pc:docMk/>
            <pc:sldMk cId="36402258" sldId="269"/>
            <ac:spMk id="3" creationId="{7F922186-373B-5355-90D9-DF5E9DCFE38A}"/>
          </ac:spMkLst>
        </pc:spChg>
        <pc:picChg chg="add mod">
          <ac:chgData name="Stef Van Wolputte" userId="53954008-e772-4081-b24d-77d1e8f1f00e" providerId="ADAL" clId="{97050106-B651-4756-8136-E96C05BBCF7F}" dt="2025-08-27T16:40:41.086" v="831" actId="1076"/>
          <ac:picMkLst>
            <pc:docMk/>
            <pc:sldMk cId="36402258" sldId="269"/>
            <ac:picMk id="6" creationId="{E92932B0-BCB3-D29D-897A-4AF112F6446D}"/>
          </ac:picMkLst>
        </pc:picChg>
      </pc:sldChg>
      <pc:sldChg chg="del">
        <pc:chgData name="Stef Van Wolputte" userId="53954008-e772-4081-b24d-77d1e8f1f00e" providerId="ADAL" clId="{97050106-B651-4756-8136-E96C05BBCF7F}" dt="2025-08-27T09:18:01.024" v="36" actId="47"/>
        <pc:sldMkLst>
          <pc:docMk/>
          <pc:sldMk cId="102833200" sldId="269"/>
        </pc:sldMkLst>
      </pc:sldChg>
      <pc:sldChg chg="del">
        <pc:chgData name="Stef Van Wolputte" userId="53954008-e772-4081-b24d-77d1e8f1f00e" providerId="ADAL" clId="{97050106-B651-4756-8136-E96C05BBCF7F}" dt="2025-08-27T09:18:01.024" v="36" actId="47"/>
        <pc:sldMkLst>
          <pc:docMk/>
          <pc:sldMk cId="2304881231" sldId="270"/>
        </pc:sldMkLst>
      </pc:sldChg>
      <pc:sldChg chg="addSp delSp modSp new mod">
        <pc:chgData name="Stef Van Wolputte" userId="53954008-e772-4081-b24d-77d1e8f1f00e" providerId="ADAL" clId="{97050106-B651-4756-8136-E96C05BBCF7F}" dt="2025-08-27T16:32:04.131" v="827" actId="26606"/>
        <pc:sldMkLst>
          <pc:docMk/>
          <pc:sldMk cId="2854208431" sldId="270"/>
        </pc:sldMkLst>
        <pc:spChg chg="mod">
          <ac:chgData name="Stef Van Wolputte" userId="53954008-e772-4081-b24d-77d1e8f1f00e" providerId="ADAL" clId="{97050106-B651-4756-8136-E96C05BBCF7F}" dt="2025-08-27T16:32:04.131" v="827" actId="26606"/>
          <ac:spMkLst>
            <pc:docMk/>
            <pc:sldMk cId="2854208431" sldId="270"/>
            <ac:spMk id="2" creationId="{1B322C36-AF6C-163B-8259-64742D68651A}"/>
          </ac:spMkLst>
        </pc:spChg>
        <pc:spChg chg="add del mod">
          <ac:chgData name="Stef Van Wolputte" userId="53954008-e772-4081-b24d-77d1e8f1f00e" providerId="ADAL" clId="{97050106-B651-4756-8136-E96C05BBCF7F}" dt="2025-08-27T16:32:04.131" v="827" actId="26606"/>
          <ac:spMkLst>
            <pc:docMk/>
            <pc:sldMk cId="2854208431" sldId="270"/>
            <ac:spMk id="3" creationId="{4AC66FC2-2149-2D5B-894E-06E446B3DA51}"/>
          </ac:spMkLst>
        </pc:spChg>
        <pc:spChg chg="mod">
          <ac:chgData name="Stef Van Wolputte" userId="53954008-e772-4081-b24d-77d1e8f1f00e" providerId="ADAL" clId="{97050106-B651-4756-8136-E96C05BBCF7F}" dt="2025-08-27T16:32:04.131" v="827" actId="26606"/>
          <ac:spMkLst>
            <pc:docMk/>
            <pc:sldMk cId="2854208431" sldId="270"/>
            <ac:spMk id="4" creationId="{1A68CD73-63CB-6C16-43CE-B6929C96D40C}"/>
          </ac:spMkLst>
        </pc:spChg>
      </pc:sldChg>
      <pc:sldChg chg="addSp delSp modSp new mod">
        <pc:chgData name="Stef Van Wolputte" userId="53954008-e772-4081-b24d-77d1e8f1f00e" providerId="ADAL" clId="{97050106-B651-4756-8136-E96C05BBCF7F}" dt="2025-08-27T16:29:52.375" v="823" actId="27636"/>
        <pc:sldMkLst>
          <pc:docMk/>
          <pc:sldMk cId="1616671872" sldId="271"/>
        </pc:sldMkLst>
        <pc:spChg chg="mod">
          <ac:chgData name="Stef Van Wolputte" userId="53954008-e772-4081-b24d-77d1e8f1f00e" providerId="ADAL" clId="{97050106-B651-4756-8136-E96C05BBCF7F}" dt="2025-08-27T16:24:09.078" v="799"/>
          <ac:spMkLst>
            <pc:docMk/>
            <pc:sldMk cId="1616671872" sldId="271"/>
            <ac:spMk id="2" creationId="{C7E038DC-6761-6C62-757F-CDA2D8C9D9CB}"/>
          </ac:spMkLst>
        </pc:spChg>
        <pc:spChg chg="add del mod">
          <ac:chgData name="Stef Van Wolputte" userId="53954008-e772-4081-b24d-77d1e8f1f00e" providerId="ADAL" clId="{97050106-B651-4756-8136-E96C05BBCF7F}" dt="2025-08-27T16:29:52.375" v="823" actId="27636"/>
          <ac:spMkLst>
            <pc:docMk/>
            <pc:sldMk cId="1616671872" sldId="271"/>
            <ac:spMk id="3" creationId="{F7BE8A72-3378-638C-A22B-3038C65943BD}"/>
          </ac:spMkLst>
        </pc:spChg>
        <pc:picChg chg="add mod">
          <ac:chgData name="Stef Van Wolputte" userId="53954008-e772-4081-b24d-77d1e8f1f00e" providerId="ADAL" clId="{97050106-B651-4756-8136-E96C05BBCF7F}" dt="2025-08-27T16:29:47.956" v="821" actId="1076"/>
          <ac:picMkLst>
            <pc:docMk/>
            <pc:sldMk cId="1616671872" sldId="271"/>
            <ac:picMk id="1027" creationId="{3D6F44B7-CADE-0838-496E-29E33B730D70}"/>
          </ac:picMkLst>
        </pc:picChg>
      </pc:sldChg>
      <pc:sldChg chg="del">
        <pc:chgData name="Stef Van Wolputte" userId="53954008-e772-4081-b24d-77d1e8f1f00e" providerId="ADAL" clId="{97050106-B651-4756-8136-E96C05BBCF7F}" dt="2025-08-27T09:18:01.024" v="36" actId="47"/>
        <pc:sldMkLst>
          <pc:docMk/>
          <pc:sldMk cId="1824633265" sldId="271"/>
        </pc:sldMkLst>
      </pc:sldChg>
      <pc:sldChg chg="modSp new mod">
        <pc:chgData name="Stef Van Wolputte" userId="53954008-e772-4081-b24d-77d1e8f1f00e" providerId="ADAL" clId="{97050106-B651-4756-8136-E96C05BBCF7F}" dt="2025-08-27T16:44:00.936" v="856" actId="27636"/>
        <pc:sldMkLst>
          <pc:docMk/>
          <pc:sldMk cId="3906260483" sldId="272"/>
        </pc:sldMkLst>
        <pc:spChg chg="mod">
          <ac:chgData name="Stef Van Wolputte" userId="53954008-e772-4081-b24d-77d1e8f1f00e" providerId="ADAL" clId="{97050106-B651-4756-8136-E96C05BBCF7F}" dt="2025-08-27T16:42:37.695" v="841" actId="20577"/>
          <ac:spMkLst>
            <pc:docMk/>
            <pc:sldMk cId="3906260483" sldId="272"/>
            <ac:spMk id="2" creationId="{88848190-72E0-B661-08A9-6C6102B214AA}"/>
          </ac:spMkLst>
        </pc:spChg>
        <pc:spChg chg="mod">
          <ac:chgData name="Stef Van Wolputte" userId="53954008-e772-4081-b24d-77d1e8f1f00e" providerId="ADAL" clId="{97050106-B651-4756-8136-E96C05BBCF7F}" dt="2025-08-27T16:44:00.936" v="856" actId="27636"/>
          <ac:spMkLst>
            <pc:docMk/>
            <pc:sldMk cId="3906260483" sldId="272"/>
            <ac:spMk id="3" creationId="{DED06BB7-ABE5-0C84-7236-841F5F975651}"/>
          </ac:spMkLst>
        </pc:spChg>
      </pc:sldChg>
      <pc:sldChg chg="del">
        <pc:chgData name="Stef Van Wolputte" userId="53954008-e772-4081-b24d-77d1e8f1f00e" providerId="ADAL" clId="{97050106-B651-4756-8136-E96C05BBCF7F}" dt="2025-08-27T09:18:01.024" v="36" actId="47"/>
        <pc:sldMkLst>
          <pc:docMk/>
          <pc:sldMk cId="4110860133" sldId="272"/>
        </pc:sldMkLst>
      </pc:sldChg>
      <pc:sldChg chg="del">
        <pc:chgData name="Stef Van Wolputte" userId="53954008-e772-4081-b24d-77d1e8f1f00e" providerId="ADAL" clId="{97050106-B651-4756-8136-E96C05BBCF7F}" dt="2025-08-27T09:18:01.024" v="36" actId="47"/>
        <pc:sldMkLst>
          <pc:docMk/>
          <pc:sldMk cId="3061065363" sldId="273"/>
        </pc:sldMkLst>
      </pc:sldChg>
      <pc:sldChg chg="del">
        <pc:chgData name="Stef Van Wolputte" userId="53954008-e772-4081-b24d-77d1e8f1f00e" providerId="ADAL" clId="{97050106-B651-4756-8136-E96C05BBCF7F}" dt="2025-08-27T09:18:01.024" v="36" actId="47"/>
        <pc:sldMkLst>
          <pc:docMk/>
          <pc:sldMk cId="4195469657" sldId="274"/>
        </pc:sldMkLst>
      </pc:sldChg>
      <pc:sldChg chg="del">
        <pc:chgData name="Stef Van Wolputte" userId="53954008-e772-4081-b24d-77d1e8f1f00e" providerId="ADAL" clId="{97050106-B651-4756-8136-E96C05BBCF7F}" dt="2025-08-27T09:18:01.024" v="36" actId="47"/>
        <pc:sldMkLst>
          <pc:docMk/>
          <pc:sldMk cId="937404234" sldId="275"/>
        </pc:sldMkLst>
      </pc:sldChg>
      <pc:sldChg chg="del">
        <pc:chgData name="Stef Van Wolputte" userId="53954008-e772-4081-b24d-77d1e8f1f00e" providerId="ADAL" clId="{97050106-B651-4756-8136-E96C05BBCF7F}" dt="2025-08-27T09:18:01.024" v="36" actId="47"/>
        <pc:sldMkLst>
          <pc:docMk/>
          <pc:sldMk cId="2983246358" sldId="276"/>
        </pc:sldMkLst>
      </pc:sldChg>
      <pc:sldChg chg="del">
        <pc:chgData name="Stef Van Wolputte" userId="53954008-e772-4081-b24d-77d1e8f1f00e" providerId="ADAL" clId="{97050106-B651-4756-8136-E96C05BBCF7F}" dt="2025-08-27T09:18:01.024" v="36" actId="47"/>
        <pc:sldMkLst>
          <pc:docMk/>
          <pc:sldMk cId="2925722353" sldId="277"/>
        </pc:sldMkLst>
      </pc:sldChg>
      <pc:sldChg chg="del">
        <pc:chgData name="Stef Van Wolputte" userId="53954008-e772-4081-b24d-77d1e8f1f00e" providerId="ADAL" clId="{97050106-B651-4756-8136-E96C05BBCF7F}" dt="2025-08-27T09:18:01.024" v="36" actId="47"/>
        <pc:sldMkLst>
          <pc:docMk/>
          <pc:sldMk cId="645345942" sldId="278"/>
        </pc:sldMkLst>
      </pc:sldChg>
      <pc:sldChg chg="del">
        <pc:chgData name="Stef Van Wolputte" userId="53954008-e772-4081-b24d-77d1e8f1f00e" providerId="ADAL" clId="{97050106-B651-4756-8136-E96C05BBCF7F}" dt="2025-08-27T09:18:01.024" v="36" actId="47"/>
        <pc:sldMkLst>
          <pc:docMk/>
          <pc:sldMk cId="2843649944" sldId="279"/>
        </pc:sldMkLst>
      </pc:sldChg>
      <pc:sldChg chg="del">
        <pc:chgData name="Stef Van Wolputte" userId="53954008-e772-4081-b24d-77d1e8f1f00e" providerId="ADAL" clId="{97050106-B651-4756-8136-E96C05BBCF7F}" dt="2025-08-27T09:18:01.024" v="36" actId="47"/>
        <pc:sldMkLst>
          <pc:docMk/>
          <pc:sldMk cId="2560994899" sldId="280"/>
        </pc:sldMkLst>
      </pc:sldChg>
      <pc:sldChg chg="del">
        <pc:chgData name="Stef Van Wolputte" userId="53954008-e772-4081-b24d-77d1e8f1f00e" providerId="ADAL" clId="{97050106-B651-4756-8136-E96C05BBCF7F}" dt="2025-08-27T09:18:01.024" v="36" actId="47"/>
        <pc:sldMkLst>
          <pc:docMk/>
          <pc:sldMk cId="1530594919" sldId="281"/>
        </pc:sldMkLst>
      </pc:sldChg>
      <pc:sldChg chg="del">
        <pc:chgData name="Stef Van Wolputte" userId="53954008-e772-4081-b24d-77d1e8f1f00e" providerId="ADAL" clId="{97050106-B651-4756-8136-E96C05BBCF7F}" dt="2025-08-27T09:18:01.024" v="36" actId="47"/>
        <pc:sldMkLst>
          <pc:docMk/>
          <pc:sldMk cId="859094672" sldId="282"/>
        </pc:sldMkLst>
      </pc:sldChg>
      <pc:sldChg chg="del">
        <pc:chgData name="Stef Van Wolputte" userId="53954008-e772-4081-b24d-77d1e8f1f00e" providerId="ADAL" clId="{97050106-B651-4756-8136-E96C05BBCF7F}" dt="2025-08-27T09:18:01.024" v="36" actId="47"/>
        <pc:sldMkLst>
          <pc:docMk/>
          <pc:sldMk cId="4159923079" sldId="283"/>
        </pc:sldMkLst>
      </pc:sldChg>
      <pc:sldChg chg="del">
        <pc:chgData name="Stef Van Wolputte" userId="53954008-e772-4081-b24d-77d1e8f1f00e" providerId="ADAL" clId="{97050106-B651-4756-8136-E96C05BBCF7F}" dt="2025-08-27T09:18:01.024" v="36" actId="47"/>
        <pc:sldMkLst>
          <pc:docMk/>
          <pc:sldMk cId="1280406997" sldId="284"/>
        </pc:sldMkLst>
      </pc:sldChg>
      <pc:sldChg chg="del">
        <pc:chgData name="Stef Van Wolputte" userId="53954008-e772-4081-b24d-77d1e8f1f00e" providerId="ADAL" clId="{97050106-B651-4756-8136-E96C05BBCF7F}" dt="2025-08-27T09:18:01.024" v="36" actId="47"/>
        <pc:sldMkLst>
          <pc:docMk/>
          <pc:sldMk cId="1165773625" sldId="285"/>
        </pc:sldMkLst>
      </pc:sldChg>
      <pc:sldChg chg="del">
        <pc:chgData name="Stef Van Wolputte" userId="53954008-e772-4081-b24d-77d1e8f1f00e" providerId="ADAL" clId="{97050106-B651-4756-8136-E96C05BBCF7F}" dt="2025-08-27T09:18:01.024" v="36" actId="47"/>
        <pc:sldMkLst>
          <pc:docMk/>
          <pc:sldMk cId="3060149066" sldId="286"/>
        </pc:sldMkLst>
      </pc:sldChg>
      <pc:sldChg chg="del">
        <pc:chgData name="Stef Van Wolputte" userId="53954008-e772-4081-b24d-77d1e8f1f00e" providerId="ADAL" clId="{97050106-B651-4756-8136-E96C05BBCF7F}" dt="2025-08-27T09:18:01.024" v="36" actId="47"/>
        <pc:sldMkLst>
          <pc:docMk/>
          <pc:sldMk cId="3610482772" sldId="287"/>
        </pc:sldMkLst>
      </pc:sldChg>
      <pc:sldChg chg="del">
        <pc:chgData name="Stef Van Wolputte" userId="53954008-e772-4081-b24d-77d1e8f1f00e" providerId="ADAL" clId="{97050106-B651-4756-8136-E96C05BBCF7F}" dt="2025-08-27T09:18:01.024" v="36" actId="47"/>
        <pc:sldMkLst>
          <pc:docMk/>
          <pc:sldMk cId="602665359" sldId="288"/>
        </pc:sldMkLst>
      </pc:sldChg>
      <pc:sldChg chg="del">
        <pc:chgData name="Stef Van Wolputte" userId="53954008-e772-4081-b24d-77d1e8f1f00e" providerId="ADAL" clId="{97050106-B651-4756-8136-E96C05BBCF7F}" dt="2025-08-27T09:18:01.024" v="36" actId="47"/>
        <pc:sldMkLst>
          <pc:docMk/>
          <pc:sldMk cId="1562498212" sldId="289"/>
        </pc:sldMkLst>
      </pc:sldChg>
      <pc:sldChg chg="del">
        <pc:chgData name="Stef Van Wolputte" userId="53954008-e772-4081-b24d-77d1e8f1f00e" providerId="ADAL" clId="{97050106-B651-4756-8136-E96C05BBCF7F}" dt="2025-08-27T09:18:01.024" v="36" actId="47"/>
        <pc:sldMkLst>
          <pc:docMk/>
          <pc:sldMk cId="3964405791" sldId="290"/>
        </pc:sldMkLst>
      </pc:sldChg>
      <pc:sldChg chg="del">
        <pc:chgData name="Stef Van Wolputte" userId="53954008-e772-4081-b24d-77d1e8f1f00e" providerId="ADAL" clId="{97050106-B651-4756-8136-E96C05BBCF7F}" dt="2025-08-27T09:18:01.024" v="36" actId="47"/>
        <pc:sldMkLst>
          <pc:docMk/>
          <pc:sldMk cId="1614203604" sldId="291"/>
        </pc:sldMkLst>
      </pc:sldChg>
      <pc:sldChg chg="del">
        <pc:chgData name="Stef Van Wolputte" userId="53954008-e772-4081-b24d-77d1e8f1f00e" providerId="ADAL" clId="{97050106-B651-4756-8136-E96C05BBCF7F}" dt="2025-08-27T09:18:01.024" v="36" actId="47"/>
        <pc:sldMkLst>
          <pc:docMk/>
          <pc:sldMk cId="3646269608" sldId="292"/>
        </pc:sldMkLst>
      </pc:sldChg>
      <pc:sldChg chg="del">
        <pc:chgData name="Stef Van Wolputte" userId="53954008-e772-4081-b24d-77d1e8f1f00e" providerId="ADAL" clId="{97050106-B651-4756-8136-E96C05BBCF7F}" dt="2025-08-27T09:18:01.024" v="36" actId="47"/>
        <pc:sldMkLst>
          <pc:docMk/>
          <pc:sldMk cId="3362200742" sldId="293"/>
        </pc:sldMkLst>
      </pc:sldChg>
      <pc:sldChg chg="del">
        <pc:chgData name="Stef Van Wolputte" userId="53954008-e772-4081-b24d-77d1e8f1f00e" providerId="ADAL" clId="{97050106-B651-4756-8136-E96C05BBCF7F}" dt="2025-08-27T09:18:01.024" v="36" actId="47"/>
        <pc:sldMkLst>
          <pc:docMk/>
          <pc:sldMk cId="977957196" sldId="294"/>
        </pc:sldMkLst>
      </pc:sldChg>
      <pc:sldChg chg="del">
        <pc:chgData name="Stef Van Wolputte" userId="53954008-e772-4081-b24d-77d1e8f1f00e" providerId="ADAL" clId="{97050106-B651-4756-8136-E96C05BBCF7F}" dt="2025-08-27T09:18:01.024" v="36" actId="47"/>
        <pc:sldMkLst>
          <pc:docMk/>
          <pc:sldMk cId="2856300648" sldId="295"/>
        </pc:sldMkLst>
      </pc:sldChg>
      <pc:sldChg chg="del">
        <pc:chgData name="Stef Van Wolputte" userId="53954008-e772-4081-b24d-77d1e8f1f00e" providerId="ADAL" clId="{97050106-B651-4756-8136-E96C05BBCF7F}" dt="2025-08-27T09:18:01.024" v="36" actId="47"/>
        <pc:sldMkLst>
          <pc:docMk/>
          <pc:sldMk cId="3995905335" sldId="296"/>
        </pc:sldMkLst>
      </pc:sldChg>
      <pc:sldChg chg="del">
        <pc:chgData name="Stef Van Wolputte" userId="53954008-e772-4081-b24d-77d1e8f1f00e" providerId="ADAL" clId="{97050106-B651-4756-8136-E96C05BBCF7F}" dt="2025-08-27T09:18:01.024" v="36" actId="47"/>
        <pc:sldMkLst>
          <pc:docMk/>
          <pc:sldMk cId="239910011" sldId="297"/>
        </pc:sldMkLst>
      </pc:sldChg>
      <pc:sldChg chg="del">
        <pc:chgData name="Stef Van Wolputte" userId="53954008-e772-4081-b24d-77d1e8f1f00e" providerId="ADAL" clId="{97050106-B651-4756-8136-E96C05BBCF7F}" dt="2025-08-27T09:18:01.024" v="36" actId="47"/>
        <pc:sldMkLst>
          <pc:docMk/>
          <pc:sldMk cId="2043406336" sldId="298"/>
        </pc:sldMkLst>
      </pc:sldChg>
      <pc:sldChg chg="del">
        <pc:chgData name="Stef Van Wolputte" userId="53954008-e772-4081-b24d-77d1e8f1f00e" providerId="ADAL" clId="{97050106-B651-4756-8136-E96C05BBCF7F}" dt="2025-08-27T09:18:01.024" v="36" actId="47"/>
        <pc:sldMkLst>
          <pc:docMk/>
          <pc:sldMk cId="778566692" sldId="299"/>
        </pc:sldMkLst>
      </pc:sldChg>
      <pc:sldChg chg="del">
        <pc:chgData name="Stef Van Wolputte" userId="53954008-e772-4081-b24d-77d1e8f1f00e" providerId="ADAL" clId="{97050106-B651-4756-8136-E96C05BBCF7F}" dt="2025-08-27T09:18:01.024" v="36" actId="47"/>
        <pc:sldMkLst>
          <pc:docMk/>
          <pc:sldMk cId="412658242" sldId="300"/>
        </pc:sldMkLst>
      </pc:sldChg>
      <pc:sldChg chg="del">
        <pc:chgData name="Stef Van Wolputte" userId="53954008-e772-4081-b24d-77d1e8f1f00e" providerId="ADAL" clId="{97050106-B651-4756-8136-E96C05BBCF7F}" dt="2025-08-27T09:18:01.024" v="36" actId="47"/>
        <pc:sldMkLst>
          <pc:docMk/>
          <pc:sldMk cId="3153470253" sldId="301"/>
        </pc:sldMkLst>
      </pc:sldChg>
      <pc:sldChg chg="del">
        <pc:chgData name="Stef Van Wolputte" userId="53954008-e772-4081-b24d-77d1e8f1f00e" providerId="ADAL" clId="{97050106-B651-4756-8136-E96C05BBCF7F}" dt="2025-08-27T09:18:01.024" v="36" actId="47"/>
        <pc:sldMkLst>
          <pc:docMk/>
          <pc:sldMk cId="2777237697" sldId="302"/>
        </pc:sldMkLst>
      </pc:sldChg>
      <pc:sldChg chg="del">
        <pc:chgData name="Stef Van Wolputte" userId="53954008-e772-4081-b24d-77d1e8f1f00e" providerId="ADAL" clId="{97050106-B651-4756-8136-E96C05BBCF7F}" dt="2025-08-27T09:18:01.024" v="36" actId="47"/>
        <pc:sldMkLst>
          <pc:docMk/>
          <pc:sldMk cId="4173704339" sldId="314"/>
        </pc:sldMkLst>
      </pc:sldChg>
      <pc:sldChg chg="del">
        <pc:chgData name="Stef Van Wolputte" userId="53954008-e772-4081-b24d-77d1e8f1f00e" providerId="ADAL" clId="{97050106-B651-4756-8136-E96C05BBCF7F}" dt="2025-08-27T09:18:01.024" v="36" actId="47"/>
        <pc:sldMkLst>
          <pc:docMk/>
          <pc:sldMk cId="944044939" sldId="315"/>
        </pc:sldMkLst>
      </pc:sldChg>
      <pc:sldChg chg="del">
        <pc:chgData name="Stef Van Wolputte" userId="53954008-e772-4081-b24d-77d1e8f1f00e" providerId="ADAL" clId="{97050106-B651-4756-8136-E96C05BBCF7F}" dt="2025-08-27T09:18:01.024" v="36" actId="47"/>
        <pc:sldMkLst>
          <pc:docMk/>
          <pc:sldMk cId="123487775" sldId="317"/>
        </pc:sldMkLst>
      </pc:sldChg>
      <pc:sldChg chg="del">
        <pc:chgData name="Stef Van Wolputte" userId="53954008-e772-4081-b24d-77d1e8f1f00e" providerId="ADAL" clId="{97050106-B651-4756-8136-E96C05BBCF7F}" dt="2025-08-27T09:18:01.024" v="36" actId="47"/>
        <pc:sldMkLst>
          <pc:docMk/>
          <pc:sldMk cId="2543046928" sldId="318"/>
        </pc:sldMkLst>
      </pc:sldChg>
      <pc:sldChg chg="del">
        <pc:chgData name="Stef Van Wolputte" userId="53954008-e772-4081-b24d-77d1e8f1f00e" providerId="ADAL" clId="{97050106-B651-4756-8136-E96C05BBCF7F}" dt="2025-08-27T09:18:01.024" v="36" actId="47"/>
        <pc:sldMkLst>
          <pc:docMk/>
          <pc:sldMk cId="2291837428" sldId="319"/>
        </pc:sldMkLst>
      </pc:sldChg>
      <pc:sldChg chg="del">
        <pc:chgData name="Stef Van Wolputte" userId="53954008-e772-4081-b24d-77d1e8f1f00e" providerId="ADAL" clId="{97050106-B651-4756-8136-E96C05BBCF7F}" dt="2025-08-27T09:18:01.024" v="36" actId="47"/>
        <pc:sldMkLst>
          <pc:docMk/>
          <pc:sldMk cId="1996754445" sldId="320"/>
        </pc:sldMkLst>
      </pc:sldChg>
      <pc:sldChg chg="del">
        <pc:chgData name="Stef Van Wolputte" userId="53954008-e772-4081-b24d-77d1e8f1f00e" providerId="ADAL" clId="{97050106-B651-4756-8136-E96C05BBCF7F}" dt="2025-08-27T09:18:01.024" v="36" actId="47"/>
        <pc:sldMkLst>
          <pc:docMk/>
          <pc:sldMk cId="3144807639" sldId="321"/>
        </pc:sldMkLst>
      </pc:sldChg>
      <pc:sldChg chg="del">
        <pc:chgData name="Stef Van Wolputte" userId="53954008-e772-4081-b24d-77d1e8f1f00e" providerId="ADAL" clId="{97050106-B651-4756-8136-E96C05BBCF7F}" dt="2025-08-27T09:18:01.024" v="36" actId="47"/>
        <pc:sldMkLst>
          <pc:docMk/>
          <pc:sldMk cId="3645715265" sldId="322"/>
        </pc:sldMkLst>
      </pc:sldChg>
      <pc:sldChg chg="del">
        <pc:chgData name="Stef Van Wolputte" userId="53954008-e772-4081-b24d-77d1e8f1f00e" providerId="ADAL" clId="{97050106-B651-4756-8136-E96C05BBCF7F}" dt="2025-08-27T09:18:01.024" v="36" actId="47"/>
        <pc:sldMkLst>
          <pc:docMk/>
          <pc:sldMk cId="2774791117" sldId="323"/>
        </pc:sldMkLst>
      </pc:sldChg>
      <pc:sldChg chg="del">
        <pc:chgData name="Stef Van Wolputte" userId="53954008-e772-4081-b24d-77d1e8f1f00e" providerId="ADAL" clId="{97050106-B651-4756-8136-E96C05BBCF7F}" dt="2025-08-27T09:18:01.024" v="36" actId="47"/>
        <pc:sldMkLst>
          <pc:docMk/>
          <pc:sldMk cId="1755412800" sldId="324"/>
        </pc:sldMkLst>
      </pc:sldChg>
      <pc:sldChg chg="del">
        <pc:chgData name="Stef Van Wolputte" userId="53954008-e772-4081-b24d-77d1e8f1f00e" providerId="ADAL" clId="{97050106-B651-4756-8136-E96C05BBCF7F}" dt="2025-08-27T09:18:01.024" v="36" actId="47"/>
        <pc:sldMkLst>
          <pc:docMk/>
          <pc:sldMk cId="1344342986" sldId="325"/>
        </pc:sldMkLst>
      </pc:sldChg>
      <pc:sldChg chg="del">
        <pc:chgData name="Stef Van Wolputte" userId="53954008-e772-4081-b24d-77d1e8f1f00e" providerId="ADAL" clId="{97050106-B651-4756-8136-E96C05BBCF7F}" dt="2025-08-27T09:18:01.024" v="36" actId="47"/>
        <pc:sldMkLst>
          <pc:docMk/>
          <pc:sldMk cId="653651406" sldId="327"/>
        </pc:sldMkLst>
      </pc:sldChg>
      <pc:sldChg chg="del">
        <pc:chgData name="Stef Van Wolputte" userId="53954008-e772-4081-b24d-77d1e8f1f00e" providerId="ADAL" clId="{97050106-B651-4756-8136-E96C05BBCF7F}" dt="2025-08-27T09:18:01.024" v="36" actId="47"/>
        <pc:sldMkLst>
          <pc:docMk/>
          <pc:sldMk cId="2336077527" sldId="331"/>
        </pc:sldMkLst>
      </pc:sldChg>
      <pc:sldChg chg="del">
        <pc:chgData name="Stef Van Wolputte" userId="53954008-e772-4081-b24d-77d1e8f1f00e" providerId="ADAL" clId="{97050106-B651-4756-8136-E96C05BBCF7F}" dt="2025-08-27T09:18:01.024" v="36" actId="47"/>
        <pc:sldMkLst>
          <pc:docMk/>
          <pc:sldMk cId="3675161486" sldId="332"/>
        </pc:sldMkLst>
      </pc:sldChg>
      <pc:sldChg chg="del">
        <pc:chgData name="Stef Van Wolputte" userId="53954008-e772-4081-b24d-77d1e8f1f00e" providerId="ADAL" clId="{97050106-B651-4756-8136-E96C05BBCF7F}" dt="2025-08-27T09:18:01.024" v="36" actId="47"/>
        <pc:sldMkLst>
          <pc:docMk/>
          <pc:sldMk cId="2499960219" sldId="333"/>
        </pc:sldMkLst>
      </pc:sldChg>
      <pc:sldChg chg="del">
        <pc:chgData name="Stef Van Wolputte" userId="53954008-e772-4081-b24d-77d1e8f1f00e" providerId="ADAL" clId="{97050106-B651-4756-8136-E96C05BBCF7F}" dt="2025-08-27T09:18:01.024" v="36" actId="47"/>
        <pc:sldMkLst>
          <pc:docMk/>
          <pc:sldMk cId="3627771107" sldId="334"/>
        </pc:sldMkLst>
      </pc:sldChg>
      <pc:sldChg chg="del">
        <pc:chgData name="Stef Van Wolputte" userId="53954008-e772-4081-b24d-77d1e8f1f00e" providerId="ADAL" clId="{97050106-B651-4756-8136-E96C05BBCF7F}" dt="2025-08-27T09:18:01.024" v="36" actId="47"/>
        <pc:sldMkLst>
          <pc:docMk/>
          <pc:sldMk cId="3130900827" sldId="335"/>
        </pc:sldMkLst>
      </pc:sldChg>
      <pc:sldChg chg="del">
        <pc:chgData name="Stef Van Wolputte" userId="53954008-e772-4081-b24d-77d1e8f1f00e" providerId="ADAL" clId="{97050106-B651-4756-8136-E96C05BBCF7F}" dt="2025-08-27T09:18:01.024" v="36" actId="47"/>
        <pc:sldMkLst>
          <pc:docMk/>
          <pc:sldMk cId="308011713" sldId="336"/>
        </pc:sldMkLst>
      </pc:sldChg>
      <pc:sldChg chg="del">
        <pc:chgData name="Stef Van Wolputte" userId="53954008-e772-4081-b24d-77d1e8f1f00e" providerId="ADAL" clId="{97050106-B651-4756-8136-E96C05BBCF7F}" dt="2025-08-27T09:18:01.024" v="36" actId="47"/>
        <pc:sldMkLst>
          <pc:docMk/>
          <pc:sldMk cId="480960240" sldId="338"/>
        </pc:sldMkLst>
      </pc:sldChg>
      <pc:sldChg chg="del">
        <pc:chgData name="Stef Van Wolputte" userId="53954008-e772-4081-b24d-77d1e8f1f00e" providerId="ADAL" clId="{97050106-B651-4756-8136-E96C05BBCF7F}" dt="2025-08-27T09:18:01.024" v="36" actId="47"/>
        <pc:sldMkLst>
          <pc:docMk/>
          <pc:sldMk cId="1406439879" sldId="339"/>
        </pc:sldMkLst>
      </pc:sldChg>
      <pc:sldChg chg="del">
        <pc:chgData name="Stef Van Wolputte" userId="53954008-e772-4081-b24d-77d1e8f1f00e" providerId="ADAL" clId="{97050106-B651-4756-8136-E96C05BBCF7F}" dt="2025-08-27T09:18:01.024" v="36" actId="47"/>
        <pc:sldMkLst>
          <pc:docMk/>
          <pc:sldMk cId="3886683012" sldId="340"/>
        </pc:sldMkLst>
      </pc:sldChg>
      <pc:sldChg chg="del">
        <pc:chgData name="Stef Van Wolputte" userId="53954008-e772-4081-b24d-77d1e8f1f00e" providerId="ADAL" clId="{97050106-B651-4756-8136-E96C05BBCF7F}" dt="2025-08-27T09:18:01.024" v="36" actId="47"/>
        <pc:sldMkLst>
          <pc:docMk/>
          <pc:sldMk cId="2776512084" sldId="341"/>
        </pc:sldMkLst>
      </pc:sldChg>
      <pc:sldChg chg="del">
        <pc:chgData name="Stef Van Wolputte" userId="53954008-e772-4081-b24d-77d1e8f1f00e" providerId="ADAL" clId="{97050106-B651-4756-8136-E96C05BBCF7F}" dt="2025-08-27T09:18:01.024" v="36" actId="47"/>
        <pc:sldMkLst>
          <pc:docMk/>
          <pc:sldMk cId="2376959082" sldId="342"/>
        </pc:sldMkLst>
      </pc:sldChg>
      <pc:sldChg chg="del">
        <pc:chgData name="Stef Van Wolputte" userId="53954008-e772-4081-b24d-77d1e8f1f00e" providerId="ADAL" clId="{97050106-B651-4756-8136-E96C05BBCF7F}" dt="2025-08-27T09:18:01.024" v="36" actId="47"/>
        <pc:sldMkLst>
          <pc:docMk/>
          <pc:sldMk cId="1173665899" sldId="343"/>
        </pc:sldMkLst>
      </pc:sldChg>
    </pc:docChg>
  </pc:docChgLst>
  <pc:docChgLst>
    <pc:chgData name="Ellen Torfs" userId="c6aa1e10-4a12-4511-8c7c-135720d4f277" providerId="ADAL" clId="{3048E31D-7779-4B59-8925-0B6EA6A2A284}"/>
    <pc:docChg chg="undo custSel modSld">
      <pc:chgData name="Ellen Torfs" userId="c6aa1e10-4a12-4511-8c7c-135720d4f277" providerId="ADAL" clId="{3048E31D-7779-4B59-8925-0B6EA6A2A284}" dt="2025-09-01T09:24:06.107" v="72" actId="208"/>
      <pc:docMkLst>
        <pc:docMk/>
      </pc:docMkLst>
      <pc:sldChg chg="modSp mod">
        <pc:chgData name="Ellen Torfs" userId="c6aa1e10-4a12-4511-8c7c-135720d4f277" providerId="ADAL" clId="{3048E31D-7779-4B59-8925-0B6EA6A2A284}" dt="2025-09-01T09:24:06.107" v="72" actId="208"/>
        <pc:sldMkLst>
          <pc:docMk/>
          <pc:sldMk cId="3078208261" sldId="257"/>
        </pc:sldMkLst>
        <pc:spChg chg="mod">
          <ac:chgData name="Ellen Torfs" userId="c6aa1e10-4a12-4511-8c7c-135720d4f277" providerId="ADAL" clId="{3048E31D-7779-4B59-8925-0B6EA6A2A284}" dt="2025-09-01T09:23:24.695" v="69" actId="208"/>
          <ac:spMkLst>
            <pc:docMk/>
            <pc:sldMk cId="3078208261" sldId="257"/>
            <ac:spMk id="6" creationId="{E2ECCACA-2D74-A511-DE50-1F33E7784D5C}"/>
          </ac:spMkLst>
        </pc:spChg>
        <pc:spChg chg="mod">
          <ac:chgData name="Ellen Torfs" userId="c6aa1e10-4a12-4511-8c7c-135720d4f277" providerId="ADAL" clId="{3048E31D-7779-4B59-8925-0B6EA6A2A284}" dt="2025-09-01T09:23:02.862" v="68" actId="108"/>
          <ac:spMkLst>
            <pc:docMk/>
            <pc:sldMk cId="3078208261" sldId="257"/>
            <ac:spMk id="7" creationId="{2D4E1DBF-DBF2-F625-36AE-09ADC56016C2}"/>
          </ac:spMkLst>
        </pc:spChg>
        <pc:spChg chg="mod">
          <ac:chgData name="Ellen Torfs" userId="c6aa1e10-4a12-4511-8c7c-135720d4f277" providerId="ADAL" clId="{3048E31D-7779-4B59-8925-0B6EA6A2A284}" dt="2025-09-01T09:22:20.412" v="52" actId="208"/>
          <ac:spMkLst>
            <pc:docMk/>
            <pc:sldMk cId="3078208261" sldId="257"/>
            <ac:spMk id="8" creationId="{2E2F8D4E-8A87-BD4D-FEEB-8D44FDC4644E}"/>
          </ac:spMkLst>
        </pc:spChg>
        <pc:spChg chg="mod">
          <ac:chgData name="Ellen Torfs" userId="c6aa1e10-4a12-4511-8c7c-135720d4f277" providerId="ADAL" clId="{3048E31D-7779-4B59-8925-0B6EA6A2A284}" dt="2025-09-01T09:21:31.293" v="49" actId="207"/>
          <ac:spMkLst>
            <pc:docMk/>
            <pc:sldMk cId="3078208261" sldId="257"/>
            <ac:spMk id="9" creationId="{91E0B9E8-9EA6-607D-4451-AF8F2532167A}"/>
          </ac:spMkLst>
        </pc:spChg>
        <pc:spChg chg="mod">
          <ac:chgData name="Ellen Torfs" userId="c6aa1e10-4a12-4511-8c7c-135720d4f277" providerId="ADAL" clId="{3048E31D-7779-4B59-8925-0B6EA6A2A284}" dt="2025-09-01T09:23:29.639" v="70" actId="208"/>
          <ac:spMkLst>
            <pc:docMk/>
            <pc:sldMk cId="3078208261" sldId="257"/>
            <ac:spMk id="13" creationId="{4CDDEBF4-27DA-736C-429C-B6C6A318D24C}"/>
          </ac:spMkLst>
        </pc:spChg>
        <pc:spChg chg="mod">
          <ac:chgData name="Ellen Torfs" userId="c6aa1e10-4a12-4511-8c7c-135720d4f277" providerId="ADAL" clId="{3048E31D-7779-4B59-8925-0B6EA6A2A284}" dt="2025-09-01T09:22:37.798" v="60" actId="108"/>
          <ac:spMkLst>
            <pc:docMk/>
            <pc:sldMk cId="3078208261" sldId="257"/>
            <ac:spMk id="14" creationId="{7123C60D-C877-9263-25FD-C735B4A01FC4}"/>
          </ac:spMkLst>
        </pc:spChg>
        <pc:picChg chg="mod">
          <ac:chgData name="Ellen Torfs" userId="c6aa1e10-4a12-4511-8c7c-135720d4f277" providerId="ADAL" clId="{3048E31D-7779-4B59-8925-0B6EA6A2A284}" dt="2025-09-01T09:24:06.107" v="72" actId="208"/>
          <ac:picMkLst>
            <pc:docMk/>
            <pc:sldMk cId="3078208261" sldId="257"/>
            <ac:picMk id="5" creationId="{678B02C2-A1A2-AB35-C068-63536EA6DE4B}"/>
          </ac:picMkLst>
        </pc:picChg>
      </pc:sldChg>
      <pc:sldChg chg="modSp mod">
        <pc:chgData name="Ellen Torfs" userId="c6aa1e10-4a12-4511-8c7c-135720d4f277" providerId="ADAL" clId="{3048E31D-7779-4B59-8925-0B6EA6A2A284}" dt="2025-09-01T09:18:46.243" v="36" actId="113"/>
        <pc:sldMkLst>
          <pc:docMk/>
          <pc:sldMk cId="4209865446" sldId="258"/>
        </pc:sldMkLst>
        <pc:spChg chg="mod">
          <ac:chgData name="Ellen Torfs" userId="c6aa1e10-4a12-4511-8c7c-135720d4f277" providerId="ADAL" clId="{3048E31D-7779-4B59-8925-0B6EA6A2A284}" dt="2025-09-01T09:17:26.627" v="26" actId="20577"/>
          <ac:spMkLst>
            <pc:docMk/>
            <pc:sldMk cId="4209865446" sldId="258"/>
            <ac:spMk id="2" creationId="{7928A070-809B-A1F9-299C-DB746CACFF25}"/>
          </ac:spMkLst>
        </pc:spChg>
        <pc:spChg chg="mod">
          <ac:chgData name="Ellen Torfs" userId="c6aa1e10-4a12-4511-8c7c-135720d4f277" providerId="ADAL" clId="{3048E31D-7779-4B59-8925-0B6EA6A2A284}" dt="2025-09-01T09:18:46.243" v="36" actId="113"/>
          <ac:spMkLst>
            <pc:docMk/>
            <pc:sldMk cId="4209865446" sldId="258"/>
            <ac:spMk id="3" creationId="{931A0889-7722-F618-1203-57BE806E98BC}"/>
          </ac:spMkLst>
        </pc:spChg>
      </pc:sldChg>
    </pc:docChg>
  </pc:docChgLst>
  <pc:docChgLst>
    <pc:chgData name="Jochen Mariën" userId="a4f8d9ed-3895-4365-b2d5-9432cb8a20d4" providerId="ADAL" clId="{356E6382-9B20-433D-9953-01900B9EF39A}"/>
    <pc:docChg chg="custSel modSld">
      <pc:chgData name="Jochen Mariën" userId="a4f8d9ed-3895-4365-b2d5-9432cb8a20d4" providerId="ADAL" clId="{356E6382-9B20-433D-9953-01900B9EF39A}" dt="2025-09-08T19:40:05.242" v="546" actId="20577"/>
      <pc:docMkLst>
        <pc:docMk/>
      </pc:docMkLst>
      <pc:sldChg chg="modNotesTx">
        <pc:chgData name="Jochen Mariën" userId="a4f8d9ed-3895-4365-b2d5-9432cb8a20d4" providerId="ADAL" clId="{356E6382-9B20-433D-9953-01900B9EF39A}" dt="2025-09-08T19:40:05.242" v="546" actId="20577"/>
        <pc:sldMkLst>
          <pc:docMk/>
          <pc:sldMk cId="4224918197" sldId="26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CF443226-E9FA-4009-BBB5-4E5E237B044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a:extLst>
              <a:ext uri="{FF2B5EF4-FFF2-40B4-BE49-F238E27FC236}">
                <a16:creationId xmlns:a16="http://schemas.microsoft.com/office/drawing/2014/main" id="{09910BF9-BC8A-4B24-9330-67EAC1E974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E4F5CE-CB34-4A0C-9595-867A2C0DB20E}" type="datetimeFigureOut">
              <a:rPr lang="nl-BE" smtClean="0"/>
              <a:t>8/09/2025</a:t>
            </a:fld>
            <a:endParaRPr lang="nl-BE"/>
          </a:p>
        </p:txBody>
      </p:sp>
      <p:sp>
        <p:nvSpPr>
          <p:cNvPr id="4" name="Tijdelijke aanduiding voor voettekst 3">
            <a:extLst>
              <a:ext uri="{FF2B5EF4-FFF2-40B4-BE49-F238E27FC236}">
                <a16:creationId xmlns:a16="http://schemas.microsoft.com/office/drawing/2014/main" id="{DD8A7516-5705-4629-A699-3DF8CFBEECA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5" name="Tijdelijke aanduiding voor dianummer 4">
            <a:extLst>
              <a:ext uri="{FF2B5EF4-FFF2-40B4-BE49-F238E27FC236}">
                <a16:creationId xmlns:a16="http://schemas.microsoft.com/office/drawing/2014/main" id="{24C8A117-749A-4619-8630-3F24E93BDE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CABF38-3E8C-439D-9643-BC9C6AAC1984}" type="slidenum">
              <a:rPr lang="nl-BE" smtClean="0"/>
              <a:t>‹#›</a:t>
            </a:fld>
            <a:endParaRPr lang="nl-BE"/>
          </a:p>
        </p:txBody>
      </p:sp>
    </p:spTree>
    <p:extLst>
      <p:ext uri="{BB962C8B-B14F-4D97-AF65-F5344CB8AC3E}">
        <p14:creationId xmlns:p14="http://schemas.microsoft.com/office/powerpoint/2010/main" val="39876697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53584B-980D-4F7D-BA36-682FCDF648BB}" type="datetimeFigureOut">
              <a:rPr lang="nl-BE" smtClean="0"/>
              <a:t>8/09/2025</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1A7F70-BA74-4B93-A504-6802F0D0CD34}" type="slidenum">
              <a:rPr lang="nl-BE" smtClean="0"/>
              <a:t>‹#›</a:t>
            </a:fld>
            <a:endParaRPr lang="nl-BE"/>
          </a:p>
        </p:txBody>
      </p:sp>
    </p:spTree>
    <p:extLst>
      <p:ext uri="{BB962C8B-B14F-4D97-AF65-F5344CB8AC3E}">
        <p14:creationId xmlns:p14="http://schemas.microsoft.com/office/powerpoint/2010/main" val="4172190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2F1A7F70-BA74-4B93-A504-6802F0D0CD34}" type="slidenum">
              <a:rPr lang="nl-BE" smtClean="0"/>
              <a:t>1</a:t>
            </a:fld>
            <a:endParaRPr lang="nl-BE"/>
          </a:p>
        </p:txBody>
      </p:sp>
    </p:spTree>
    <p:extLst>
      <p:ext uri="{BB962C8B-B14F-4D97-AF65-F5344CB8AC3E}">
        <p14:creationId xmlns:p14="http://schemas.microsoft.com/office/powerpoint/2010/main" val="4081586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F1A7F70-BA74-4B93-A504-6802F0D0CD34}" type="slidenum">
              <a:rPr lang="nl-BE" smtClean="0"/>
              <a:t>2</a:t>
            </a:fld>
            <a:endParaRPr lang="nl-BE"/>
          </a:p>
        </p:txBody>
      </p:sp>
    </p:spTree>
    <p:extLst>
      <p:ext uri="{BB962C8B-B14F-4D97-AF65-F5344CB8AC3E}">
        <p14:creationId xmlns:p14="http://schemas.microsoft.com/office/powerpoint/2010/main" val="2419378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b="1" noProof="0" dirty="0"/>
              <a:t>🔄 OSEMI </a:t>
            </a:r>
          </a:p>
          <a:p>
            <a:r>
              <a:rPr lang="nl-BE" b="1" noProof="0" dirty="0"/>
              <a:t>O – </a:t>
            </a:r>
            <a:r>
              <a:rPr lang="nl-BE" b="1" noProof="0" dirty="0" err="1"/>
              <a:t>Obtain</a:t>
            </a:r>
            <a:r>
              <a:rPr lang="nl-BE" b="1" noProof="0" dirty="0"/>
              <a:t> (data verzamelen)</a:t>
            </a:r>
          </a:p>
          <a:p>
            <a:r>
              <a:rPr lang="nl-BE" noProof="0" dirty="0"/>
              <a:t>➡️ in de cursus via </a:t>
            </a:r>
            <a:r>
              <a:rPr lang="nl-BE" b="1" noProof="0" dirty="0" err="1"/>
              <a:t>webscraping</a:t>
            </a:r>
            <a:r>
              <a:rPr lang="nl-BE" b="1" noProof="0" dirty="0"/>
              <a:t> (</a:t>
            </a:r>
            <a:r>
              <a:rPr lang="nl-BE" b="1" noProof="0" dirty="0" err="1"/>
              <a:t>BeautifulSoup</a:t>
            </a:r>
            <a:r>
              <a:rPr lang="nl-BE" b="1" noProof="0" dirty="0"/>
              <a:t>)</a:t>
            </a:r>
            <a:r>
              <a:rPr lang="nl-BE" noProof="0" dirty="0"/>
              <a:t>, CSV/Excel inlezen, SQL, eventueel </a:t>
            </a:r>
            <a:r>
              <a:rPr lang="nl-BE" noProof="0" dirty="0" err="1"/>
              <a:t>API’s</a:t>
            </a:r>
            <a:r>
              <a:rPr lang="nl-BE" noProof="0" dirty="0"/>
              <a:t>.</a:t>
            </a:r>
            <a:br>
              <a:rPr lang="nl-BE" noProof="0" dirty="0"/>
            </a:br>
            <a:r>
              <a:rPr lang="nl-BE" b="1" noProof="0" dirty="0"/>
              <a:t>Doel:</a:t>
            </a:r>
            <a:r>
              <a:rPr lang="nl-BE" noProof="0" dirty="0"/>
              <a:t> studenten kunnen data uit verschillende bronnen halen en samenbrengen.</a:t>
            </a:r>
          </a:p>
          <a:p>
            <a:endParaRPr lang="nl-BE" noProof="0" dirty="0"/>
          </a:p>
          <a:p>
            <a:r>
              <a:rPr lang="nl-BE" b="1" noProof="0" dirty="0"/>
              <a:t>S – Scrub (data </a:t>
            </a:r>
            <a:r>
              <a:rPr lang="nl-BE" b="1" noProof="0" dirty="0" err="1"/>
              <a:t>wrangling</a:t>
            </a:r>
            <a:r>
              <a:rPr lang="nl-BE" b="1" noProof="0" dirty="0"/>
              <a:t> &amp; preprocessing)</a:t>
            </a:r>
          </a:p>
          <a:p>
            <a:r>
              <a:rPr lang="nl-BE" b="1" noProof="0" dirty="0"/>
              <a:t>Inhoud:</a:t>
            </a:r>
            <a:endParaRPr lang="nl-BE" noProof="0" dirty="0"/>
          </a:p>
          <a:p>
            <a:r>
              <a:rPr lang="nl-BE" noProof="0" dirty="0"/>
              <a:t>Data inspecteren (</a:t>
            </a:r>
            <a:r>
              <a:rPr lang="nl-BE" noProof="0" dirty="0" err="1"/>
              <a:t>head</a:t>
            </a:r>
            <a:r>
              <a:rPr lang="nl-BE" noProof="0" dirty="0"/>
              <a:t>, info, </a:t>
            </a:r>
            <a:r>
              <a:rPr lang="nl-BE" noProof="0" dirty="0" err="1"/>
              <a:t>shape</a:t>
            </a:r>
            <a:r>
              <a:rPr lang="nl-BE" noProof="0" dirty="0"/>
              <a:t>).</a:t>
            </a:r>
          </a:p>
          <a:p>
            <a:r>
              <a:rPr lang="nl-BE" noProof="0" dirty="0"/>
              <a:t>Missing </a:t>
            </a:r>
            <a:r>
              <a:rPr lang="nl-BE" noProof="0" dirty="0" err="1"/>
              <a:t>values</a:t>
            </a:r>
            <a:r>
              <a:rPr lang="nl-BE" noProof="0" dirty="0"/>
              <a:t>, duplicaten, inconsistenties behandelen.</a:t>
            </a:r>
          </a:p>
          <a:p>
            <a:r>
              <a:rPr lang="nl-BE" noProof="0" dirty="0" err="1"/>
              <a:t>Outliers</a:t>
            </a:r>
            <a:r>
              <a:rPr lang="nl-BE" noProof="0" dirty="0"/>
              <a:t> detecteren &amp; aanpakken.</a:t>
            </a:r>
          </a:p>
          <a:p>
            <a:r>
              <a:rPr lang="nl-BE" noProof="0" dirty="0"/>
              <a:t>Data transformeren (normaliseren, </a:t>
            </a:r>
            <a:r>
              <a:rPr lang="nl-BE" noProof="0" dirty="0" err="1"/>
              <a:t>encoderen</a:t>
            </a:r>
            <a:r>
              <a:rPr lang="nl-BE" noProof="0" dirty="0"/>
              <a:t>, datatypes corrigeren).</a:t>
            </a:r>
          </a:p>
          <a:p>
            <a:endParaRPr lang="nl-BE" noProof="0" dirty="0"/>
          </a:p>
          <a:p>
            <a:r>
              <a:rPr lang="nl-BE" b="1" noProof="0" dirty="0"/>
              <a:t>E – </a:t>
            </a:r>
            <a:r>
              <a:rPr lang="nl-BE" b="1" noProof="0" dirty="0" err="1"/>
              <a:t>Explore</a:t>
            </a:r>
            <a:r>
              <a:rPr lang="nl-BE" b="1" noProof="0" dirty="0"/>
              <a:t> (EDA)</a:t>
            </a:r>
          </a:p>
          <a:p>
            <a:r>
              <a:rPr lang="nl-BE" b="1" noProof="0" dirty="0"/>
              <a:t>Inhoud:</a:t>
            </a:r>
            <a:endParaRPr lang="nl-BE" noProof="0" dirty="0"/>
          </a:p>
          <a:p>
            <a:r>
              <a:rPr lang="nl-BE" noProof="0" dirty="0"/>
              <a:t>Beschrijvende statistieken (</a:t>
            </a:r>
            <a:r>
              <a:rPr lang="nl-BE" noProof="0" dirty="0" err="1"/>
              <a:t>describe</a:t>
            </a:r>
            <a:r>
              <a:rPr lang="nl-BE" noProof="0" dirty="0"/>
              <a:t>, </a:t>
            </a:r>
            <a:r>
              <a:rPr lang="nl-BE" noProof="0" dirty="0" err="1"/>
              <a:t>mean</a:t>
            </a:r>
            <a:r>
              <a:rPr lang="nl-BE" noProof="0" dirty="0"/>
              <a:t>, </a:t>
            </a:r>
            <a:r>
              <a:rPr lang="nl-BE" noProof="0" dirty="0" err="1"/>
              <a:t>median</a:t>
            </a:r>
            <a:r>
              <a:rPr lang="nl-BE" noProof="0" dirty="0"/>
              <a:t>, </a:t>
            </a:r>
            <a:r>
              <a:rPr lang="nl-BE" noProof="0" dirty="0" err="1"/>
              <a:t>std</a:t>
            </a:r>
            <a:r>
              <a:rPr lang="nl-BE" noProof="0" dirty="0"/>
              <a:t>,…).</a:t>
            </a:r>
          </a:p>
          <a:p>
            <a:r>
              <a:rPr lang="nl-BE" noProof="0" dirty="0" err="1"/>
              <a:t>Univariate</a:t>
            </a:r>
            <a:r>
              <a:rPr lang="nl-BE" noProof="0" dirty="0"/>
              <a:t> analyse (histogram, </a:t>
            </a:r>
            <a:r>
              <a:rPr lang="nl-BE" noProof="0" dirty="0" err="1"/>
              <a:t>boxplot</a:t>
            </a:r>
            <a:r>
              <a:rPr lang="nl-BE" noProof="0" dirty="0"/>
              <a:t>).</a:t>
            </a:r>
          </a:p>
          <a:p>
            <a:r>
              <a:rPr lang="nl-BE" noProof="0" dirty="0" err="1"/>
              <a:t>Bivariate</a:t>
            </a:r>
            <a:r>
              <a:rPr lang="nl-BE" noProof="0" dirty="0"/>
              <a:t> &amp; multivariate analyse (</a:t>
            </a:r>
            <a:r>
              <a:rPr lang="nl-BE" noProof="0" dirty="0" err="1"/>
              <a:t>scatterplots</a:t>
            </a:r>
            <a:r>
              <a:rPr lang="nl-BE" noProof="0" dirty="0"/>
              <a:t>, correlatie, </a:t>
            </a:r>
            <a:r>
              <a:rPr lang="nl-BE" noProof="0" dirty="0" err="1"/>
              <a:t>heatmaps</a:t>
            </a:r>
            <a:r>
              <a:rPr lang="nl-BE" noProof="0" dirty="0"/>
              <a:t>, pairplots).</a:t>
            </a:r>
          </a:p>
          <a:p>
            <a:r>
              <a:rPr lang="nl-BE" noProof="0" dirty="0"/>
              <a:t>Tijdreeksen en trends.</a:t>
            </a:r>
          </a:p>
          <a:p>
            <a:r>
              <a:rPr lang="nl-BE" noProof="0" dirty="0"/>
              <a:t>Hypotheses formuleren: </a:t>
            </a:r>
            <a:r>
              <a:rPr lang="nl-BE" i="1" noProof="0" dirty="0"/>
              <a:t>“lijkt X samen te hangen met Y?”</a:t>
            </a:r>
            <a:r>
              <a:rPr lang="nl-BE" noProof="0" dirty="0"/>
              <a:t>.</a:t>
            </a:r>
          </a:p>
          <a:p>
            <a:endParaRPr lang="nl-BE" noProof="0" dirty="0"/>
          </a:p>
          <a:p>
            <a:r>
              <a:rPr lang="nl-BE" b="1" noProof="0" dirty="0"/>
              <a:t>M – Model</a:t>
            </a:r>
          </a:p>
          <a:p>
            <a:r>
              <a:rPr lang="nl-BE" noProof="0" dirty="0"/>
              <a:t>➡️ zie OPO AI</a:t>
            </a:r>
            <a:br>
              <a:rPr lang="nl-BE" noProof="0" dirty="0"/>
            </a:br>
            <a:endParaRPr lang="nl-BE" noProof="0" dirty="0"/>
          </a:p>
          <a:p>
            <a:endParaRPr lang="nl-BE" noProof="0" dirty="0"/>
          </a:p>
          <a:p>
            <a:r>
              <a:rPr lang="nl-BE" b="1" noProof="0" dirty="0"/>
              <a:t>I – </a:t>
            </a:r>
            <a:r>
              <a:rPr lang="nl-BE" b="1" noProof="0" dirty="0" err="1"/>
              <a:t>Interpret</a:t>
            </a:r>
            <a:r>
              <a:rPr lang="nl-BE" b="1" noProof="0" dirty="0"/>
              <a:t> (rapportering &amp; kritisch denken)</a:t>
            </a:r>
          </a:p>
          <a:p>
            <a:r>
              <a:rPr lang="nl-BE" b="1" noProof="0" dirty="0"/>
              <a:t>Inhoud:</a:t>
            </a:r>
            <a:endParaRPr lang="nl-BE" noProof="0" dirty="0"/>
          </a:p>
          <a:p>
            <a:r>
              <a:rPr lang="nl-BE" noProof="0" dirty="0"/>
              <a:t>Van cijfers en grafieken naar inzichten in gewone taal.</a:t>
            </a:r>
          </a:p>
          <a:p>
            <a:r>
              <a:rPr lang="nl-BE" noProof="0" dirty="0"/>
              <a:t>Beperkingen: correlatie ≠ causaliteit, datakwaliteit, bias.</a:t>
            </a:r>
          </a:p>
          <a:p>
            <a:r>
              <a:rPr lang="nl-BE" noProof="0" dirty="0"/>
              <a:t>Visual storytelling: juiste grafiek voor juiste boodschap.</a:t>
            </a:r>
          </a:p>
          <a:p>
            <a:r>
              <a:rPr lang="nl-BE" noProof="0" dirty="0"/>
              <a:t>Rapporteren voor “de baas”: korte samenvatting + aanbeveling.</a:t>
            </a:r>
          </a:p>
          <a:p>
            <a:endParaRPr lang="nl-BE" noProof="0" dirty="0"/>
          </a:p>
        </p:txBody>
      </p:sp>
      <p:sp>
        <p:nvSpPr>
          <p:cNvPr id="4" name="Slide Number Placeholder 3"/>
          <p:cNvSpPr>
            <a:spLocks noGrp="1"/>
          </p:cNvSpPr>
          <p:nvPr>
            <p:ph type="sldNum" sz="quarter" idx="5"/>
          </p:nvPr>
        </p:nvSpPr>
        <p:spPr/>
        <p:txBody>
          <a:bodyPr/>
          <a:lstStyle/>
          <a:p>
            <a:fld id="{2F1A7F70-BA74-4B93-A504-6802F0D0CD34}" type="slidenum">
              <a:rPr lang="nl-BE" smtClean="0"/>
              <a:t>3</a:t>
            </a:fld>
            <a:endParaRPr lang="nl-BE"/>
          </a:p>
        </p:txBody>
      </p:sp>
    </p:spTree>
    <p:extLst>
      <p:ext uri="{BB962C8B-B14F-4D97-AF65-F5344CB8AC3E}">
        <p14:creationId xmlns:p14="http://schemas.microsoft.com/office/powerpoint/2010/main" val="2239538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F1A7F70-BA74-4B93-A504-6802F0D0CD34}" type="slidenum">
              <a:rPr lang="nl-BE" smtClean="0"/>
              <a:t>7</a:t>
            </a:fld>
            <a:endParaRPr lang="nl-BE"/>
          </a:p>
        </p:txBody>
      </p:sp>
    </p:spTree>
    <p:extLst>
      <p:ext uri="{BB962C8B-B14F-4D97-AF65-F5344CB8AC3E}">
        <p14:creationId xmlns:p14="http://schemas.microsoft.com/office/powerpoint/2010/main" val="1901354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Correlation ≠ causation: students that were in a fraternity make more money, even though the often had less good grades. The fraternity may be the cause, but could it be that poor students (who have to work and don’t have time for a frat) don’t have the same network as those with rich parents and take longer to make a career? What I’m telling here are not facts, they are interpretations that you should avoid, and they serve as a cautionary tale to not see causality where there </a:t>
            </a:r>
            <a:r>
              <a:rPr lang="en-US" noProof="0"/>
              <a:t>is correlation.</a:t>
            </a:r>
            <a:endParaRPr lang="en-US" dirty="0"/>
          </a:p>
        </p:txBody>
      </p:sp>
      <p:sp>
        <p:nvSpPr>
          <p:cNvPr id="4" name="Slide Number Placeholder 3"/>
          <p:cNvSpPr>
            <a:spLocks noGrp="1"/>
          </p:cNvSpPr>
          <p:nvPr>
            <p:ph type="sldNum" sz="quarter" idx="5"/>
          </p:nvPr>
        </p:nvSpPr>
        <p:spPr/>
        <p:txBody>
          <a:bodyPr/>
          <a:lstStyle/>
          <a:p>
            <a:fld id="{2F1A7F70-BA74-4B93-A504-6802F0D0CD34}" type="slidenum">
              <a:rPr lang="nl-BE" smtClean="0"/>
              <a:t>11</a:t>
            </a:fld>
            <a:endParaRPr lang="nl-BE"/>
          </a:p>
        </p:txBody>
      </p:sp>
    </p:spTree>
    <p:extLst>
      <p:ext uri="{BB962C8B-B14F-4D97-AF65-F5344CB8AC3E}">
        <p14:creationId xmlns:p14="http://schemas.microsoft.com/office/powerpoint/2010/main" val="4108168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https://365datascience.com/tutorials/statistics-tutorials/null-hypothesis/</a:t>
            </a:r>
          </a:p>
        </p:txBody>
      </p:sp>
      <p:sp>
        <p:nvSpPr>
          <p:cNvPr id="4" name="Slide Number Placeholder 3"/>
          <p:cNvSpPr>
            <a:spLocks noGrp="1"/>
          </p:cNvSpPr>
          <p:nvPr>
            <p:ph type="sldNum" sz="quarter" idx="5"/>
          </p:nvPr>
        </p:nvSpPr>
        <p:spPr/>
        <p:txBody>
          <a:bodyPr/>
          <a:lstStyle/>
          <a:p>
            <a:fld id="{2F1A7F70-BA74-4B93-A504-6802F0D0CD34}" type="slidenum">
              <a:rPr lang="nl-BE" smtClean="0"/>
              <a:t>14</a:t>
            </a:fld>
            <a:endParaRPr lang="nl-BE"/>
          </a:p>
        </p:txBody>
      </p:sp>
    </p:spTree>
    <p:extLst>
      <p:ext uri="{BB962C8B-B14F-4D97-AF65-F5344CB8AC3E}">
        <p14:creationId xmlns:p14="http://schemas.microsoft.com/office/powerpoint/2010/main" val="36693407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2626659" y="3433481"/>
            <a:ext cx="9144000" cy="890839"/>
          </a:xfrm>
        </p:spPr>
        <p:txBody>
          <a:bodyPr anchor="b">
            <a:normAutofit/>
          </a:bodyPr>
          <a:lstStyle>
            <a:lvl1pPr algn="r">
              <a:defRPr lang="nl-BE" sz="4400" kern="1200" dirty="0">
                <a:solidFill>
                  <a:srgbClr val="4584B6"/>
                </a:solidFill>
                <a:latin typeface="+mn-lt"/>
                <a:ea typeface="+mn-ea"/>
                <a:cs typeface="+mn-cs"/>
              </a:defRPr>
            </a:lvl1pPr>
          </a:lstStyle>
          <a:p>
            <a:r>
              <a:rPr lang="nl-NL"/>
              <a:t>Klik om de stijl te bewerken</a:t>
            </a:r>
            <a:endParaRPr lang="nl-BE"/>
          </a:p>
        </p:txBody>
      </p:sp>
      <p:sp>
        <p:nvSpPr>
          <p:cNvPr id="3" name="Ondertitel 2"/>
          <p:cNvSpPr>
            <a:spLocks noGrp="1"/>
          </p:cNvSpPr>
          <p:nvPr>
            <p:ph type="subTitle" idx="1"/>
          </p:nvPr>
        </p:nvSpPr>
        <p:spPr>
          <a:xfrm>
            <a:off x="2626659" y="4690378"/>
            <a:ext cx="9144000" cy="698557"/>
          </a:xfrm>
        </p:spPr>
        <p:txBody>
          <a:bodyPr>
            <a:normAutofit/>
          </a:bodyPr>
          <a:lstStyle>
            <a:lvl1pPr marL="0" indent="0" algn="r">
              <a:buNone/>
              <a:defRPr lang="nl-BE" sz="3200" kern="1200" dirty="0">
                <a:solidFill>
                  <a:srgbClr val="FFDE57"/>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 om de ondertitelstijl van het model te bewerken</a:t>
            </a:r>
            <a:endParaRPr lang="nl-BE"/>
          </a:p>
        </p:txBody>
      </p:sp>
      <p:sp>
        <p:nvSpPr>
          <p:cNvPr id="4" name="Tijdelijke aanduiding voor datum 3"/>
          <p:cNvSpPr>
            <a:spLocks noGrp="1"/>
          </p:cNvSpPr>
          <p:nvPr>
            <p:ph type="dt" sz="half" idx="10"/>
          </p:nvPr>
        </p:nvSpPr>
        <p:spPr/>
        <p:txBody>
          <a:bodyPr/>
          <a:lstStyle/>
          <a:p>
            <a:fld id="{F456E141-11F1-487F-A892-18B8A63336C7}" type="datetime1">
              <a:rPr lang="nl-BE" smtClean="0"/>
              <a:t>8/09/2025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
        <p:nvSpPr>
          <p:cNvPr id="9" name="Rechthoek 8"/>
          <p:cNvSpPr/>
          <p:nvPr userDrawn="1"/>
        </p:nvSpPr>
        <p:spPr>
          <a:xfrm>
            <a:off x="10502153" y="0"/>
            <a:ext cx="1559859" cy="1219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1" name="Afbeelding 9">
            <a:extLst>
              <a:ext uri="{FF2B5EF4-FFF2-40B4-BE49-F238E27FC236}">
                <a16:creationId xmlns:a16="http://schemas.microsoft.com/office/drawing/2014/main" id="{FBAF35B5-7E2F-489C-AA38-83D52B9A7B5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3334" t="17522" r="3803" b="23654"/>
          <a:stretch/>
        </p:blipFill>
        <p:spPr>
          <a:xfrm>
            <a:off x="582705" y="1832120"/>
            <a:ext cx="1461245" cy="1135182"/>
          </a:xfrm>
          <a:prstGeom prst="rect">
            <a:avLst/>
          </a:prstGeom>
        </p:spPr>
      </p:pic>
      <p:sp>
        <p:nvSpPr>
          <p:cNvPr id="7" name="TextBox 6">
            <a:extLst>
              <a:ext uri="{FF2B5EF4-FFF2-40B4-BE49-F238E27FC236}">
                <a16:creationId xmlns:a16="http://schemas.microsoft.com/office/drawing/2014/main" id="{FD350454-2D85-403C-B5B4-870BA60949E0}"/>
              </a:ext>
            </a:extLst>
          </p:cNvPr>
          <p:cNvSpPr txBox="1"/>
          <p:nvPr userDrawn="1"/>
        </p:nvSpPr>
        <p:spPr>
          <a:xfrm>
            <a:off x="1836761" y="1938046"/>
            <a:ext cx="8044370" cy="923330"/>
          </a:xfrm>
          <a:prstGeom prst="rect">
            <a:avLst/>
          </a:prstGeom>
          <a:noFill/>
        </p:spPr>
        <p:txBody>
          <a:bodyPr wrap="square" rtlCol="0">
            <a:spAutoFit/>
          </a:bodyPr>
          <a:lstStyle/>
          <a:p>
            <a:pPr algn="l"/>
            <a:r>
              <a:rPr lang="nl-BE" sz="5400" b="0">
                <a:solidFill>
                  <a:schemeClr val="bg2">
                    <a:lumMod val="50000"/>
                  </a:schemeClr>
                </a:solidFill>
                <a:latin typeface="Cambria" panose="02040503050406030204" pitchFamily="18" charset="0"/>
                <a:ea typeface="Cambria" panose="02040503050406030204" pitchFamily="18" charset="0"/>
              </a:rPr>
              <a:t>Data </a:t>
            </a:r>
            <a:r>
              <a:rPr lang="nl-BE" sz="5400" b="0" err="1">
                <a:solidFill>
                  <a:schemeClr val="bg2">
                    <a:lumMod val="50000"/>
                  </a:schemeClr>
                </a:solidFill>
                <a:latin typeface="Cambria" panose="02040503050406030204" pitchFamily="18" charset="0"/>
                <a:ea typeface="Cambria" panose="02040503050406030204" pitchFamily="18" charset="0"/>
              </a:rPr>
              <a:t>science</a:t>
            </a:r>
            <a:endParaRPr lang="nl-BE" sz="5400" b="0">
              <a:solidFill>
                <a:schemeClr val="bg2">
                  <a:lumMod val="50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61203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atin typeface="Calibri" panose="020F0502020204030204" pitchFamily="34" charset="0"/>
                <a:cs typeface="Calibri" panose="020F0502020204030204" pitchFamily="34" charset="0"/>
              </a:defRPr>
            </a:lvl1pPr>
          </a:lstStyle>
          <a:p>
            <a:r>
              <a:rPr lang="nl-NL"/>
              <a:t>Klik om de stijl te bewerken</a:t>
            </a:r>
            <a:endParaRPr lang="nl-BE"/>
          </a:p>
        </p:txBody>
      </p:sp>
      <p:sp>
        <p:nvSpPr>
          <p:cNvPr id="3" name="Tijdelijke aanduiding voor inhoud 2"/>
          <p:cNvSpPr>
            <a:spLocks noGrp="1"/>
          </p:cNvSpPr>
          <p:nvPr>
            <p:ph idx="1"/>
          </p:nvPr>
        </p:nvSpPr>
        <p:spPr/>
        <p:txBody>
          <a:bodyPr/>
          <a:lstStyle>
            <a:lvl1pPr>
              <a:buClr>
                <a:srgbClr val="4584B6"/>
              </a:buClr>
              <a:defRPr/>
            </a:lvl1pPr>
            <a:lvl2pPr>
              <a:buClr>
                <a:srgbClr val="FFDE57"/>
              </a:buClr>
              <a:defRPr sz="2600"/>
            </a:lvl2pPr>
            <a:lvl3pPr>
              <a:defRPr sz="2400"/>
            </a:lvl3pPr>
            <a:lvl4pPr>
              <a:defRPr sz="2200"/>
            </a:lvl4pPr>
            <a:lvl5pPr>
              <a:defRPr sz="2000"/>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B7AA89A6-C9B9-4556-BC9E-5E3CF3322A33}" type="datetime1">
              <a:rPr lang="nl-BE" smtClean="0"/>
              <a:t>8/09/2025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lvl1pPr>
              <a:defRPr/>
            </a:lvl1pPr>
          </a:lstStyle>
          <a:p>
            <a:fld id="{FE1B3154-47D9-4402-8EDB-E791933DC0B9}" type="slidenum">
              <a:rPr lang="nl-BE" smtClean="0"/>
              <a:pPr/>
              <a:t>‹#›</a:t>
            </a:fld>
            <a:endParaRPr lang="nl-BE"/>
          </a:p>
        </p:txBody>
      </p:sp>
    </p:spTree>
    <p:extLst>
      <p:ext uri="{BB962C8B-B14F-4D97-AF65-F5344CB8AC3E}">
        <p14:creationId xmlns:p14="http://schemas.microsoft.com/office/powerpoint/2010/main" val="698906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nl-NL"/>
              <a:t>Klik om de stijl te bewerken</a:t>
            </a:r>
            <a:endParaRPr lang="nl-BE"/>
          </a:p>
        </p:txBody>
      </p:sp>
      <p:sp>
        <p:nvSpPr>
          <p:cNvPr id="3" name="Tijdelijke aanduiding vo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Tekststijl van het model bewerken</a:t>
            </a:r>
          </a:p>
        </p:txBody>
      </p:sp>
      <p:sp>
        <p:nvSpPr>
          <p:cNvPr id="4" name="Tijdelijke aanduiding voor datum 3"/>
          <p:cNvSpPr>
            <a:spLocks noGrp="1"/>
          </p:cNvSpPr>
          <p:nvPr>
            <p:ph type="dt" sz="half" idx="10"/>
          </p:nvPr>
        </p:nvSpPr>
        <p:spPr/>
        <p:txBody>
          <a:bodyPr/>
          <a:lstStyle/>
          <a:p>
            <a:fld id="{6CEB42D4-4FBB-465F-AE58-8ADBDBF671C8}" type="datetime1">
              <a:rPr lang="nl-BE" smtClean="0"/>
              <a:t>8/09/2025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2727828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inhoud 2"/>
          <p:cNvSpPr>
            <a:spLocks noGrp="1"/>
          </p:cNvSpPr>
          <p:nvPr>
            <p:ph sz="half" idx="1"/>
          </p:nvPr>
        </p:nvSpPr>
        <p:spPr>
          <a:xfrm>
            <a:off x="838200" y="1825625"/>
            <a:ext cx="5181600" cy="435133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inhoud 3"/>
          <p:cNvSpPr>
            <a:spLocks noGrp="1"/>
          </p:cNvSpPr>
          <p:nvPr>
            <p:ph sz="half" idx="2"/>
          </p:nvPr>
        </p:nvSpPr>
        <p:spPr>
          <a:xfrm>
            <a:off x="6172200" y="1825625"/>
            <a:ext cx="5181600" cy="435133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datum 4"/>
          <p:cNvSpPr>
            <a:spLocks noGrp="1"/>
          </p:cNvSpPr>
          <p:nvPr>
            <p:ph type="dt" sz="half" idx="10"/>
          </p:nvPr>
        </p:nvSpPr>
        <p:spPr/>
        <p:txBody>
          <a:bodyPr/>
          <a:lstStyle/>
          <a:p>
            <a:fld id="{64B405D5-C0FD-42E0-9EB1-2670F471B7BB}" type="datetime1">
              <a:rPr lang="nl-BE" smtClean="0"/>
              <a:t>8/09/2025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464679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nl-NL"/>
              <a:t>Klik om de stijl te bewerken</a:t>
            </a:r>
            <a:endParaRPr lang="nl-BE"/>
          </a:p>
        </p:txBody>
      </p:sp>
      <p:sp>
        <p:nvSpPr>
          <p:cNvPr id="3" name="Tijdelijke aanduiding vo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Tekststijl van het model bewerken</a:t>
            </a:r>
          </a:p>
        </p:txBody>
      </p:sp>
      <p:sp>
        <p:nvSpPr>
          <p:cNvPr id="4" name="Tijdelijke aanduiding voor inhoud 3"/>
          <p:cNvSpPr>
            <a:spLocks noGrp="1"/>
          </p:cNvSpPr>
          <p:nvPr>
            <p:ph sz="half" idx="2"/>
          </p:nvPr>
        </p:nvSpPr>
        <p:spPr>
          <a:xfrm>
            <a:off x="839788" y="2505075"/>
            <a:ext cx="5157787" cy="368458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Tekststijl van het model bewerken</a:t>
            </a:r>
          </a:p>
        </p:txBody>
      </p:sp>
      <p:sp>
        <p:nvSpPr>
          <p:cNvPr id="6" name="Tijdelijke aanduiding voor inhoud 5"/>
          <p:cNvSpPr>
            <a:spLocks noGrp="1"/>
          </p:cNvSpPr>
          <p:nvPr>
            <p:ph sz="quarter" idx="4"/>
          </p:nvPr>
        </p:nvSpPr>
        <p:spPr>
          <a:xfrm>
            <a:off x="6172200" y="2505075"/>
            <a:ext cx="5183188" cy="368458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7" name="Tijdelijke aanduiding voor datum 6"/>
          <p:cNvSpPr>
            <a:spLocks noGrp="1"/>
          </p:cNvSpPr>
          <p:nvPr>
            <p:ph type="dt" sz="half" idx="10"/>
          </p:nvPr>
        </p:nvSpPr>
        <p:spPr/>
        <p:txBody>
          <a:bodyPr/>
          <a:lstStyle/>
          <a:p>
            <a:fld id="{4CB55C39-C031-448F-A58F-CA88F7B6F786}" type="datetime1">
              <a:rPr lang="nl-BE" smtClean="0"/>
              <a:t>8/09/2025</a:t>
            </a:fld>
            <a:endParaRPr lang="nl-BE"/>
          </a:p>
        </p:txBody>
      </p:sp>
      <p:sp>
        <p:nvSpPr>
          <p:cNvPr id="8" name="Tijdelijke aanduiding voor voettekst 7"/>
          <p:cNvSpPr>
            <a:spLocks noGrp="1"/>
          </p:cNvSpPr>
          <p:nvPr>
            <p:ph type="ftr" sz="quarter" idx="11"/>
          </p:nvPr>
        </p:nvSpPr>
        <p:spPr/>
        <p:txBody>
          <a:bodyPr/>
          <a:lstStyle/>
          <a:p>
            <a:endParaRPr lang="nl-BE"/>
          </a:p>
        </p:txBody>
      </p:sp>
      <p:sp>
        <p:nvSpPr>
          <p:cNvPr id="9" name="Tijdelijke aanduiding voor dianummer 8"/>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050985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datum 2"/>
          <p:cNvSpPr>
            <a:spLocks noGrp="1"/>
          </p:cNvSpPr>
          <p:nvPr>
            <p:ph type="dt" sz="half" idx="10"/>
          </p:nvPr>
        </p:nvSpPr>
        <p:spPr/>
        <p:txBody>
          <a:bodyPr/>
          <a:lstStyle/>
          <a:p>
            <a:fld id="{E29307F5-1DF0-4FFF-91A4-1E1A6A26A94A}" type="datetime1">
              <a:rPr lang="nl-BE" smtClean="0"/>
              <a:t>8/09/2025</a:t>
            </a:fld>
            <a:endParaRPr lang="nl-BE"/>
          </a:p>
        </p:txBody>
      </p:sp>
      <p:sp>
        <p:nvSpPr>
          <p:cNvPr id="4" name="Tijdelijke aanduiding voor voettekst 3"/>
          <p:cNvSpPr>
            <a:spLocks noGrp="1"/>
          </p:cNvSpPr>
          <p:nvPr>
            <p:ph type="ftr" sz="quarter" idx="11"/>
          </p:nvPr>
        </p:nvSpPr>
        <p:spPr/>
        <p:txBody>
          <a:bodyPr/>
          <a:lstStyle/>
          <a:p>
            <a:endParaRPr lang="nl-BE"/>
          </a:p>
        </p:txBody>
      </p:sp>
      <p:sp>
        <p:nvSpPr>
          <p:cNvPr id="5" name="Tijdelijke aanduiding voor dianummer 4"/>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551492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00A9168B-A159-4E9D-A6C6-C6786C6AB2EB}" type="datetime1">
              <a:rPr lang="nl-BE" smtClean="0"/>
              <a:t>8/09/2025</a:t>
            </a:fld>
            <a:endParaRPr lang="nl-BE"/>
          </a:p>
        </p:txBody>
      </p:sp>
      <p:sp>
        <p:nvSpPr>
          <p:cNvPr id="3" name="Tijdelijke aanduiding voor voettekst 2"/>
          <p:cNvSpPr>
            <a:spLocks noGrp="1"/>
          </p:cNvSpPr>
          <p:nvPr>
            <p:ph type="ftr" sz="quarter" idx="11"/>
          </p:nvPr>
        </p:nvSpPr>
        <p:spPr/>
        <p:txBody>
          <a:bodyPr/>
          <a:lstStyle/>
          <a:p>
            <a:endParaRPr lang="nl-BE"/>
          </a:p>
        </p:txBody>
      </p:sp>
      <p:sp>
        <p:nvSpPr>
          <p:cNvPr id="4" name="Tijdelijke aanduiding voor dianummer 3"/>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875177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endParaRPr lang="nl-BE"/>
          </a:p>
        </p:txBody>
      </p:sp>
      <p:sp>
        <p:nvSpPr>
          <p:cNvPr id="3" name="Tijdelijke aanduiding voor inhou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Tekststijl van het model bewerken</a:t>
            </a:r>
          </a:p>
        </p:txBody>
      </p:sp>
      <p:sp>
        <p:nvSpPr>
          <p:cNvPr id="5" name="Tijdelijke aanduiding voor datum 4"/>
          <p:cNvSpPr>
            <a:spLocks noGrp="1"/>
          </p:cNvSpPr>
          <p:nvPr>
            <p:ph type="dt" sz="half" idx="10"/>
          </p:nvPr>
        </p:nvSpPr>
        <p:spPr/>
        <p:txBody>
          <a:bodyPr/>
          <a:lstStyle/>
          <a:p>
            <a:fld id="{E9D22159-AF82-4D23-BC06-D4277BDD9BAD}" type="datetime1">
              <a:rPr lang="nl-BE" smtClean="0"/>
              <a:t>8/09/2025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384590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endParaRPr lang="nl-BE"/>
          </a:p>
        </p:txBody>
      </p:sp>
      <p:sp>
        <p:nvSpPr>
          <p:cNvPr id="3" name="Tijdelijke aanduiding voor afbeelding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Tekststijl van het model bewerken</a:t>
            </a:r>
          </a:p>
        </p:txBody>
      </p:sp>
      <p:sp>
        <p:nvSpPr>
          <p:cNvPr id="5" name="Tijdelijke aanduiding voor datum 4"/>
          <p:cNvSpPr>
            <a:spLocks noGrp="1"/>
          </p:cNvSpPr>
          <p:nvPr>
            <p:ph type="dt" sz="half" idx="10"/>
          </p:nvPr>
        </p:nvSpPr>
        <p:spPr/>
        <p:txBody>
          <a:bodyPr/>
          <a:lstStyle/>
          <a:p>
            <a:fld id="{D08A7014-C292-4E4F-926C-1A31F538B52A}" type="datetime1">
              <a:rPr lang="nl-BE" smtClean="0"/>
              <a:t>8/09/2025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86757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verticale tekst 2"/>
          <p:cNvSpPr>
            <a:spLocks noGrp="1"/>
          </p:cNvSpPr>
          <p:nvPr>
            <p:ph type="body" orient="vert" idx="1"/>
          </p:nvPr>
        </p:nvSpPr>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85CAFD92-94F2-4CD0-8A1D-AA3295115CEC}" type="datetime1">
              <a:rPr lang="nl-BE" smtClean="0"/>
              <a:t>8/09/2025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423414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724900" y="365125"/>
            <a:ext cx="2628900" cy="5811838"/>
          </a:xfrm>
        </p:spPr>
        <p:txBody>
          <a:bodyPr vert="eaVert"/>
          <a:lstStyle/>
          <a:p>
            <a:r>
              <a:rPr lang="nl-NL"/>
              <a:t>Klik om de stijl te bewerken</a:t>
            </a:r>
            <a:endParaRPr lang="nl-BE"/>
          </a:p>
        </p:txBody>
      </p:sp>
      <p:sp>
        <p:nvSpPr>
          <p:cNvPr id="3" name="Tijdelijke aanduiding voor verticale tekst 2"/>
          <p:cNvSpPr>
            <a:spLocks noGrp="1"/>
          </p:cNvSpPr>
          <p:nvPr>
            <p:ph type="body" orient="vert" idx="1"/>
          </p:nvPr>
        </p:nvSpPr>
        <p:spPr>
          <a:xfrm>
            <a:off x="838200" y="365125"/>
            <a:ext cx="7734300" cy="5811838"/>
          </a:xfrm>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02B84EFA-B363-4043-A12E-44B39EC7D05B}" type="datetime1">
              <a:rPr lang="nl-BE" smtClean="0"/>
              <a:t>8/09/2025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0468295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 Basic">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52000"/>
            <a:ext cx="12192000" cy="4428000"/>
          </a:xfrm>
        </p:spPr>
        <p:txBody>
          <a:bodyPr bIns="144000"/>
          <a:lstStyle>
            <a:lvl1pPr marL="323850" indent="-323850">
              <a:spcBef>
                <a:spcPts val="400"/>
              </a:spcBef>
              <a:spcAft>
                <a:spcPts val="400"/>
              </a:spcAft>
              <a:buClrTx/>
              <a:defRPr/>
            </a:lvl1pPr>
            <a:lvl2pPr marL="723900" indent="-368300">
              <a:spcBef>
                <a:spcPts val="400"/>
              </a:spcBef>
              <a:spcAft>
                <a:spcPts val="400"/>
              </a:spcAft>
              <a:buClrTx/>
              <a:defRPr sz="2500"/>
            </a:lvl2pPr>
            <a:lvl3pPr marL="982663" indent="-258763">
              <a:spcBef>
                <a:spcPts val="400"/>
              </a:spcBef>
              <a:spcAft>
                <a:spcPts val="400"/>
              </a:spcAft>
              <a:buClrTx/>
              <a:defRPr sz="2300"/>
            </a:lvl3pPr>
            <a:lvl4pPr marL="1255713" indent="-273050">
              <a:spcBef>
                <a:spcPts val="400"/>
              </a:spcBef>
              <a:spcAft>
                <a:spcPts val="400"/>
              </a:spcAft>
              <a:buClrTx/>
              <a:defRPr sz="2000"/>
            </a:lvl4pPr>
            <a:lvl5pPr marL="1609725" indent="-258763">
              <a:spcBef>
                <a:spcPts val="600"/>
              </a:spcBef>
              <a:spcAft>
                <a:spcPts val="600"/>
              </a:spcAft>
              <a:defRPr sz="1700"/>
            </a:lvl5pPr>
          </a:lstStyle>
          <a:p>
            <a:pPr lvl="0"/>
            <a:r>
              <a:rPr lang="nl-NL"/>
              <a:t>Klikken om de tekststijl van het model te bewerken</a:t>
            </a:r>
          </a:p>
          <a:p>
            <a:pPr lvl="1"/>
            <a:r>
              <a:rPr lang="nl-NL"/>
              <a:t>Tweede niveau</a:t>
            </a:r>
          </a:p>
          <a:p>
            <a:pPr lvl="2"/>
            <a:r>
              <a:rPr lang="nl-NL"/>
              <a:t>Derde niveau</a:t>
            </a:r>
          </a:p>
          <a:p>
            <a:pPr lvl="3"/>
            <a:r>
              <a:rPr lang="nl-NL"/>
              <a:t>Vierde niveau</a:t>
            </a:r>
          </a:p>
        </p:txBody>
      </p:sp>
      <p:sp>
        <p:nvSpPr>
          <p:cNvPr id="7" name="Title 6"/>
          <p:cNvSpPr>
            <a:spLocks noGrp="1"/>
          </p:cNvSpPr>
          <p:nvPr>
            <p:ph type="title"/>
          </p:nvPr>
        </p:nvSpPr>
        <p:spPr/>
        <p:txBody>
          <a:bodyPr lIns="360000" tIns="180000" rIns="360000" bIns="144000"/>
          <a:lstStyle>
            <a:lvl1pPr>
              <a:defRPr>
                <a:solidFill>
                  <a:srgbClr val="00A0AE"/>
                </a:solidFill>
              </a:defRPr>
            </a:lvl1pPr>
          </a:lstStyle>
          <a:p>
            <a:r>
              <a:rPr lang="nl-NL"/>
              <a:t>Klik om stijl te bewerken</a:t>
            </a:r>
            <a:endParaRPr lang="nl-BE"/>
          </a:p>
        </p:txBody>
      </p:sp>
      <p:cxnSp>
        <p:nvCxnSpPr>
          <p:cNvPr id="14" name="Straight Connector 13"/>
          <p:cNvCxnSpPr/>
          <p:nvPr userDrawn="1"/>
        </p:nvCxnSpPr>
        <p:spPr>
          <a:xfrm>
            <a:off x="240000" y="1141200"/>
            <a:ext cx="11664000" cy="0"/>
          </a:xfrm>
          <a:prstGeom prst="line">
            <a:avLst/>
          </a:prstGeom>
          <a:ln w="6350">
            <a:solidFill>
              <a:srgbClr val="00A0AE"/>
            </a:solidFill>
          </a:ln>
        </p:spPr>
        <p:style>
          <a:lnRef idx="1">
            <a:schemeClr val="accent1"/>
          </a:lnRef>
          <a:fillRef idx="0">
            <a:schemeClr val="accent1"/>
          </a:fillRef>
          <a:effectRef idx="0">
            <a:schemeClr val="accent1"/>
          </a:effectRef>
          <a:fontRef idx="minor">
            <a:schemeClr val="tx1"/>
          </a:fontRef>
        </p:style>
      </p:cxnSp>
      <p:sp>
        <p:nvSpPr>
          <p:cNvPr id="16" name="Slide Number Placeholder 15"/>
          <p:cNvSpPr>
            <a:spLocks noGrp="1"/>
          </p:cNvSpPr>
          <p:nvPr>
            <p:ph type="sldNum" sz="quarter" idx="11"/>
          </p:nvPr>
        </p:nvSpPr>
        <p:spPr/>
        <p:txBody>
          <a:bodyPr/>
          <a:lstStyle>
            <a:lvl1pPr>
              <a:defRPr>
                <a:latin typeface="+mj-lt"/>
              </a:defRPr>
            </a:lvl1pPr>
          </a:lstStyle>
          <a:p>
            <a:fld id="{3B80295F-48CD-49FC-897A-CCEC919B8070}" type="slidenum">
              <a:rPr lang="nl-BE" smtClean="0"/>
              <a:pPr/>
              <a:t>‹#›</a:t>
            </a:fld>
            <a:endParaRPr lang="nl-BE"/>
          </a:p>
        </p:txBody>
      </p:sp>
      <p:sp>
        <p:nvSpPr>
          <p:cNvPr id="17" name="Footer Placeholder 16"/>
          <p:cNvSpPr>
            <a:spLocks noGrp="1"/>
          </p:cNvSpPr>
          <p:nvPr>
            <p:ph type="ftr" sz="quarter" idx="12"/>
          </p:nvPr>
        </p:nvSpPr>
        <p:spPr/>
        <p:txBody>
          <a:bodyPr/>
          <a:lstStyle>
            <a:lvl1pPr>
              <a:defRPr>
                <a:latin typeface="+mj-lt"/>
              </a:defRPr>
            </a:lvl1pPr>
          </a:lstStyle>
          <a:p>
            <a:r>
              <a:rPr lang="nl-BE"/>
              <a:t>Data Science - Data Wrangling</a:t>
            </a:r>
          </a:p>
        </p:txBody>
      </p:sp>
      <p:sp>
        <p:nvSpPr>
          <p:cNvPr id="8" name="Date Placeholder 7"/>
          <p:cNvSpPr>
            <a:spLocks noGrp="1"/>
          </p:cNvSpPr>
          <p:nvPr>
            <p:ph type="dt" sz="half" idx="13"/>
          </p:nvPr>
        </p:nvSpPr>
        <p:spPr/>
        <p:txBody>
          <a:bodyPr/>
          <a:lstStyle>
            <a:lvl1pPr>
              <a:defRPr>
                <a:latin typeface="+mj-lt"/>
              </a:defRPr>
            </a:lvl1pPr>
          </a:lstStyle>
          <a:p>
            <a:pPr algn="l"/>
            <a:endParaRPr lang="nl-BE"/>
          </a:p>
        </p:txBody>
      </p:sp>
    </p:spTree>
    <p:extLst>
      <p:ext uri="{BB962C8B-B14F-4D97-AF65-F5344CB8AC3E}">
        <p14:creationId xmlns:p14="http://schemas.microsoft.com/office/powerpoint/2010/main" val="3932555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582706" y="365125"/>
            <a:ext cx="10771094" cy="920015"/>
          </a:xfrm>
          <a:prstGeom prst="rect">
            <a:avLst/>
          </a:prstGeom>
        </p:spPr>
        <p:txBody>
          <a:bodyPr vert="horz" lIns="91440" tIns="45720" rIns="91440" bIns="45720" rtlCol="0" anchor="ctr">
            <a:normAutofit/>
          </a:bodyPr>
          <a:lstStyle/>
          <a:p>
            <a:r>
              <a:rPr lang="nl-NL"/>
              <a:t>Klik om de stijl te bewerken</a:t>
            </a:r>
            <a:endParaRPr lang="nl-BE"/>
          </a:p>
        </p:txBody>
      </p:sp>
      <p:sp>
        <p:nvSpPr>
          <p:cNvPr id="3" name="Tijdelijke aanduiding voor tekst 2"/>
          <p:cNvSpPr>
            <a:spLocks noGrp="1"/>
          </p:cNvSpPr>
          <p:nvPr>
            <p:ph type="body" idx="1"/>
          </p:nvPr>
        </p:nvSpPr>
        <p:spPr>
          <a:xfrm>
            <a:off x="582705" y="1550894"/>
            <a:ext cx="11291048" cy="4626069"/>
          </a:xfrm>
          <a:prstGeom prst="rect">
            <a:avLst/>
          </a:prstGeom>
        </p:spPr>
        <p:txBody>
          <a:bodyPr vert="horz" lIns="91440" tIns="45720" rIns="91440" bIns="45720" rtlCol="0">
            <a:normAutofit/>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2"/>
          </p:nvPr>
        </p:nvSpPr>
        <p:spPr>
          <a:xfrm>
            <a:off x="582705" y="6356350"/>
            <a:ext cx="1353671"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7161-F687-474C-905A-3CCBBA535086}" type="datetime1">
              <a:rPr lang="nl-BE" smtClean="0"/>
              <a:t>8/09/2025</a:t>
            </a:fld>
            <a:endParaRPr lang="nl-BE"/>
          </a:p>
        </p:txBody>
      </p:sp>
      <p:sp>
        <p:nvSpPr>
          <p:cNvPr id="5" name="Tijdelijke aanduiding voor voettekst 4"/>
          <p:cNvSpPr>
            <a:spLocks noGrp="1"/>
          </p:cNvSpPr>
          <p:nvPr>
            <p:ph type="ftr" sz="quarter" idx="3"/>
          </p:nvPr>
        </p:nvSpPr>
        <p:spPr>
          <a:xfrm>
            <a:off x="2384611" y="6356350"/>
            <a:ext cx="643665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Tijdelijke aanduiding voor dianummer 5"/>
          <p:cNvSpPr>
            <a:spLocks noGrp="1"/>
          </p:cNvSpPr>
          <p:nvPr>
            <p:ph type="sldNum" sz="quarter" idx="4"/>
          </p:nvPr>
        </p:nvSpPr>
        <p:spPr>
          <a:xfrm>
            <a:off x="9130553"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05FAA3-C3E4-40D0-B2B7-65B62F79F625}" type="slidenum">
              <a:rPr lang="nl-BE" smtClean="0"/>
              <a:t>‹#›</a:t>
            </a:fld>
            <a:endParaRPr lang="nl-BE"/>
          </a:p>
        </p:txBody>
      </p:sp>
      <p:sp>
        <p:nvSpPr>
          <p:cNvPr id="7" name="Rechthoek 6"/>
          <p:cNvSpPr/>
          <p:nvPr userDrawn="1"/>
        </p:nvSpPr>
        <p:spPr>
          <a:xfrm rot="5400000">
            <a:off x="6145210" y="-4660629"/>
            <a:ext cx="72000" cy="12021580"/>
          </a:xfrm>
          <a:prstGeom prst="rect">
            <a:avLst/>
          </a:prstGeom>
          <a:solidFill>
            <a:srgbClr val="4584B6"/>
          </a:solidFill>
          <a:ln>
            <a:solidFill>
              <a:srgbClr val="4584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8" name="Rechthoek 7">
            <a:extLst>
              <a:ext uri="{FF2B5EF4-FFF2-40B4-BE49-F238E27FC236}">
                <a16:creationId xmlns:a16="http://schemas.microsoft.com/office/drawing/2014/main" id="{07FE2247-7A25-44B0-854B-AE1E11CA90FA}"/>
              </a:ext>
            </a:extLst>
          </p:cNvPr>
          <p:cNvSpPr/>
          <p:nvPr userDrawn="1"/>
        </p:nvSpPr>
        <p:spPr>
          <a:xfrm>
            <a:off x="105303" y="-171400"/>
            <a:ext cx="72000" cy="7200800"/>
          </a:xfrm>
          <a:prstGeom prst="rect">
            <a:avLst/>
          </a:prstGeom>
          <a:solidFill>
            <a:srgbClr val="4584B6"/>
          </a:solidFill>
          <a:ln>
            <a:solidFill>
              <a:srgbClr val="4584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9" name="Rechthoek 8"/>
          <p:cNvSpPr/>
          <p:nvPr userDrawn="1"/>
        </p:nvSpPr>
        <p:spPr>
          <a:xfrm>
            <a:off x="185989" y="-171400"/>
            <a:ext cx="72000" cy="7200800"/>
          </a:xfrm>
          <a:prstGeom prst="rect">
            <a:avLst/>
          </a:prstGeom>
          <a:solidFill>
            <a:srgbClr val="FFDE57"/>
          </a:solidFill>
          <a:ln>
            <a:solidFill>
              <a:srgbClr val="FFDE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0" name="Afbeelding 9">
            <a:extLst>
              <a:ext uri="{FF2B5EF4-FFF2-40B4-BE49-F238E27FC236}">
                <a16:creationId xmlns:a16="http://schemas.microsoft.com/office/drawing/2014/main" id="{9D656C7A-8563-4AB3-B098-D72F316041E9}"/>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l="63334" t="17522" r="3803" b="23654"/>
          <a:stretch/>
        </p:blipFill>
        <p:spPr>
          <a:xfrm>
            <a:off x="10650071" y="110811"/>
            <a:ext cx="1461245" cy="1135182"/>
          </a:xfrm>
          <a:prstGeom prst="rect">
            <a:avLst/>
          </a:prstGeom>
        </p:spPr>
      </p:pic>
    </p:spTree>
    <p:extLst>
      <p:ext uri="{BB962C8B-B14F-4D97-AF65-F5344CB8AC3E}">
        <p14:creationId xmlns:p14="http://schemas.microsoft.com/office/powerpoint/2010/main" val="898952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rgbClr val="646464"/>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4584B6"/>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FFDE57"/>
        </a:buClr>
        <a:buFont typeface="Arial" panose="020B0604020202020204" pitchFamily="34" charset="0"/>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6464"/>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normAutofit/>
          </a:bodyPr>
          <a:lstStyle/>
          <a:p>
            <a:r>
              <a:rPr lang="en-US" noProof="0" dirty="0"/>
              <a:t>Reorientation</a:t>
            </a:r>
          </a:p>
        </p:txBody>
      </p:sp>
      <p:sp>
        <p:nvSpPr>
          <p:cNvPr id="3" name="Ondertitel 2"/>
          <p:cNvSpPr>
            <a:spLocks noGrp="1"/>
          </p:cNvSpPr>
          <p:nvPr>
            <p:ph type="subTitle" idx="1"/>
          </p:nvPr>
        </p:nvSpPr>
        <p:spPr/>
        <p:txBody>
          <a:bodyPr>
            <a:normAutofit/>
          </a:bodyPr>
          <a:lstStyle/>
          <a:p>
            <a:r>
              <a:rPr lang="en-US" noProof="0" dirty="0"/>
              <a:t>2025-2026</a:t>
            </a:r>
          </a:p>
        </p:txBody>
      </p:sp>
    </p:spTree>
    <p:extLst>
      <p:ext uri="{BB962C8B-B14F-4D97-AF65-F5344CB8AC3E}">
        <p14:creationId xmlns:p14="http://schemas.microsoft.com/office/powerpoint/2010/main" val="54334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B8C7E-B6DE-3815-0BC2-9A68C31594C8}"/>
              </a:ext>
            </a:extLst>
          </p:cNvPr>
          <p:cNvSpPr>
            <a:spLocks noGrp="1"/>
          </p:cNvSpPr>
          <p:nvPr>
            <p:ph type="title"/>
          </p:nvPr>
        </p:nvSpPr>
        <p:spPr/>
        <p:txBody>
          <a:bodyPr/>
          <a:lstStyle/>
          <a:p>
            <a:r>
              <a:rPr lang="en-US" noProof="0" dirty="0"/>
              <a:t>Do you remember?</a:t>
            </a:r>
          </a:p>
        </p:txBody>
      </p:sp>
      <p:sp>
        <p:nvSpPr>
          <p:cNvPr id="3" name="Content Placeholder 2">
            <a:extLst>
              <a:ext uri="{FF2B5EF4-FFF2-40B4-BE49-F238E27FC236}">
                <a16:creationId xmlns:a16="http://schemas.microsoft.com/office/drawing/2014/main" id="{EF8BA3AA-DB4D-78F6-695C-7606C1E60321}"/>
              </a:ext>
            </a:extLst>
          </p:cNvPr>
          <p:cNvSpPr>
            <a:spLocks noGrp="1"/>
          </p:cNvSpPr>
          <p:nvPr>
            <p:ph idx="1"/>
          </p:nvPr>
        </p:nvSpPr>
        <p:spPr>
          <a:xfrm>
            <a:off x="582705" y="1550895"/>
            <a:ext cx="11291048" cy="1064290"/>
          </a:xfrm>
        </p:spPr>
        <p:txBody>
          <a:bodyPr/>
          <a:lstStyle/>
          <a:p>
            <a:r>
              <a:rPr lang="en-US" noProof="0" dirty="0"/>
              <a:t>The data science process: OSEMI</a:t>
            </a:r>
          </a:p>
        </p:txBody>
      </p:sp>
      <p:sp>
        <p:nvSpPr>
          <p:cNvPr id="4" name="Slide Number Placeholder 3">
            <a:extLst>
              <a:ext uri="{FF2B5EF4-FFF2-40B4-BE49-F238E27FC236}">
                <a16:creationId xmlns:a16="http://schemas.microsoft.com/office/drawing/2014/main" id="{B3B29D26-6EA5-0216-1A0A-4E21583DABCE}"/>
              </a:ext>
            </a:extLst>
          </p:cNvPr>
          <p:cNvSpPr>
            <a:spLocks noGrp="1"/>
          </p:cNvSpPr>
          <p:nvPr>
            <p:ph type="sldNum" sz="quarter" idx="12"/>
          </p:nvPr>
        </p:nvSpPr>
        <p:spPr/>
        <p:txBody>
          <a:bodyPr/>
          <a:lstStyle/>
          <a:p>
            <a:fld id="{FE1B3154-47D9-4402-8EDB-E791933DC0B9}" type="slidenum">
              <a:rPr lang="nl-BE" smtClean="0"/>
              <a:pPr/>
              <a:t>2</a:t>
            </a:fld>
            <a:endParaRPr lang="nl-BE" dirty="0"/>
          </a:p>
        </p:txBody>
      </p:sp>
      <p:pic>
        <p:nvPicPr>
          <p:cNvPr id="1026" name="Picture 2" descr="Lmao 😂">
            <a:extLst>
              <a:ext uri="{FF2B5EF4-FFF2-40B4-BE49-F238E27FC236}">
                <a16:creationId xmlns:a16="http://schemas.microsoft.com/office/drawing/2014/main" id="{B572E281-3E88-15CC-E3F1-F4C54D7C90B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188"/>
          <a:stretch>
            <a:fillRect/>
          </a:stretch>
        </p:blipFill>
        <p:spPr bwMode="auto">
          <a:xfrm>
            <a:off x="10048875" y="1550895"/>
            <a:ext cx="2143125" cy="196764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What is the Data Science Life Cycle? | Everything you need to know">
            <a:extLst>
              <a:ext uri="{FF2B5EF4-FFF2-40B4-BE49-F238E27FC236}">
                <a16:creationId xmlns:a16="http://schemas.microsoft.com/office/drawing/2014/main" id="{678B02C2-A1A2-AB35-C068-63536EA6DE4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9779"/>
          <a:stretch/>
        </p:blipFill>
        <p:spPr bwMode="auto">
          <a:xfrm>
            <a:off x="2282131" y="2252653"/>
            <a:ext cx="7372243" cy="3660211"/>
          </a:xfrm>
          <a:prstGeom prst="rect">
            <a:avLst/>
          </a:prstGeom>
          <a:ln>
            <a:solidFill>
              <a:schemeClr val="bg1"/>
            </a:solidFill>
          </a:ln>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2D481BCB-CBF1-9C7F-9672-AC6BFB0A0ECA}"/>
              </a:ext>
            </a:extLst>
          </p:cNvPr>
          <p:cNvGrpSpPr/>
          <p:nvPr/>
        </p:nvGrpSpPr>
        <p:grpSpPr>
          <a:xfrm>
            <a:off x="2537626" y="5475906"/>
            <a:ext cx="1401770" cy="1550895"/>
            <a:chOff x="2470207" y="5307105"/>
            <a:chExt cx="1401770" cy="1550895"/>
          </a:xfrm>
        </p:grpSpPr>
        <p:sp>
          <p:nvSpPr>
            <p:cNvPr id="6" name="Arrow: Right 5">
              <a:extLst>
                <a:ext uri="{FF2B5EF4-FFF2-40B4-BE49-F238E27FC236}">
                  <a16:creationId xmlns:a16="http://schemas.microsoft.com/office/drawing/2014/main" id="{E2ECCACA-2D74-A511-DE50-1F33E7784D5C}"/>
                </a:ext>
              </a:extLst>
            </p:cNvPr>
            <p:cNvSpPr/>
            <p:nvPr/>
          </p:nvSpPr>
          <p:spPr>
            <a:xfrm rot="5400000">
              <a:off x="2696308" y="5480735"/>
              <a:ext cx="949569" cy="602310"/>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Content Placeholder 2">
              <a:extLst>
                <a:ext uri="{FF2B5EF4-FFF2-40B4-BE49-F238E27FC236}">
                  <a16:creationId xmlns:a16="http://schemas.microsoft.com/office/drawing/2014/main" id="{2D4E1DBF-DBF2-F625-36AE-09ADC56016C2}"/>
                </a:ext>
              </a:extLst>
            </p:cNvPr>
            <p:cNvSpPr txBox="1">
              <a:spLocks/>
            </p:cNvSpPr>
            <p:nvPr/>
          </p:nvSpPr>
          <p:spPr>
            <a:xfrm>
              <a:off x="2470207" y="6247348"/>
              <a:ext cx="1401770" cy="6106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4584B6"/>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FFDE57"/>
                </a:buClr>
                <a:buFont typeface="Arial" panose="020B0604020202020204" pitchFamily="34" charset="0"/>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6464"/>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solidFill>
                    <a:srgbClr val="FC5300"/>
                  </a:solidFill>
                </a:rPr>
                <a:t>Project</a:t>
              </a:r>
              <a:endParaRPr lang="en-GB" dirty="0">
                <a:solidFill>
                  <a:srgbClr val="FC5300"/>
                </a:solidFill>
              </a:endParaRPr>
            </a:p>
          </p:txBody>
        </p:sp>
      </p:grpSp>
      <p:grpSp>
        <p:nvGrpSpPr>
          <p:cNvPr id="10" name="Group 9">
            <a:extLst>
              <a:ext uri="{FF2B5EF4-FFF2-40B4-BE49-F238E27FC236}">
                <a16:creationId xmlns:a16="http://schemas.microsoft.com/office/drawing/2014/main" id="{AE5EDA0B-5D24-6190-F269-1BA6B7D1E90E}"/>
              </a:ext>
            </a:extLst>
          </p:cNvPr>
          <p:cNvGrpSpPr/>
          <p:nvPr/>
        </p:nvGrpSpPr>
        <p:grpSpPr>
          <a:xfrm>
            <a:off x="6523890" y="5475906"/>
            <a:ext cx="1664680" cy="1550895"/>
            <a:chOff x="6523890" y="5475906"/>
            <a:chExt cx="1664680" cy="1550895"/>
          </a:xfrm>
        </p:grpSpPr>
        <p:sp>
          <p:nvSpPr>
            <p:cNvPr id="8" name="Arrow: Right 7">
              <a:extLst>
                <a:ext uri="{FF2B5EF4-FFF2-40B4-BE49-F238E27FC236}">
                  <a16:creationId xmlns:a16="http://schemas.microsoft.com/office/drawing/2014/main" id="{2E2F8D4E-8A87-BD4D-FEEB-8D44FDC4644E}"/>
                </a:ext>
              </a:extLst>
            </p:cNvPr>
            <p:cNvSpPr/>
            <p:nvPr/>
          </p:nvSpPr>
          <p:spPr>
            <a:xfrm rot="5400000">
              <a:off x="6881446" y="5649536"/>
              <a:ext cx="949569" cy="602310"/>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Content Placeholder 2">
              <a:extLst>
                <a:ext uri="{FF2B5EF4-FFF2-40B4-BE49-F238E27FC236}">
                  <a16:creationId xmlns:a16="http://schemas.microsoft.com/office/drawing/2014/main" id="{91E0B9E8-9EA6-607D-4451-AF8F2532167A}"/>
                </a:ext>
              </a:extLst>
            </p:cNvPr>
            <p:cNvSpPr txBox="1">
              <a:spLocks/>
            </p:cNvSpPr>
            <p:nvPr/>
          </p:nvSpPr>
          <p:spPr>
            <a:xfrm>
              <a:off x="6523890" y="6416149"/>
              <a:ext cx="1664680" cy="6106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4584B6"/>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FFDE57"/>
                </a:buClr>
                <a:buFont typeface="Arial" panose="020B0604020202020204" pitchFamily="34" charset="0"/>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6464"/>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solidFill>
                    <a:srgbClr val="1F70FD"/>
                  </a:solidFill>
                </a:rPr>
                <a:t>AI course</a:t>
              </a:r>
            </a:p>
          </p:txBody>
        </p:sp>
      </p:grpSp>
      <p:grpSp>
        <p:nvGrpSpPr>
          <p:cNvPr id="12" name="Group 11">
            <a:extLst>
              <a:ext uri="{FF2B5EF4-FFF2-40B4-BE49-F238E27FC236}">
                <a16:creationId xmlns:a16="http://schemas.microsoft.com/office/drawing/2014/main" id="{16DA9A79-43C7-1B2F-2F0A-E34B1283EE06}"/>
              </a:ext>
            </a:extLst>
          </p:cNvPr>
          <p:cNvGrpSpPr/>
          <p:nvPr/>
        </p:nvGrpSpPr>
        <p:grpSpPr>
          <a:xfrm>
            <a:off x="8110274" y="5475906"/>
            <a:ext cx="2874558" cy="1550895"/>
            <a:chOff x="6644470" y="5475906"/>
            <a:chExt cx="2874558" cy="1550895"/>
          </a:xfrm>
        </p:grpSpPr>
        <p:sp>
          <p:nvSpPr>
            <p:cNvPr id="13" name="Arrow: Right 12">
              <a:extLst>
                <a:ext uri="{FF2B5EF4-FFF2-40B4-BE49-F238E27FC236}">
                  <a16:creationId xmlns:a16="http://schemas.microsoft.com/office/drawing/2014/main" id="{4CDDEBF4-27DA-736C-429C-B6C6A318D24C}"/>
                </a:ext>
              </a:extLst>
            </p:cNvPr>
            <p:cNvSpPr/>
            <p:nvPr/>
          </p:nvSpPr>
          <p:spPr>
            <a:xfrm rot="5400000">
              <a:off x="6881446" y="5649536"/>
              <a:ext cx="949569" cy="602310"/>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Content Placeholder 2">
              <a:extLst>
                <a:ext uri="{FF2B5EF4-FFF2-40B4-BE49-F238E27FC236}">
                  <a16:creationId xmlns:a16="http://schemas.microsoft.com/office/drawing/2014/main" id="{7123C60D-C877-9263-25FD-C735B4A01FC4}"/>
                </a:ext>
              </a:extLst>
            </p:cNvPr>
            <p:cNvSpPr txBox="1">
              <a:spLocks/>
            </p:cNvSpPr>
            <p:nvPr/>
          </p:nvSpPr>
          <p:spPr>
            <a:xfrm>
              <a:off x="6644470" y="6416149"/>
              <a:ext cx="2874558" cy="6106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4584B6"/>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FFDE57"/>
                </a:buClr>
                <a:buFont typeface="Arial" panose="020B0604020202020204" pitchFamily="34" charset="0"/>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6464"/>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solidFill>
                    <a:srgbClr val="FFC000"/>
                  </a:solidFill>
                </a:rPr>
                <a:t>Data viz course</a:t>
              </a:r>
              <a:endParaRPr lang="en-GB" dirty="0">
                <a:solidFill>
                  <a:srgbClr val="FFC000"/>
                </a:solidFill>
              </a:endParaRPr>
            </a:p>
          </p:txBody>
        </p:sp>
      </p:grpSp>
    </p:spTree>
    <p:extLst>
      <p:ext uri="{BB962C8B-B14F-4D97-AF65-F5344CB8AC3E}">
        <p14:creationId xmlns:p14="http://schemas.microsoft.com/office/powerpoint/2010/main" val="3078208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0E9FB-EBFD-6CF1-2620-799FD9391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28A070-809B-A1F9-299C-DB746CACFF25}"/>
              </a:ext>
            </a:extLst>
          </p:cNvPr>
          <p:cNvSpPr>
            <a:spLocks noGrp="1"/>
          </p:cNvSpPr>
          <p:nvPr>
            <p:ph type="title"/>
          </p:nvPr>
        </p:nvSpPr>
        <p:spPr/>
        <p:txBody>
          <a:bodyPr/>
          <a:lstStyle/>
          <a:p>
            <a:r>
              <a:rPr lang="en-US" noProof="0" dirty="0"/>
              <a:t>Learning goal: Data Science in practice</a:t>
            </a:r>
          </a:p>
        </p:txBody>
      </p:sp>
      <p:sp>
        <p:nvSpPr>
          <p:cNvPr id="3" name="Content Placeholder 2">
            <a:extLst>
              <a:ext uri="{FF2B5EF4-FFF2-40B4-BE49-F238E27FC236}">
                <a16:creationId xmlns:a16="http://schemas.microsoft.com/office/drawing/2014/main" id="{931A0889-7722-F618-1203-57BE806E98BC}"/>
              </a:ext>
            </a:extLst>
          </p:cNvPr>
          <p:cNvSpPr>
            <a:spLocks noGrp="1"/>
          </p:cNvSpPr>
          <p:nvPr>
            <p:ph idx="1"/>
          </p:nvPr>
        </p:nvSpPr>
        <p:spPr>
          <a:xfrm>
            <a:off x="582705" y="1550894"/>
            <a:ext cx="11291048" cy="2801649"/>
          </a:xfrm>
        </p:spPr>
        <p:txBody>
          <a:bodyPr>
            <a:normAutofit/>
          </a:bodyPr>
          <a:lstStyle/>
          <a:p>
            <a:r>
              <a:rPr lang="en-US" noProof="0" dirty="0"/>
              <a:t>Context: “From raw client data to a clear presentation for your manager”</a:t>
            </a:r>
          </a:p>
          <a:p>
            <a:pPr lvl="1"/>
            <a:r>
              <a:rPr lang="en-US" b="1" noProof="0" dirty="0"/>
              <a:t>Objectives:</a:t>
            </a:r>
          </a:p>
          <a:p>
            <a:pPr lvl="2"/>
            <a:r>
              <a:rPr lang="en-US" noProof="0" dirty="0"/>
              <a:t>Handle raw and messy data (</a:t>
            </a:r>
            <a:r>
              <a:rPr lang="en-US" b="1" noProof="0" dirty="0">
                <a:solidFill>
                  <a:srgbClr val="EC3C7A"/>
                </a:solidFill>
              </a:rPr>
              <a:t>S</a:t>
            </a:r>
            <a:r>
              <a:rPr lang="en-US" noProof="0" dirty="0"/>
              <a:t>)</a:t>
            </a:r>
          </a:p>
          <a:p>
            <a:pPr lvl="2"/>
            <a:r>
              <a:rPr lang="en-US" noProof="0" dirty="0"/>
              <a:t>Clean and structure data for analysis (</a:t>
            </a:r>
            <a:r>
              <a:rPr lang="en-US" b="1" noProof="0" dirty="0">
                <a:solidFill>
                  <a:srgbClr val="EC3C7A"/>
                </a:solidFill>
              </a:rPr>
              <a:t>S</a:t>
            </a:r>
            <a:r>
              <a:rPr lang="en-US" noProof="0" dirty="0"/>
              <a:t>)</a:t>
            </a:r>
          </a:p>
          <a:p>
            <a:pPr lvl="2"/>
            <a:r>
              <a:rPr lang="en-US" noProof="0" dirty="0"/>
              <a:t>Explore patterns and relationships (</a:t>
            </a:r>
            <a:r>
              <a:rPr lang="en-US" b="1" noProof="0" dirty="0">
                <a:solidFill>
                  <a:srgbClr val="32BAF4"/>
                </a:solidFill>
              </a:rPr>
              <a:t>E</a:t>
            </a:r>
            <a:r>
              <a:rPr lang="en-US" noProof="0" dirty="0"/>
              <a:t>)</a:t>
            </a:r>
          </a:p>
          <a:p>
            <a:pPr lvl="2"/>
            <a:r>
              <a:rPr lang="en-US" noProof="0" dirty="0"/>
              <a:t>Interpret and communicate actionable insight (</a:t>
            </a:r>
            <a:r>
              <a:rPr lang="en-US" b="1" noProof="0" dirty="0">
                <a:solidFill>
                  <a:srgbClr val="EFCF33"/>
                </a:solidFill>
              </a:rPr>
              <a:t>I</a:t>
            </a:r>
            <a:r>
              <a:rPr lang="en-US" noProof="0" dirty="0"/>
              <a:t>)</a:t>
            </a:r>
          </a:p>
          <a:p>
            <a:endParaRPr lang="en-US" noProof="0" dirty="0"/>
          </a:p>
        </p:txBody>
      </p:sp>
      <p:sp>
        <p:nvSpPr>
          <p:cNvPr id="4" name="Slide Number Placeholder 3">
            <a:extLst>
              <a:ext uri="{FF2B5EF4-FFF2-40B4-BE49-F238E27FC236}">
                <a16:creationId xmlns:a16="http://schemas.microsoft.com/office/drawing/2014/main" id="{232F3702-21AE-954C-79ED-406B3CCFBEFE}"/>
              </a:ext>
            </a:extLst>
          </p:cNvPr>
          <p:cNvSpPr>
            <a:spLocks noGrp="1"/>
          </p:cNvSpPr>
          <p:nvPr>
            <p:ph type="sldNum" sz="quarter" idx="12"/>
          </p:nvPr>
        </p:nvSpPr>
        <p:spPr/>
        <p:txBody>
          <a:bodyPr/>
          <a:lstStyle/>
          <a:p>
            <a:fld id="{FE1B3154-47D9-4402-8EDB-E791933DC0B9}" type="slidenum">
              <a:rPr lang="nl-BE" smtClean="0"/>
              <a:pPr/>
              <a:t>3</a:t>
            </a:fld>
            <a:endParaRPr lang="nl-BE"/>
          </a:p>
        </p:txBody>
      </p:sp>
      <p:pic>
        <p:nvPicPr>
          <p:cNvPr id="5" name="Picture 4" descr="What is the Data Science Life Cycle? | Everything you need to know">
            <a:extLst>
              <a:ext uri="{FF2B5EF4-FFF2-40B4-BE49-F238E27FC236}">
                <a16:creationId xmlns:a16="http://schemas.microsoft.com/office/drawing/2014/main" id="{9CC41969-2995-58D2-8EB7-3776A7D3AA2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9779"/>
          <a:stretch/>
        </p:blipFill>
        <p:spPr bwMode="auto">
          <a:xfrm>
            <a:off x="3559385" y="4242816"/>
            <a:ext cx="5073230" cy="25187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9865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7CAD3-5701-1D47-C3C7-DB257AC18E48}"/>
              </a:ext>
            </a:extLst>
          </p:cNvPr>
          <p:cNvSpPr>
            <a:spLocks noGrp="1"/>
          </p:cNvSpPr>
          <p:nvPr>
            <p:ph type="title"/>
          </p:nvPr>
        </p:nvSpPr>
        <p:spPr/>
        <p:txBody>
          <a:bodyPr>
            <a:normAutofit/>
          </a:bodyPr>
          <a:lstStyle/>
          <a:p>
            <a:r>
              <a:rPr lang="en-US" noProof="0" dirty="0"/>
              <a:t>Scrub / Data Wrangling </a:t>
            </a:r>
            <a:r>
              <a:rPr lang="en-US" sz="2400" noProof="0" dirty="0"/>
              <a:t>(once you got data….)</a:t>
            </a:r>
            <a:endParaRPr lang="en-US" noProof="0" dirty="0"/>
          </a:p>
        </p:txBody>
      </p:sp>
      <p:sp>
        <p:nvSpPr>
          <p:cNvPr id="3" name="Content Placeholder 2">
            <a:extLst>
              <a:ext uri="{FF2B5EF4-FFF2-40B4-BE49-F238E27FC236}">
                <a16:creationId xmlns:a16="http://schemas.microsoft.com/office/drawing/2014/main" id="{FB65D30F-E14C-B5A9-06E0-CFA023288A1B}"/>
              </a:ext>
            </a:extLst>
          </p:cNvPr>
          <p:cNvSpPr>
            <a:spLocks noGrp="1"/>
          </p:cNvSpPr>
          <p:nvPr>
            <p:ph idx="1"/>
          </p:nvPr>
        </p:nvSpPr>
        <p:spPr>
          <a:xfrm>
            <a:off x="582705" y="1550894"/>
            <a:ext cx="11291048" cy="2128477"/>
          </a:xfrm>
        </p:spPr>
        <p:txBody>
          <a:bodyPr/>
          <a:lstStyle/>
          <a:p>
            <a:r>
              <a:rPr lang="en-US" noProof="0" dirty="0"/>
              <a:t>Raw data is often messy, incomplete, or inconsistent.</a:t>
            </a:r>
          </a:p>
          <a:p>
            <a:r>
              <a:rPr lang="en-US" noProof="0" dirty="0"/>
              <a:t>Before exploring, we need to clean and structure it.</a:t>
            </a:r>
          </a:p>
          <a:p>
            <a:r>
              <a:rPr lang="en-US" noProof="0" dirty="0"/>
              <a:t>Garbage in → garbage out</a:t>
            </a:r>
          </a:p>
        </p:txBody>
      </p:sp>
      <p:sp>
        <p:nvSpPr>
          <p:cNvPr id="4" name="Slide Number Placeholder 3">
            <a:extLst>
              <a:ext uri="{FF2B5EF4-FFF2-40B4-BE49-F238E27FC236}">
                <a16:creationId xmlns:a16="http://schemas.microsoft.com/office/drawing/2014/main" id="{DF732F65-1EAF-032F-A99E-2E5CABE5D28C}"/>
              </a:ext>
            </a:extLst>
          </p:cNvPr>
          <p:cNvSpPr>
            <a:spLocks noGrp="1"/>
          </p:cNvSpPr>
          <p:nvPr>
            <p:ph type="sldNum" sz="quarter" idx="12"/>
          </p:nvPr>
        </p:nvSpPr>
        <p:spPr/>
        <p:txBody>
          <a:bodyPr/>
          <a:lstStyle/>
          <a:p>
            <a:fld id="{FE1B3154-47D9-4402-8EDB-E791933DC0B9}" type="slidenum">
              <a:rPr lang="nl-BE" smtClean="0"/>
              <a:pPr/>
              <a:t>4</a:t>
            </a:fld>
            <a:endParaRPr lang="nl-BE"/>
          </a:p>
        </p:txBody>
      </p:sp>
      <p:pic>
        <p:nvPicPr>
          <p:cNvPr id="2050" name="Picture 2" descr="Data Cleaning in OpenRefine – ZineCat Blog">
            <a:extLst>
              <a:ext uri="{FF2B5EF4-FFF2-40B4-BE49-F238E27FC236}">
                <a16:creationId xmlns:a16="http://schemas.microsoft.com/office/drawing/2014/main" id="{05E5E3B4-3C5A-4E13-AA32-3A3546FAFA4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290"/>
          <a:stretch>
            <a:fillRect/>
          </a:stretch>
        </p:blipFill>
        <p:spPr bwMode="auto">
          <a:xfrm>
            <a:off x="2671298" y="3504875"/>
            <a:ext cx="3089659" cy="29880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AI is the rockstar, but dirty data is the roadie who crashes the tour bus.  | Blue Orange Digital">
            <a:extLst>
              <a:ext uri="{FF2B5EF4-FFF2-40B4-BE49-F238E27FC236}">
                <a16:creationId xmlns:a16="http://schemas.microsoft.com/office/drawing/2014/main" id="{D827962E-91EF-9921-5ABD-0E85EA1CEA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504875"/>
            <a:ext cx="2338028" cy="298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82517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963E8-4328-3584-CD00-1A06C91983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AE547-AF64-1E8B-9DF6-06E09678C31C}"/>
              </a:ext>
            </a:extLst>
          </p:cNvPr>
          <p:cNvSpPr>
            <a:spLocks noGrp="1"/>
          </p:cNvSpPr>
          <p:nvPr>
            <p:ph type="title"/>
          </p:nvPr>
        </p:nvSpPr>
        <p:spPr/>
        <p:txBody>
          <a:bodyPr>
            <a:normAutofit/>
          </a:bodyPr>
          <a:lstStyle/>
          <a:p>
            <a:r>
              <a:rPr lang="en-US" noProof="0" dirty="0"/>
              <a:t>Scrub / Data Wrangling </a:t>
            </a:r>
            <a:r>
              <a:rPr lang="en-US" sz="2400" noProof="0" dirty="0"/>
              <a:t>(once you got data….)</a:t>
            </a:r>
            <a:endParaRPr lang="en-US" noProof="0" dirty="0"/>
          </a:p>
        </p:txBody>
      </p:sp>
      <p:sp>
        <p:nvSpPr>
          <p:cNvPr id="3" name="Content Placeholder 2">
            <a:extLst>
              <a:ext uri="{FF2B5EF4-FFF2-40B4-BE49-F238E27FC236}">
                <a16:creationId xmlns:a16="http://schemas.microsoft.com/office/drawing/2014/main" id="{1867AD53-73FA-6056-6BAA-3FFAEEB5ACD7}"/>
              </a:ext>
            </a:extLst>
          </p:cNvPr>
          <p:cNvSpPr>
            <a:spLocks noGrp="1"/>
          </p:cNvSpPr>
          <p:nvPr>
            <p:ph idx="1"/>
          </p:nvPr>
        </p:nvSpPr>
        <p:spPr>
          <a:xfrm>
            <a:off x="582706" y="1550893"/>
            <a:ext cx="11609293" cy="4941981"/>
          </a:xfrm>
        </p:spPr>
        <p:txBody>
          <a:bodyPr/>
          <a:lstStyle/>
          <a:p>
            <a:r>
              <a:rPr lang="en-US" noProof="0" dirty="0"/>
              <a:t>Steps during scrub</a:t>
            </a:r>
          </a:p>
          <a:p>
            <a:pPr lvl="1"/>
            <a:r>
              <a:rPr lang="en-US" b="1" noProof="0" dirty="0"/>
              <a:t>Inspect the dataset: </a:t>
            </a:r>
            <a:r>
              <a:rPr lang="en-US" noProof="0" dirty="0"/>
              <a:t>shape, info(), head() </a:t>
            </a:r>
          </a:p>
          <a:p>
            <a:pPr lvl="1"/>
            <a:r>
              <a:rPr lang="en-US" b="1" noProof="0" dirty="0"/>
              <a:t>Handle missing values: </a:t>
            </a:r>
            <a:r>
              <a:rPr lang="en-US" noProof="0" dirty="0"/>
              <a:t>remove, fill, or impute</a:t>
            </a:r>
          </a:p>
          <a:p>
            <a:pPr lvl="1"/>
            <a:r>
              <a:rPr lang="en-US" b="1" noProof="0" dirty="0"/>
              <a:t>Remove duplicates &amp; inconsistencies: </a:t>
            </a:r>
            <a:r>
              <a:rPr lang="en-US" noProof="0" dirty="0"/>
              <a:t>e.g., inconsistent spellings, wrong datatypes</a:t>
            </a:r>
          </a:p>
          <a:p>
            <a:pPr lvl="1"/>
            <a:r>
              <a:rPr lang="en-US" b="1" noProof="0" dirty="0"/>
              <a:t>Detect &amp; treat outliers: </a:t>
            </a:r>
            <a:r>
              <a:rPr lang="en-US" noProof="0" dirty="0"/>
              <a:t>using statistical or visual methods (boxplot, z-score)</a:t>
            </a:r>
          </a:p>
          <a:p>
            <a:pPr lvl="1"/>
            <a:r>
              <a:rPr lang="en-US" b="1" noProof="0" dirty="0"/>
              <a:t>Transform data:</a:t>
            </a:r>
          </a:p>
          <a:p>
            <a:pPr lvl="2"/>
            <a:r>
              <a:rPr lang="en-US" noProof="0" dirty="0"/>
              <a:t>Normalize / standardize numeric columns.</a:t>
            </a:r>
          </a:p>
          <a:p>
            <a:pPr lvl="2"/>
            <a:r>
              <a:rPr lang="en-US" noProof="0" dirty="0"/>
              <a:t>Encode categorical variables (one-hot, label encoding)</a:t>
            </a:r>
          </a:p>
          <a:p>
            <a:pPr lvl="2"/>
            <a:r>
              <a:rPr lang="en-US" noProof="0" dirty="0"/>
              <a:t>Rename columns / fix datatypes for clarity</a:t>
            </a:r>
          </a:p>
        </p:txBody>
      </p:sp>
      <p:sp>
        <p:nvSpPr>
          <p:cNvPr id="4" name="Slide Number Placeholder 3">
            <a:extLst>
              <a:ext uri="{FF2B5EF4-FFF2-40B4-BE49-F238E27FC236}">
                <a16:creationId xmlns:a16="http://schemas.microsoft.com/office/drawing/2014/main" id="{E65D3492-2A3E-854A-E5B8-DAC23056B51C}"/>
              </a:ext>
            </a:extLst>
          </p:cNvPr>
          <p:cNvSpPr>
            <a:spLocks noGrp="1"/>
          </p:cNvSpPr>
          <p:nvPr>
            <p:ph type="sldNum" sz="quarter" idx="12"/>
          </p:nvPr>
        </p:nvSpPr>
        <p:spPr/>
        <p:txBody>
          <a:bodyPr/>
          <a:lstStyle/>
          <a:p>
            <a:fld id="{FE1B3154-47D9-4402-8EDB-E791933DC0B9}" type="slidenum">
              <a:rPr lang="nl-BE" smtClean="0"/>
              <a:pPr/>
              <a:t>5</a:t>
            </a:fld>
            <a:endParaRPr lang="nl-BE"/>
          </a:p>
        </p:txBody>
      </p:sp>
    </p:spTree>
    <p:extLst>
      <p:ext uri="{BB962C8B-B14F-4D97-AF65-F5344CB8AC3E}">
        <p14:creationId xmlns:p14="http://schemas.microsoft.com/office/powerpoint/2010/main" val="1952035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FA6AD-DE76-FBEB-0BED-265CF6E6A4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A9A986-9AB1-1D40-1476-DF63F0E54AED}"/>
              </a:ext>
            </a:extLst>
          </p:cNvPr>
          <p:cNvSpPr>
            <a:spLocks noGrp="1"/>
          </p:cNvSpPr>
          <p:nvPr>
            <p:ph type="title"/>
          </p:nvPr>
        </p:nvSpPr>
        <p:spPr/>
        <p:txBody>
          <a:bodyPr>
            <a:normAutofit/>
          </a:bodyPr>
          <a:lstStyle/>
          <a:p>
            <a:r>
              <a:rPr lang="en-US" noProof="0" dirty="0"/>
              <a:t>Explore &amp; Discover (EDA)</a:t>
            </a:r>
          </a:p>
        </p:txBody>
      </p:sp>
      <p:sp>
        <p:nvSpPr>
          <p:cNvPr id="3" name="Content Placeholder 2">
            <a:extLst>
              <a:ext uri="{FF2B5EF4-FFF2-40B4-BE49-F238E27FC236}">
                <a16:creationId xmlns:a16="http://schemas.microsoft.com/office/drawing/2014/main" id="{F370E5A6-CB7B-0536-4370-145930E608F4}"/>
              </a:ext>
            </a:extLst>
          </p:cNvPr>
          <p:cNvSpPr>
            <a:spLocks noGrp="1"/>
          </p:cNvSpPr>
          <p:nvPr>
            <p:ph idx="1"/>
          </p:nvPr>
        </p:nvSpPr>
        <p:spPr>
          <a:xfrm>
            <a:off x="582706" y="1550894"/>
            <a:ext cx="11609293" cy="3184392"/>
          </a:xfrm>
        </p:spPr>
        <p:txBody>
          <a:bodyPr>
            <a:normAutofit/>
          </a:bodyPr>
          <a:lstStyle/>
          <a:p>
            <a:r>
              <a:rPr lang="en-US" noProof="0" dirty="0"/>
              <a:t>“A first look at the data”</a:t>
            </a:r>
          </a:p>
          <a:p>
            <a:pPr marL="0" indent="0">
              <a:buNone/>
            </a:pPr>
            <a:endParaRPr lang="en-US" b="1" noProof="0" dirty="0"/>
          </a:p>
          <a:p>
            <a:r>
              <a:rPr lang="en-US" b="1" noProof="0" dirty="0"/>
              <a:t>Exploratory Data Analysis </a:t>
            </a:r>
            <a:r>
              <a:rPr lang="en-US" noProof="0" dirty="0"/>
              <a:t>helps you understand:</a:t>
            </a:r>
          </a:p>
          <a:p>
            <a:pPr lvl="1"/>
            <a:r>
              <a:rPr lang="en-US" noProof="0" dirty="0"/>
              <a:t>Patterns, relationships, and distributions in the data </a:t>
            </a:r>
          </a:p>
          <a:p>
            <a:pPr lvl="1"/>
            <a:r>
              <a:rPr lang="en-US" b="1" u="sng" noProof="0" dirty="0"/>
              <a:t>Before</a:t>
            </a:r>
            <a:r>
              <a:rPr lang="en-US" noProof="0" dirty="0"/>
              <a:t> building models or drawing conclusions</a:t>
            </a:r>
          </a:p>
          <a:p>
            <a:r>
              <a:rPr lang="en-US" noProof="0" dirty="0"/>
              <a:t>EDA turns cleaned data into actionable </a:t>
            </a:r>
            <a:r>
              <a:rPr lang="en-US" b="1" noProof="0" dirty="0"/>
              <a:t>insights</a:t>
            </a:r>
          </a:p>
        </p:txBody>
      </p:sp>
      <p:sp>
        <p:nvSpPr>
          <p:cNvPr id="4" name="Slide Number Placeholder 3">
            <a:extLst>
              <a:ext uri="{FF2B5EF4-FFF2-40B4-BE49-F238E27FC236}">
                <a16:creationId xmlns:a16="http://schemas.microsoft.com/office/drawing/2014/main" id="{11BC2B44-21B2-3E61-0EC4-52B2CEF6AA7A}"/>
              </a:ext>
            </a:extLst>
          </p:cNvPr>
          <p:cNvSpPr>
            <a:spLocks noGrp="1"/>
          </p:cNvSpPr>
          <p:nvPr>
            <p:ph type="sldNum" sz="quarter" idx="12"/>
          </p:nvPr>
        </p:nvSpPr>
        <p:spPr/>
        <p:txBody>
          <a:bodyPr/>
          <a:lstStyle/>
          <a:p>
            <a:fld id="{FE1B3154-47D9-4402-8EDB-E791933DC0B9}" type="slidenum">
              <a:rPr lang="nl-BE" smtClean="0"/>
              <a:pPr/>
              <a:t>6</a:t>
            </a:fld>
            <a:endParaRPr lang="nl-BE"/>
          </a:p>
        </p:txBody>
      </p:sp>
      <p:pic>
        <p:nvPicPr>
          <p:cNvPr id="3074" name="Picture 2">
            <a:extLst>
              <a:ext uri="{FF2B5EF4-FFF2-40B4-BE49-F238E27FC236}">
                <a16:creationId xmlns:a16="http://schemas.microsoft.com/office/drawing/2014/main" id="{0A23F5B5-0D73-CB2A-8E99-E36001C8AB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4687" y="4509416"/>
            <a:ext cx="3402626" cy="22120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7003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B8864-B036-59E9-8F89-4D680945ED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0888E7-734F-ACFC-9234-43C7A733B0C4}"/>
              </a:ext>
            </a:extLst>
          </p:cNvPr>
          <p:cNvSpPr>
            <a:spLocks noGrp="1"/>
          </p:cNvSpPr>
          <p:nvPr>
            <p:ph type="title"/>
          </p:nvPr>
        </p:nvSpPr>
        <p:spPr/>
        <p:txBody>
          <a:bodyPr>
            <a:normAutofit/>
          </a:bodyPr>
          <a:lstStyle/>
          <a:p>
            <a:r>
              <a:rPr lang="en-US" noProof="0" dirty="0"/>
              <a:t>What does an EDA include?</a:t>
            </a:r>
          </a:p>
        </p:txBody>
      </p:sp>
      <p:sp>
        <p:nvSpPr>
          <p:cNvPr id="3" name="Content Placeholder 2">
            <a:extLst>
              <a:ext uri="{FF2B5EF4-FFF2-40B4-BE49-F238E27FC236}">
                <a16:creationId xmlns:a16="http://schemas.microsoft.com/office/drawing/2014/main" id="{B85F3D04-BF5E-F94D-80D9-F223207A877C}"/>
              </a:ext>
            </a:extLst>
          </p:cNvPr>
          <p:cNvSpPr>
            <a:spLocks noGrp="1"/>
          </p:cNvSpPr>
          <p:nvPr>
            <p:ph idx="1"/>
          </p:nvPr>
        </p:nvSpPr>
        <p:spPr>
          <a:xfrm>
            <a:off x="582706" y="1550893"/>
            <a:ext cx="10205037" cy="5034963"/>
          </a:xfrm>
        </p:spPr>
        <p:txBody>
          <a:bodyPr>
            <a:normAutofit lnSpcReduction="10000"/>
          </a:bodyPr>
          <a:lstStyle/>
          <a:p>
            <a:r>
              <a:rPr lang="en-US" noProof="0" dirty="0"/>
              <a:t>Possible components of an EDA</a:t>
            </a:r>
          </a:p>
          <a:p>
            <a:pPr lvl="1"/>
            <a:r>
              <a:rPr lang="en-US" noProof="0" dirty="0"/>
              <a:t>Descriptive statistics</a:t>
            </a:r>
          </a:p>
          <a:p>
            <a:pPr lvl="1"/>
            <a:r>
              <a:rPr lang="en-US" noProof="0" dirty="0"/>
              <a:t>Univariate exploration </a:t>
            </a:r>
          </a:p>
          <a:p>
            <a:pPr lvl="1"/>
            <a:r>
              <a:rPr lang="en-US" noProof="0" dirty="0"/>
              <a:t>Bivariate / multivariate analysis </a:t>
            </a:r>
          </a:p>
          <a:p>
            <a:pPr lvl="1"/>
            <a:r>
              <a:rPr lang="en-US" noProof="0" dirty="0"/>
              <a:t>Time trends </a:t>
            </a:r>
          </a:p>
          <a:p>
            <a:pPr lvl="1"/>
            <a:r>
              <a:rPr lang="en-US" noProof="0" dirty="0"/>
              <a:t>Data quality checks</a:t>
            </a:r>
          </a:p>
          <a:p>
            <a:pPr lvl="1"/>
            <a:r>
              <a:rPr lang="en-US" noProof="0" dirty="0"/>
              <a:t>Feature distributions by groups</a:t>
            </a:r>
          </a:p>
          <a:p>
            <a:pPr lvl="1"/>
            <a:r>
              <a:rPr lang="en-US" noProof="0" dirty="0"/>
              <a:t>…</a:t>
            </a:r>
          </a:p>
          <a:p>
            <a:pPr lvl="1"/>
            <a:endParaRPr lang="en-US" b="1" noProof="0" dirty="0"/>
          </a:p>
          <a:p>
            <a:r>
              <a:rPr lang="en-US" b="1" noProof="0" dirty="0"/>
              <a:t>EDA is not a fixed checklist</a:t>
            </a:r>
          </a:p>
          <a:p>
            <a:pPr lvl="1"/>
            <a:r>
              <a:rPr lang="en-US" sz="2400" noProof="0" dirty="0"/>
              <a:t>You select the techniques that are most relevant for your dataset and your goal</a:t>
            </a:r>
          </a:p>
          <a:p>
            <a:pPr lvl="1"/>
            <a:r>
              <a:rPr lang="en-US" sz="2400" noProof="0" dirty="0"/>
              <a:t>Always aim for: “What can I already learn from this data?”</a:t>
            </a:r>
          </a:p>
        </p:txBody>
      </p:sp>
      <p:sp>
        <p:nvSpPr>
          <p:cNvPr id="4" name="Slide Number Placeholder 3">
            <a:extLst>
              <a:ext uri="{FF2B5EF4-FFF2-40B4-BE49-F238E27FC236}">
                <a16:creationId xmlns:a16="http://schemas.microsoft.com/office/drawing/2014/main" id="{735798B8-E5B2-5E00-42DF-65CFA7B222C7}"/>
              </a:ext>
            </a:extLst>
          </p:cNvPr>
          <p:cNvSpPr>
            <a:spLocks noGrp="1"/>
          </p:cNvSpPr>
          <p:nvPr>
            <p:ph type="sldNum" sz="quarter" idx="12"/>
          </p:nvPr>
        </p:nvSpPr>
        <p:spPr/>
        <p:txBody>
          <a:bodyPr/>
          <a:lstStyle/>
          <a:p>
            <a:fld id="{FE1B3154-47D9-4402-8EDB-E791933DC0B9}" type="slidenum">
              <a:rPr lang="nl-BE" smtClean="0"/>
              <a:pPr/>
              <a:t>7</a:t>
            </a:fld>
            <a:endParaRPr lang="nl-BE"/>
          </a:p>
        </p:txBody>
      </p:sp>
      <p:pic>
        <p:nvPicPr>
          <p:cNvPr id="4098" name="Picture 2" descr="Tool box - Free construction and tools icons">
            <a:extLst>
              <a:ext uri="{FF2B5EF4-FFF2-40B4-BE49-F238E27FC236}">
                <a16:creationId xmlns:a16="http://schemas.microsoft.com/office/drawing/2014/main" id="{90963644-1D22-52CF-F36B-8507B11CF9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94914" y="1635145"/>
            <a:ext cx="3058886" cy="3058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9557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CC6E4-294F-22BE-48D5-D0474D33BF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E55958-F498-B7EA-AAC0-B520DDFB0A5D}"/>
              </a:ext>
            </a:extLst>
          </p:cNvPr>
          <p:cNvSpPr>
            <a:spLocks noGrp="1"/>
          </p:cNvSpPr>
          <p:nvPr>
            <p:ph type="title"/>
          </p:nvPr>
        </p:nvSpPr>
        <p:spPr/>
        <p:txBody>
          <a:bodyPr>
            <a:normAutofit/>
          </a:bodyPr>
          <a:lstStyle/>
          <a:p>
            <a:r>
              <a:rPr lang="en-US" noProof="0" dirty="0"/>
              <a:t>What does an EDA include?</a:t>
            </a:r>
          </a:p>
        </p:txBody>
      </p:sp>
      <p:sp>
        <p:nvSpPr>
          <p:cNvPr id="3" name="Content Placeholder 2">
            <a:extLst>
              <a:ext uri="{FF2B5EF4-FFF2-40B4-BE49-F238E27FC236}">
                <a16:creationId xmlns:a16="http://schemas.microsoft.com/office/drawing/2014/main" id="{4AF1E04A-A4B2-062D-8AA7-D12293AD81DB}"/>
              </a:ext>
            </a:extLst>
          </p:cNvPr>
          <p:cNvSpPr>
            <a:spLocks noGrp="1"/>
          </p:cNvSpPr>
          <p:nvPr>
            <p:ph idx="1"/>
          </p:nvPr>
        </p:nvSpPr>
        <p:spPr>
          <a:xfrm>
            <a:off x="582706" y="1550893"/>
            <a:ext cx="11609293" cy="5170582"/>
          </a:xfrm>
        </p:spPr>
        <p:txBody>
          <a:bodyPr>
            <a:normAutofit fontScale="85000" lnSpcReduction="20000"/>
          </a:bodyPr>
          <a:lstStyle/>
          <a:p>
            <a:r>
              <a:rPr lang="en-US" b="1" noProof="0" dirty="0"/>
              <a:t>Descriptive statistics</a:t>
            </a:r>
          </a:p>
          <a:p>
            <a:pPr lvl="1"/>
            <a:r>
              <a:rPr lang="en-US" noProof="0" dirty="0"/>
              <a:t>Central tendency → what is a “typical” value in the data? (e.g., average, median)</a:t>
            </a:r>
          </a:p>
          <a:p>
            <a:pPr lvl="1"/>
            <a:r>
              <a:rPr lang="en-US" noProof="0" dirty="0"/>
              <a:t>Spread/variability → how much do the values differ from each other? (e.g., wide vs narrow distribution)</a:t>
            </a:r>
          </a:p>
          <a:p>
            <a:pPr lvl="1"/>
            <a:r>
              <a:rPr lang="en-US" noProof="0" dirty="0"/>
              <a:t>Shape of distribution → is the data symmetric, skewed, or multi-peaked?</a:t>
            </a:r>
          </a:p>
          <a:p>
            <a:pPr lvl="1"/>
            <a:r>
              <a:rPr lang="en-US" noProof="0" dirty="0"/>
              <a:t>Unusual values → spotting anomalies or outliers that might distort the analysis</a:t>
            </a:r>
          </a:p>
          <a:p>
            <a:r>
              <a:rPr lang="en-US" b="1" noProof="0" dirty="0"/>
              <a:t>Univariate analysis (single variable)</a:t>
            </a:r>
          </a:p>
          <a:p>
            <a:pPr lvl="1"/>
            <a:r>
              <a:rPr lang="en-US" noProof="0" dirty="0"/>
              <a:t>Numeric: histogram, boxplot, violin plot</a:t>
            </a:r>
          </a:p>
          <a:p>
            <a:pPr lvl="1"/>
            <a:r>
              <a:rPr lang="en-US" noProof="0" dirty="0"/>
              <a:t>Categorical: bar plot, value counts</a:t>
            </a:r>
          </a:p>
          <a:p>
            <a:r>
              <a:rPr lang="en-US" b="1" noProof="0" dirty="0"/>
              <a:t>Bivariate / multivariate analysis</a:t>
            </a:r>
          </a:p>
          <a:p>
            <a:pPr lvl="1"/>
            <a:r>
              <a:rPr lang="en-US" noProof="0" dirty="0"/>
              <a:t>Numeric vs numeric: scatterplot, correlation heatmap</a:t>
            </a:r>
          </a:p>
          <a:p>
            <a:pPr lvl="1"/>
            <a:r>
              <a:rPr lang="en-US" noProof="0" dirty="0"/>
              <a:t>Numeric vs categorical: boxplot, violin plot</a:t>
            </a:r>
          </a:p>
          <a:p>
            <a:pPr lvl="1"/>
            <a:r>
              <a:rPr lang="en-US" noProof="0" dirty="0"/>
              <a:t>Multivariate: pair plot, clustering patterns</a:t>
            </a:r>
          </a:p>
          <a:p>
            <a:r>
              <a:rPr lang="en-US" b="1" noProof="0" dirty="0"/>
              <a:t>Time series / trends</a:t>
            </a:r>
          </a:p>
          <a:p>
            <a:pPr lvl="1"/>
            <a:r>
              <a:rPr lang="en-US" noProof="0" dirty="0"/>
              <a:t>Line plots, moving averages, seasonal trends</a:t>
            </a:r>
          </a:p>
        </p:txBody>
      </p:sp>
      <p:sp>
        <p:nvSpPr>
          <p:cNvPr id="4" name="Slide Number Placeholder 3">
            <a:extLst>
              <a:ext uri="{FF2B5EF4-FFF2-40B4-BE49-F238E27FC236}">
                <a16:creationId xmlns:a16="http://schemas.microsoft.com/office/drawing/2014/main" id="{CDD079E8-2856-3ACF-429C-FD517230A90E}"/>
              </a:ext>
            </a:extLst>
          </p:cNvPr>
          <p:cNvSpPr>
            <a:spLocks noGrp="1"/>
          </p:cNvSpPr>
          <p:nvPr>
            <p:ph type="sldNum" sz="quarter" idx="12"/>
          </p:nvPr>
        </p:nvSpPr>
        <p:spPr/>
        <p:txBody>
          <a:bodyPr/>
          <a:lstStyle/>
          <a:p>
            <a:fld id="{FE1B3154-47D9-4402-8EDB-E791933DC0B9}" type="slidenum">
              <a:rPr lang="nl-BE" smtClean="0"/>
              <a:pPr/>
              <a:t>8</a:t>
            </a:fld>
            <a:endParaRPr lang="nl-BE"/>
          </a:p>
        </p:txBody>
      </p:sp>
    </p:spTree>
    <p:extLst>
      <p:ext uri="{BB962C8B-B14F-4D97-AF65-F5344CB8AC3E}">
        <p14:creationId xmlns:p14="http://schemas.microsoft.com/office/powerpoint/2010/main" val="2767254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CAE56-9776-DB28-948B-0DC52BE63DAB}"/>
              </a:ext>
            </a:extLst>
          </p:cNvPr>
          <p:cNvSpPr>
            <a:spLocks noGrp="1"/>
          </p:cNvSpPr>
          <p:nvPr>
            <p:ph type="title"/>
          </p:nvPr>
        </p:nvSpPr>
        <p:spPr/>
        <p:txBody>
          <a:bodyPr/>
          <a:lstStyle/>
          <a:p>
            <a:r>
              <a:rPr lang="en-US" noProof="0" dirty="0"/>
              <a:t>Interpret &amp; Communicate</a:t>
            </a:r>
          </a:p>
        </p:txBody>
      </p:sp>
      <p:sp>
        <p:nvSpPr>
          <p:cNvPr id="3" name="Content Placeholder 2">
            <a:extLst>
              <a:ext uri="{FF2B5EF4-FFF2-40B4-BE49-F238E27FC236}">
                <a16:creationId xmlns:a16="http://schemas.microsoft.com/office/drawing/2014/main" id="{E7552485-8721-5186-5388-3901933793FE}"/>
              </a:ext>
            </a:extLst>
          </p:cNvPr>
          <p:cNvSpPr>
            <a:spLocks noGrp="1"/>
          </p:cNvSpPr>
          <p:nvPr>
            <p:ph idx="1"/>
          </p:nvPr>
        </p:nvSpPr>
        <p:spPr>
          <a:xfrm>
            <a:off x="582705" y="1550894"/>
            <a:ext cx="11609295" cy="4626069"/>
          </a:xfrm>
        </p:spPr>
        <p:txBody>
          <a:bodyPr/>
          <a:lstStyle/>
          <a:p>
            <a:r>
              <a:rPr lang="en-US" noProof="0" dirty="0"/>
              <a:t>Data and graphs alone are not enough </a:t>
            </a:r>
          </a:p>
          <a:p>
            <a:pPr marL="457200" lvl="1" indent="0">
              <a:buNone/>
            </a:pPr>
            <a:r>
              <a:rPr lang="en-US" noProof="0" dirty="0">
                <a:sym typeface="Wingdings" panose="05000000000000000000" pitchFamily="2" charset="2"/>
              </a:rPr>
              <a:t>  </a:t>
            </a:r>
            <a:r>
              <a:rPr lang="en-US" noProof="0" dirty="0"/>
              <a:t>The real value lies in the story you tell</a:t>
            </a:r>
          </a:p>
          <a:p>
            <a:r>
              <a:rPr lang="en-US" noProof="0" dirty="0"/>
              <a:t>Managers/clients need clear insights and recommendations </a:t>
            </a:r>
            <a:r>
              <a:rPr lang="en-US" sz="2400" noProof="0" dirty="0"/>
              <a:t>(not raw numbers)</a:t>
            </a:r>
          </a:p>
          <a:p>
            <a:endParaRPr lang="en-US" sz="2400" noProof="0" dirty="0"/>
          </a:p>
          <a:p>
            <a:r>
              <a:rPr lang="en-US" noProof="0" dirty="0"/>
              <a:t>Goal</a:t>
            </a:r>
          </a:p>
          <a:p>
            <a:pPr lvl="1"/>
            <a:r>
              <a:rPr lang="en-US" noProof="0" dirty="0"/>
              <a:t>Turn technical findings into actionable business insights</a:t>
            </a:r>
          </a:p>
          <a:p>
            <a:pPr lvl="1"/>
            <a:r>
              <a:rPr lang="en-US" noProof="0" dirty="0"/>
              <a:t>Communicate so that non-technical audiences understand</a:t>
            </a:r>
          </a:p>
        </p:txBody>
      </p:sp>
      <p:sp>
        <p:nvSpPr>
          <p:cNvPr id="4" name="Slide Number Placeholder 3">
            <a:extLst>
              <a:ext uri="{FF2B5EF4-FFF2-40B4-BE49-F238E27FC236}">
                <a16:creationId xmlns:a16="http://schemas.microsoft.com/office/drawing/2014/main" id="{E81DDB3B-BE55-2123-55E9-41A67C2BE471}"/>
              </a:ext>
            </a:extLst>
          </p:cNvPr>
          <p:cNvSpPr>
            <a:spLocks noGrp="1"/>
          </p:cNvSpPr>
          <p:nvPr>
            <p:ph type="sldNum" sz="quarter" idx="12"/>
          </p:nvPr>
        </p:nvSpPr>
        <p:spPr/>
        <p:txBody>
          <a:bodyPr/>
          <a:lstStyle/>
          <a:p>
            <a:fld id="{FE1B3154-47D9-4402-8EDB-E791933DC0B9}" type="slidenum">
              <a:rPr lang="nl-BE" smtClean="0"/>
              <a:pPr/>
              <a:t>9</a:t>
            </a:fld>
            <a:endParaRPr lang="nl-BE"/>
          </a:p>
        </p:txBody>
      </p:sp>
    </p:spTree>
    <p:extLst>
      <p:ext uri="{BB962C8B-B14F-4D97-AF65-F5344CB8AC3E}">
        <p14:creationId xmlns:p14="http://schemas.microsoft.com/office/powerpoint/2010/main" val="1677667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8BBE6-E3AF-F1F1-AF8D-C3817EAEC4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8919E5-A636-0772-B379-5706A09D1A82}"/>
              </a:ext>
            </a:extLst>
          </p:cNvPr>
          <p:cNvSpPr>
            <a:spLocks noGrp="1"/>
          </p:cNvSpPr>
          <p:nvPr>
            <p:ph type="title"/>
          </p:nvPr>
        </p:nvSpPr>
        <p:spPr/>
        <p:txBody>
          <a:bodyPr/>
          <a:lstStyle/>
          <a:p>
            <a:r>
              <a:rPr lang="en-US" noProof="0"/>
              <a:t>Interpret </a:t>
            </a:r>
            <a:r>
              <a:rPr lang="en-US" noProof="0" dirty="0"/>
              <a:t>&amp; Communicate</a:t>
            </a:r>
          </a:p>
        </p:txBody>
      </p:sp>
      <p:sp>
        <p:nvSpPr>
          <p:cNvPr id="3" name="Content Placeholder 2">
            <a:extLst>
              <a:ext uri="{FF2B5EF4-FFF2-40B4-BE49-F238E27FC236}">
                <a16:creationId xmlns:a16="http://schemas.microsoft.com/office/drawing/2014/main" id="{F2D62EEA-D250-598B-E50D-28E474017D9F}"/>
              </a:ext>
            </a:extLst>
          </p:cNvPr>
          <p:cNvSpPr>
            <a:spLocks noGrp="1"/>
          </p:cNvSpPr>
          <p:nvPr>
            <p:ph idx="1"/>
          </p:nvPr>
        </p:nvSpPr>
        <p:spPr>
          <a:xfrm>
            <a:off x="582705" y="1550894"/>
            <a:ext cx="11609295" cy="4941981"/>
          </a:xfrm>
        </p:spPr>
        <p:txBody>
          <a:bodyPr>
            <a:normAutofit/>
          </a:bodyPr>
          <a:lstStyle/>
          <a:p>
            <a:r>
              <a:rPr lang="en-US" noProof="0" dirty="0"/>
              <a:t>Translate results into plain language</a:t>
            </a:r>
          </a:p>
          <a:p>
            <a:pPr lvl="1"/>
            <a:r>
              <a:rPr lang="en-US" noProof="0" dirty="0"/>
              <a:t>What does the average, trend, or correlation actually mean?</a:t>
            </a:r>
          </a:p>
          <a:p>
            <a:r>
              <a:rPr lang="en-US" noProof="0" dirty="0"/>
              <a:t>Identify limitations</a:t>
            </a:r>
          </a:p>
          <a:p>
            <a:pPr lvl="1"/>
            <a:r>
              <a:rPr lang="en-US" noProof="0" dirty="0"/>
              <a:t>Correlation ≠ causation, small sample sizes, data quality issues</a:t>
            </a:r>
          </a:p>
          <a:p>
            <a:r>
              <a:rPr lang="en-US" noProof="0" dirty="0"/>
              <a:t>Choose the right visualization for the message</a:t>
            </a:r>
          </a:p>
          <a:p>
            <a:pPr lvl="1"/>
            <a:r>
              <a:rPr lang="en-US" noProof="0" dirty="0"/>
              <a:t>Highlight patterns, avoid clutter</a:t>
            </a:r>
          </a:p>
          <a:p>
            <a:r>
              <a:rPr lang="en-US" noProof="0" dirty="0"/>
              <a:t>Communicate concisely</a:t>
            </a:r>
          </a:p>
          <a:p>
            <a:pPr lvl="1"/>
            <a:r>
              <a:rPr lang="en-US" noProof="0" dirty="0"/>
              <a:t>Focus on what matters for the decision-maker</a:t>
            </a:r>
          </a:p>
          <a:p>
            <a:r>
              <a:rPr lang="en-US" noProof="0" dirty="0"/>
              <a:t>End with recommendations</a:t>
            </a:r>
          </a:p>
          <a:p>
            <a:pPr lvl="1"/>
            <a:r>
              <a:rPr lang="en-US" noProof="0" dirty="0"/>
              <a:t>What action should be taken based on these insights?</a:t>
            </a:r>
          </a:p>
        </p:txBody>
      </p:sp>
      <p:sp>
        <p:nvSpPr>
          <p:cNvPr id="4" name="Slide Number Placeholder 3">
            <a:extLst>
              <a:ext uri="{FF2B5EF4-FFF2-40B4-BE49-F238E27FC236}">
                <a16:creationId xmlns:a16="http://schemas.microsoft.com/office/drawing/2014/main" id="{DAFE51C8-DF64-C804-2879-DCEE05F0D464}"/>
              </a:ext>
            </a:extLst>
          </p:cNvPr>
          <p:cNvSpPr>
            <a:spLocks noGrp="1"/>
          </p:cNvSpPr>
          <p:nvPr>
            <p:ph type="sldNum" sz="quarter" idx="12"/>
          </p:nvPr>
        </p:nvSpPr>
        <p:spPr/>
        <p:txBody>
          <a:bodyPr/>
          <a:lstStyle/>
          <a:p>
            <a:fld id="{FE1B3154-47D9-4402-8EDB-E791933DC0B9}" type="slidenum">
              <a:rPr lang="nl-BE" smtClean="0"/>
              <a:pPr/>
              <a:t>10</a:t>
            </a:fld>
            <a:endParaRPr lang="nl-BE"/>
          </a:p>
        </p:txBody>
      </p:sp>
    </p:spTree>
    <p:extLst>
      <p:ext uri="{BB962C8B-B14F-4D97-AF65-F5344CB8AC3E}">
        <p14:creationId xmlns:p14="http://schemas.microsoft.com/office/powerpoint/2010/main" val="2847329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8AD30-5CC1-9027-5AF9-97EF6835DB74}"/>
              </a:ext>
            </a:extLst>
          </p:cNvPr>
          <p:cNvSpPr>
            <a:spLocks noGrp="1"/>
          </p:cNvSpPr>
          <p:nvPr>
            <p:ph type="title"/>
          </p:nvPr>
        </p:nvSpPr>
        <p:spPr/>
        <p:txBody>
          <a:bodyPr/>
          <a:lstStyle/>
          <a:p>
            <a:r>
              <a:rPr lang="en-US" noProof="0" dirty="0"/>
              <a:t>Key elements</a:t>
            </a:r>
          </a:p>
        </p:txBody>
      </p:sp>
      <p:sp>
        <p:nvSpPr>
          <p:cNvPr id="3" name="Content Placeholder 2">
            <a:extLst>
              <a:ext uri="{FF2B5EF4-FFF2-40B4-BE49-F238E27FC236}">
                <a16:creationId xmlns:a16="http://schemas.microsoft.com/office/drawing/2014/main" id="{EE69ACB7-9F60-9CCA-E6B1-621E16C4CACA}"/>
              </a:ext>
            </a:extLst>
          </p:cNvPr>
          <p:cNvSpPr>
            <a:spLocks noGrp="1"/>
          </p:cNvSpPr>
          <p:nvPr>
            <p:ph idx="1"/>
          </p:nvPr>
        </p:nvSpPr>
        <p:spPr>
          <a:xfrm>
            <a:off x="582705" y="1550894"/>
            <a:ext cx="11291048" cy="5034963"/>
          </a:xfrm>
        </p:spPr>
        <p:txBody>
          <a:bodyPr>
            <a:normAutofit fontScale="85000" lnSpcReduction="20000"/>
          </a:bodyPr>
          <a:lstStyle/>
          <a:p>
            <a:r>
              <a:rPr lang="en-US" noProof="0" dirty="0"/>
              <a:t>From numbers to insights</a:t>
            </a:r>
          </a:p>
          <a:p>
            <a:pPr lvl="1"/>
            <a:r>
              <a:rPr lang="en-US" noProof="0" dirty="0"/>
              <a:t>What does a median, a correlation, or a cluster actually mean?</a:t>
            </a:r>
          </a:p>
          <a:p>
            <a:r>
              <a:rPr lang="en-US" noProof="0" dirty="0"/>
              <a:t>Limitations &amp; pitfalls</a:t>
            </a:r>
          </a:p>
          <a:p>
            <a:pPr lvl="1"/>
            <a:r>
              <a:rPr lang="en-US" noProof="0" dirty="0"/>
              <a:t>Correlation ≠ causation</a:t>
            </a:r>
          </a:p>
          <a:p>
            <a:pPr lvl="1"/>
            <a:r>
              <a:rPr lang="en-US" noProof="0" dirty="0"/>
              <a:t>Small samples</a:t>
            </a:r>
          </a:p>
          <a:p>
            <a:pPr lvl="1"/>
            <a:r>
              <a:rPr lang="en-US" noProof="0" dirty="0"/>
              <a:t>Bias in data </a:t>
            </a:r>
          </a:p>
          <a:p>
            <a:pPr lvl="1"/>
            <a:r>
              <a:rPr lang="en-US" noProof="0" dirty="0"/>
              <a:t>Avoid overinterpretation</a:t>
            </a:r>
          </a:p>
          <a:p>
            <a:r>
              <a:rPr lang="en-US" noProof="0" dirty="0"/>
              <a:t>Translate results into plain language</a:t>
            </a:r>
          </a:p>
          <a:p>
            <a:pPr lvl="1"/>
            <a:r>
              <a:rPr lang="en-US" noProof="0" dirty="0"/>
              <a:t>Use simple words, avoid jargon</a:t>
            </a:r>
          </a:p>
          <a:p>
            <a:r>
              <a:rPr lang="en-US" noProof="0" dirty="0"/>
              <a:t>Visual storytelling</a:t>
            </a:r>
          </a:p>
          <a:p>
            <a:pPr lvl="1"/>
            <a:r>
              <a:rPr lang="en-US" noProof="0" dirty="0"/>
              <a:t>Pick the right chart for the right message</a:t>
            </a:r>
          </a:p>
          <a:p>
            <a:r>
              <a:rPr lang="en-US" noProof="0" dirty="0"/>
              <a:t>Reporting to your manager</a:t>
            </a:r>
          </a:p>
          <a:p>
            <a:pPr lvl="1"/>
            <a:r>
              <a:rPr lang="en-US" noProof="0" dirty="0"/>
              <a:t>Focus on the one thing they must remember</a:t>
            </a:r>
          </a:p>
          <a:p>
            <a:pPr lvl="1"/>
            <a:r>
              <a:rPr lang="en-US" noProof="0" dirty="0"/>
              <a:t>Keep it short: an executive summary</a:t>
            </a:r>
          </a:p>
        </p:txBody>
      </p:sp>
      <p:sp>
        <p:nvSpPr>
          <p:cNvPr id="4" name="Slide Number Placeholder 3">
            <a:extLst>
              <a:ext uri="{FF2B5EF4-FFF2-40B4-BE49-F238E27FC236}">
                <a16:creationId xmlns:a16="http://schemas.microsoft.com/office/drawing/2014/main" id="{2092217A-CC1B-743A-57D2-7E54F24FF4F4}"/>
              </a:ext>
            </a:extLst>
          </p:cNvPr>
          <p:cNvSpPr>
            <a:spLocks noGrp="1"/>
          </p:cNvSpPr>
          <p:nvPr>
            <p:ph type="sldNum" sz="quarter" idx="12"/>
          </p:nvPr>
        </p:nvSpPr>
        <p:spPr/>
        <p:txBody>
          <a:bodyPr/>
          <a:lstStyle/>
          <a:p>
            <a:fld id="{FE1B3154-47D9-4402-8EDB-E791933DC0B9}" type="slidenum">
              <a:rPr lang="nl-BE" smtClean="0"/>
              <a:pPr/>
              <a:t>11</a:t>
            </a:fld>
            <a:endParaRPr lang="nl-BE"/>
          </a:p>
        </p:txBody>
      </p:sp>
    </p:spTree>
    <p:extLst>
      <p:ext uri="{BB962C8B-B14F-4D97-AF65-F5344CB8AC3E}">
        <p14:creationId xmlns:p14="http://schemas.microsoft.com/office/powerpoint/2010/main" val="4224918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5A5F8-4AB9-E932-CBE5-F6C35BCF82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ED137B-AB5E-A5BD-3F1A-99B6FCB4E726}"/>
              </a:ext>
            </a:extLst>
          </p:cNvPr>
          <p:cNvSpPr>
            <a:spLocks noGrp="1"/>
          </p:cNvSpPr>
          <p:nvPr>
            <p:ph type="title"/>
          </p:nvPr>
        </p:nvSpPr>
        <p:spPr/>
        <p:txBody>
          <a:bodyPr/>
          <a:lstStyle/>
          <a:p>
            <a:r>
              <a:rPr lang="en-US" noProof="0" dirty="0"/>
              <a:t>Findings vs. Conclusions</a:t>
            </a:r>
          </a:p>
        </p:txBody>
      </p:sp>
      <p:sp>
        <p:nvSpPr>
          <p:cNvPr id="3" name="Content Placeholder 2">
            <a:extLst>
              <a:ext uri="{FF2B5EF4-FFF2-40B4-BE49-F238E27FC236}">
                <a16:creationId xmlns:a16="http://schemas.microsoft.com/office/drawing/2014/main" id="{45196B10-D3B0-9C98-C856-3383AE851DB0}"/>
              </a:ext>
            </a:extLst>
          </p:cNvPr>
          <p:cNvSpPr>
            <a:spLocks noGrp="1"/>
          </p:cNvSpPr>
          <p:nvPr>
            <p:ph idx="1"/>
          </p:nvPr>
        </p:nvSpPr>
        <p:spPr>
          <a:xfrm>
            <a:off x="582705" y="1550894"/>
            <a:ext cx="9081995" cy="5024077"/>
          </a:xfrm>
        </p:spPr>
        <p:txBody>
          <a:bodyPr>
            <a:normAutofit lnSpcReduction="10000"/>
          </a:bodyPr>
          <a:lstStyle/>
          <a:p>
            <a:r>
              <a:rPr lang="en-US" noProof="0" dirty="0"/>
              <a:t>Findings = What the data shows (facts)</a:t>
            </a:r>
          </a:p>
          <a:p>
            <a:pPr lvl="1"/>
            <a:r>
              <a:rPr lang="en-US" noProof="0" dirty="0"/>
              <a:t>Factual results from the data/EDA</a:t>
            </a:r>
          </a:p>
          <a:p>
            <a:pPr lvl="2"/>
            <a:r>
              <a:rPr lang="en-US" noProof="0" dirty="0"/>
              <a:t>e.g., “Sales are 20% higher in Region A than Region B.”</a:t>
            </a:r>
          </a:p>
          <a:p>
            <a:endParaRPr lang="en-US" noProof="0" dirty="0"/>
          </a:p>
          <a:p>
            <a:r>
              <a:rPr lang="en-US" noProof="0" dirty="0"/>
              <a:t>Conclusions = What it might mean (interpretation)</a:t>
            </a:r>
          </a:p>
          <a:p>
            <a:pPr lvl="1"/>
            <a:r>
              <a:rPr lang="en-US" noProof="0" dirty="0"/>
              <a:t>Interpretation + implication for the business</a:t>
            </a:r>
          </a:p>
          <a:p>
            <a:pPr lvl="2"/>
            <a:r>
              <a:rPr lang="en-US" noProof="0" dirty="0"/>
              <a:t>e.g., “Region A is outperforming, so resources should be shifted there.”</a:t>
            </a:r>
          </a:p>
          <a:p>
            <a:pPr lvl="2"/>
            <a:endParaRPr lang="en-US" noProof="0" dirty="0"/>
          </a:p>
          <a:p>
            <a:r>
              <a:rPr lang="en-US" b="1" noProof="0" dirty="0"/>
              <a:t>Rule of thumb</a:t>
            </a:r>
            <a:r>
              <a:rPr lang="en-US" noProof="0" dirty="0"/>
              <a:t>:</a:t>
            </a:r>
          </a:p>
          <a:p>
            <a:r>
              <a:rPr lang="en-US" i="1" noProof="0" dirty="0"/>
              <a:t>Findings</a:t>
            </a:r>
            <a:r>
              <a:rPr lang="en-US" noProof="0" dirty="0"/>
              <a:t> = “what the data shows.”</a:t>
            </a:r>
          </a:p>
          <a:p>
            <a:r>
              <a:rPr lang="en-US" i="1" noProof="0" dirty="0"/>
              <a:t>Conclusions</a:t>
            </a:r>
            <a:r>
              <a:rPr lang="en-US" noProof="0" dirty="0"/>
              <a:t> = “what the decision-maker should take away.”</a:t>
            </a:r>
          </a:p>
          <a:p>
            <a:endParaRPr lang="en-US" noProof="0" dirty="0"/>
          </a:p>
        </p:txBody>
      </p:sp>
      <p:sp>
        <p:nvSpPr>
          <p:cNvPr id="4" name="Slide Number Placeholder 3">
            <a:extLst>
              <a:ext uri="{FF2B5EF4-FFF2-40B4-BE49-F238E27FC236}">
                <a16:creationId xmlns:a16="http://schemas.microsoft.com/office/drawing/2014/main" id="{B8D5E730-033B-3DFB-542B-95FB2C990A86}"/>
              </a:ext>
            </a:extLst>
          </p:cNvPr>
          <p:cNvSpPr>
            <a:spLocks noGrp="1"/>
          </p:cNvSpPr>
          <p:nvPr>
            <p:ph type="sldNum" sz="quarter" idx="12"/>
          </p:nvPr>
        </p:nvSpPr>
        <p:spPr/>
        <p:txBody>
          <a:bodyPr/>
          <a:lstStyle/>
          <a:p>
            <a:fld id="{FE1B3154-47D9-4402-8EDB-E791933DC0B9}" type="slidenum">
              <a:rPr lang="nl-BE" smtClean="0"/>
              <a:pPr/>
              <a:t>12</a:t>
            </a:fld>
            <a:endParaRPr lang="nl-BE"/>
          </a:p>
        </p:txBody>
      </p:sp>
      <p:pic>
        <p:nvPicPr>
          <p:cNvPr id="6146" name="Picture 2" descr="Scoreboard And Lower Thirds Template Sport Soccer And Football Match Team A  Vs Team B Strategy Broadcast Graphic For Presentation Score Or Game Results  Display Stock Illustration - Download Image Now - iStock">
            <a:extLst>
              <a:ext uri="{FF2B5EF4-FFF2-40B4-BE49-F238E27FC236}">
                <a16:creationId xmlns:a16="http://schemas.microsoft.com/office/drawing/2014/main" id="{D2A8A3CC-ED16-9E97-0239-58F1D7B814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38452" y="1404390"/>
            <a:ext cx="3264647" cy="183503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New form of Match of the Day to be screened on BBC One this weekend">
            <a:extLst>
              <a:ext uri="{FF2B5EF4-FFF2-40B4-BE49-F238E27FC236}">
                <a16:creationId xmlns:a16="http://schemas.microsoft.com/office/drawing/2014/main" id="{EA30D452-4CA2-6993-6FB6-4B9BB4A8D2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5981" y="3618581"/>
            <a:ext cx="3267118" cy="1835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6937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659D0-2735-63ED-895B-CB9467406F9C}"/>
              </a:ext>
            </a:extLst>
          </p:cNvPr>
          <p:cNvSpPr>
            <a:spLocks noGrp="1"/>
          </p:cNvSpPr>
          <p:nvPr>
            <p:ph type="title"/>
          </p:nvPr>
        </p:nvSpPr>
        <p:spPr/>
        <p:txBody>
          <a:bodyPr/>
          <a:lstStyle/>
          <a:p>
            <a:r>
              <a:rPr lang="en-US" noProof="0" dirty="0"/>
              <a:t>⚠️ Important</a:t>
            </a:r>
          </a:p>
        </p:txBody>
      </p:sp>
      <p:sp>
        <p:nvSpPr>
          <p:cNvPr id="3" name="Content Placeholder 2">
            <a:extLst>
              <a:ext uri="{FF2B5EF4-FFF2-40B4-BE49-F238E27FC236}">
                <a16:creationId xmlns:a16="http://schemas.microsoft.com/office/drawing/2014/main" id="{3EED317E-4B3B-07D7-2AF2-0FABB72BA8B3}"/>
              </a:ext>
            </a:extLst>
          </p:cNvPr>
          <p:cNvSpPr>
            <a:spLocks noGrp="1"/>
          </p:cNvSpPr>
          <p:nvPr>
            <p:ph idx="1"/>
          </p:nvPr>
        </p:nvSpPr>
        <p:spPr>
          <a:xfrm>
            <a:off x="582705" y="1550895"/>
            <a:ext cx="11291048" cy="3162620"/>
          </a:xfrm>
        </p:spPr>
        <p:txBody>
          <a:bodyPr>
            <a:normAutofit/>
          </a:bodyPr>
          <a:lstStyle/>
          <a:p>
            <a:r>
              <a:rPr lang="en-US" noProof="0" dirty="0"/>
              <a:t>EDA gives findings for sure </a:t>
            </a:r>
          </a:p>
          <a:p>
            <a:r>
              <a:rPr lang="en-US" noProof="0" dirty="0"/>
              <a:t>Conclusions are often </a:t>
            </a:r>
            <a:r>
              <a:rPr lang="en-US" b="1" noProof="0" dirty="0"/>
              <a:t>hypotheses</a:t>
            </a:r>
            <a:r>
              <a:rPr lang="en-US" noProof="0" dirty="0"/>
              <a:t>, not proofs ⚠️</a:t>
            </a:r>
          </a:p>
          <a:p>
            <a:r>
              <a:rPr lang="en-US" noProof="0" dirty="0"/>
              <a:t>To confirm conclusions → need models, experiments, or external context</a:t>
            </a:r>
          </a:p>
          <a:p>
            <a:endParaRPr lang="en-US" noProof="0" dirty="0"/>
          </a:p>
          <a:p>
            <a:r>
              <a:rPr lang="en-US" i="1" noProof="0" dirty="0"/>
              <a:t>EDA = safe for findings, cautious for conclusions</a:t>
            </a:r>
            <a:endParaRPr lang="en-US" noProof="0" dirty="0"/>
          </a:p>
        </p:txBody>
      </p:sp>
      <p:sp>
        <p:nvSpPr>
          <p:cNvPr id="4" name="Slide Number Placeholder 3">
            <a:extLst>
              <a:ext uri="{FF2B5EF4-FFF2-40B4-BE49-F238E27FC236}">
                <a16:creationId xmlns:a16="http://schemas.microsoft.com/office/drawing/2014/main" id="{D819F74D-A524-F6BD-18B8-C6457A13BA0B}"/>
              </a:ext>
            </a:extLst>
          </p:cNvPr>
          <p:cNvSpPr>
            <a:spLocks noGrp="1"/>
          </p:cNvSpPr>
          <p:nvPr>
            <p:ph type="sldNum" sz="quarter" idx="12"/>
          </p:nvPr>
        </p:nvSpPr>
        <p:spPr/>
        <p:txBody>
          <a:bodyPr/>
          <a:lstStyle/>
          <a:p>
            <a:fld id="{FE1B3154-47D9-4402-8EDB-E791933DC0B9}" type="slidenum">
              <a:rPr lang="nl-BE" smtClean="0"/>
              <a:pPr/>
              <a:t>13</a:t>
            </a:fld>
            <a:endParaRPr lang="nl-BE"/>
          </a:p>
        </p:txBody>
      </p:sp>
    </p:spTree>
    <p:extLst>
      <p:ext uri="{BB962C8B-B14F-4D97-AF65-F5344CB8AC3E}">
        <p14:creationId xmlns:p14="http://schemas.microsoft.com/office/powerpoint/2010/main" val="2644774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65BAD-122C-D38A-FDA9-739DE4B1DB59}"/>
              </a:ext>
            </a:extLst>
          </p:cNvPr>
          <p:cNvSpPr>
            <a:spLocks noGrp="1"/>
          </p:cNvSpPr>
          <p:nvPr>
            <p:ph type="title"/>
          </p:nvPr>
        </p:nvSpPr>
        <p:spPr/>
        <p:txBody>
          <a:bodyPr/>
          <a:lstStyle/>
          <a:p>
            <a:r>
              <a:rPr lang="en-GB" dirty="0"/>
              <a:t>From Findings to Hypotheses</a:t>
            </a:r>
          </a:p>
        </p:txBody>
      </p:sp>
      <p:sp>
        <p:nvSpPr>
          <p:cNvPr id="3" name="Content Placeholder 2">
            <a:extLst>
              <a:ext uri="{FF2B5EF4-FFF2-40B4-BE49-F238E27FC236}">
                <a16:creationId xmlns:a16="http://schemas.microsoft.com/office/drawing/2014/main" id="{7F922186-373B-5355-90D9-DF5E9DCFE38A}"/>
              </a:ext>
            </a:extLst>
          </p:cNvPr>
          <p:cNvSpPr>
            <a:spLocks noGrp="1"/>
          </p:cNvSpPr>
          <p:nvPr>
            <p:ph idx="1"/>
          </p:nvPr>
        </p:nvSpPr>
        <p:spPr>
          <a:xfrm>
            <a:off x="582705" y="1550894"/>
            <a:ext cx="11291048" cy="1955981"/>
          </a:xfrm>
        </p:spPr>
        <p:txBody>
          <a:bodyPr/>
          <a:lstStyle/>
          <a:p>
            <a:r>
              <a:rPr lang="en-US" dirty="0"/>
              <a:t>What is a hypothesis?</a:t>
            </a:r>
          </a:p>
          <a:p>
            <a:pPr lvl="1"/>
            <a:r>
              <a:rPr lang="en-US" dirty="0"/>
              <a:t>A testable statement about a possible relationship or pattern in the data.</a:t>
            </a:r>
          </a:p>
          <a:p>
            <a:pPr lvl="1"/>
            <a:r>
              <a:rPr lang="en-US" dirty="0"/>
              <a:t>Goes </a:t>
            </a:r>
            <a:r>
              <a:rPr lang="en-US" b="1" dirty="0"/>
              <a:t>beyond</a:t>
            </a:r>
            <a:r>
              <a:rPr lang="en-US" dirty="0"/>
              <a:t> </a:t>
            </a:r>
            <a:r>
              <a:rPr lang="en-US" b="1" dirty="0"/>
              <a:t>describing what you see </a:t>
            </a:r>
            <a:r>
              <a:rPr lang="en-US" dirty="0"/>
              <a:t>→ </a:t>
            </a:r>
            <a:r>
              <a:rPr lang="en-US" b="1" u="sng" dirty="0"/>
              <a:t>suggests</a:t>
            </a:r>
            <a:r>
              <a:rPr lang="en-US" dirty="0"/>
              <a:t> why it might happen.</a:t>
            </a:r>
            <a:endParaRPr lang="en-GB" dirty="0"/>
          </a:p>
        </p:txBody>
      </p:sp>
      <p:sp>
        <p:nvSpPr>
          <p:cNvPr id="4" name="Slide Number Placeholder 3">
            <a:extLst>
              <a:ext uri="{FF2B5EF4-FFF2-40B4-BE49-F238E27FC236}">
                <a16:creationId xmlns:a16="http://schemas.microsoft.com/office/drawing/2014/main" id="{E28CF197-7560-8005-6824-27919012AF99}"/>
              </a:ext>
            </a:extLst>
          </p:cNvPr>
          <p:cNvSpPr>
            <a:spLocks noGrp="1"/>
          </p:cNvSpPr>
          <p:nvPr>
            <p:ph type="sldNum" sz="quarter" idx="12"/>
          </p:nvPr>
        </p:nvSpPr>
        <p:spPr/>
        <p:txBody>
          <a:bodyPr/>
          <a:lstStyle/>
          <a:p>
            <a:fld id="{FE1B3154-47D9-4402-8EDB-E791933DC0B9}" type="slidenum">
              <a:rPr lang="nl-BE" smtClean="0"/>
              <a:pPr/>
              <a:t>14</a:t>
            </a:fld>
            <a:endParaRPr lang="nl-BE"/>
          </a:p>
        </p:txBody>
      </p:sp>
      <p:pic>
        <p:nvPicPr>
          <p:cNvPr id="6" name="Picture 5">
            <a:extLst>
              <a:ext uri="{FF2B5EF4-FFF2-40B4-BE49-F238E27FC236}">
                <a16:creationId xmlns:a16="http://schemas.microsoft.com/office/drawing/2014/main" id="{E92932B0-BCB3-D29D-897A-4AF112F6446D}"/>
              </a:ext>
            </a:extLst>
          </p:cNvPr>
          <p:cNvPicPr>
            <a:picLocks noChangeAspect="1"/>
          </p:cNvPicPr>
          <p:nvPr/>
        </p:nvPicPr>
        <p:blipFill>
          <a:blip r:embed="rId3"/>
          <a:stretch>
            <a:fillRect/>
          </a:stretch>
        </p:blipFill>
        <p:spPr>
          <a:xfrm>
            <a:off x="2542127" y="3063484"/>
            <a:ext cx="7107746" cy="3657991"/>
          </a:xfrm>
          <a:prstGeom prst="rect">
            <a:avLst/>
          </a:prstGeom>
        </p:spPr>
      </p:pic>
    </p:spTree>
    <p:extLst>
      <p:ext uri="{BB962C8B-B14F-4D97-AF65-F5344CB8AC3E}">
        <p14:creationId xmlns:p14="http://schemas.microsoft.com/office/powerpoint/2010/main" val="36402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2C36-AF6C-163B-8259-64742D68651A}"/>
              </a:ext>
            </a:extLst>
          </p:cNvPr>
          <p:cNvSpPr>
            <a:spLocks noGrp="1"/>
          </p:cNvSpPr>
          <p:nvPr>
            <p:ph type="title"/>
          </p:nvPr>
        </p:nvSpPr>
        <p:spPr/>
        <p:txBody>
          <a:bodyPr/>
          <a:lstStyle/>
          <a:p>
            <a:r>
              <a:rPr lang="en-US" dirty="0"/>
              <a:t>How to form a hypothesis</a:t>
            </a:r>
            <a:endParaRPr lang="en-GB" dirty="0"/>
          </a:p>
        </p:txBody>
      </p:sp>
      <p:sp>
        <p:nvSpPr>
          <p:cNvPr id="3" name="Content Placeholder 2">
            <a:extLst>
              <a:ext uri="{FF2B5EF4-FFF2-40B4-BE49-F238E27FC236}">
                <a16:creationId xmlns:a16="http://schemas.microsoft.com/office/drawing/2014/main" id="{4AC66FC2-2149-2D5B-894E-06E446B3DA51}"/>
              </a:ext>
            </a:extLst>
          </p:cNvPr>
          <p:cNvSpPr>
            <a:spLocks noGrp="1"/>
          </p:cNvSpPr>
          <p:nvPr>
            <p:ph idx="1"/>
          </p:nvPr>
        </p:nvSpPr>
        <p:spPr>
          <a:xfrm>
            <a:off x="582705" y="1550894"/>
            <a:ext cx="11291048" cy="5170581"/>
          </a:xfrm>
        </p:spPr>
        <p:txBody>
          <a:bodyPr>
            <a:normAutofit/>
          </a:bodyPr>
          <a:lstStyle/>
          <a:p>
            <a:pPr marL="514350" indent="-514350">
              <a:buFont typeface="+mj-lt"/>
              <a:buAutoNum type="arabicPeriod"/>
            </a:pPr>
            <a:r>
              <a:rPr lang="en-US" dirty="0"/>
              <a:t>Start with a </a:t>
            </a:r>
            <a:r>
              <a:rPr lang="en-US" b="1" dirty="0"/>
              <a:t>finding</a:t>
            </a:r>
          </a:p>
          <a:p>
            <a:pPr lvl="1"/>
            <a:r>
              <a:rPr lang="en-US" dirty="0"/>
              <a:t>e.g., “Region A has 20% higher sales than Region B.”</a:t>
            </a:r>
          </a:p>
          <a:p>
            <a:pPr lvl="1"/>
            <a:endParaRPr lang="en-US" dirty="0"/>
          </a:p>
          <a:p>
            <a:pPr marL="514350" indent="-514350">
              <a:buFont typeface="+mj-lt"/>
              <a:buAutoNum type="arabicPeriod"/>
            </a:pPr>
            <a:r>
              <a:rPr lang="en-US" dirty="0"/>
              <a:t>Ask ‘</a:t>
            </a:r>
            <a:r>
              <a:rPr lang="en-US" b="1" dirty="0"/>
              <a:t>Why?</a:t>
            </a:r>
            <a:r>
              <a:rPr lang="en-US" dirty="0"/>
              <a:t>’</a:t>
            </a:r>
          </a:p>
          <a:p>
            <a:pPr lvl="1"/>
            <a:r>
              <a:rPr lang="en-US" dirty="0"/>
              <a:t>Could it be marketing spend? Customer demographics? Seasonality?</a:t>
            </a:r>
          </a:p>
          <a:p>
            <a:pPr lvl="1"/>
            <a:endParaRPr lang="en-US" dirty="0"/>
          </a:p>
          <a:p>
            <a:pPr marL="514350" indent="-514350">
              <a:buFont typeface="+mj-lt"/>
              <a:buAutoNum type="arabicPeriod"/>
            </a:pPr>
            <a:r>
              <a:rPr lang="en-US" dirty="0"/>
              <a:t>Propose a </a:t>
            </a:r>
            <a:r>
              <a:rPr lang="en-US" b="1" dirty="0"/>
              <a:t>possible</a:t>
            </a:r>
            <a:r>
              <a:rPr lang="en-US" dirty="0"/>
              <a:t> explanation (your hypothesis)</a:t>
            </a:r>
          </a:p>
          <a:p>
            <a:pPr lvl="1"/>
            <a:r>
              <a:rPr lang="en-US" dirty="0"/>
              <a:t>“Higher sales in Region A are due to a stronger online marketing campaign.”</a:t>
            </a:r>
          </a:p>
          <a:p>
            <a:pPr lvl="1"/>
            <a:endParaRPr lang="en-US" dirty="0"/>
          </a:p>
          <a:p>
            <a:pPr marL="514350" indent="-514350">
              <a:buFont typeface="+mj-lt"/>
              <a:buAutoNum type="arabicPeriod"/>
            </a:pPr>
            <a:r>
              <a:rPr lang="en-US" dirty="0"/>
              <a:t>Make it </a:t>
            </a:r>
            <a:r>
              <a:rPr lang="en-US" b="1" dirty="0"/>
              <a:t>testable</a:t>
            </a:r>
          </a:p>
          <a:p>
            <a:pPr lvl="1"/>
            <a:r>
              <a:rPr lang="en-US" dirty="0"/>
              <a:t>Identify data or methods that could confirm or reject it.</a:t>
            </a:r>
            <a:endParaRPr lang="en-GB" dirty="0"/>
          </a:p>
        </p:txBody>
      </p:sp>
      <p:sp>
        <p:nvSpPr>
          <p:cNvPr id="4" name="Slide Number Placeholder 3">
            <a:extLst>
              <a:ext uri="{FF2B5EF4-FFF2-40B4-BE49-F238E27FC236}">
                <a16:creationId xmlns:a16="http://schemas.microsoft.com/office/drawing/2014/main" id="{1A68CD73-63CB-6C16-43CE-B6929C96D40C}"/>
              </a:ext>
            </a:extLst>
          </p:cNvPr>
          <p:cNvSpPr>
            <a:spLocks noGrp="1"/>
          </p:cNvSpPr>
          <p:nvPr>
            <p:ph type="sldNum" sz="quarter" idx="12"/>
          </p:nvPr>
        </p:nvSpPr>
        <p:spPr/>
        <p:txBody>
          <a:bodyPr/>
          <a:lstStyle/>
          <a:p>
            <a:fld id="{FE1B3154-47D9-4402-8EDB-E791933DC0B9}" type="slidenum">
              <a:rPr lang="nl-BE" smtClean="0"/>
              <a:pPr/>
              <a:t>15</a:t>
            </a:fld>
            <a:endParaRPr lang="nl-BE"/>
          </a:p>
        </p:txBody>
      </p:sp>
    </p:spTree>
    <p:extLst>
      <p:ext uri="{BB962C8B-B14F-4D97-AF65-F5344CB8AC3E}">
        <p14:creationId xmlns:p14="http://schemas.microsoft.com/office/powerpoint/2010/main" val="2854208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038DC-6761-6C62-757F-CDA2D8C9D9CB}"/>
              </a:ext>
            </a:extLst>
          </p:cNvPr>
          <p:cNvSpPr>
            <a:spLocks noGrp="1"/>
          </p:cNvSpPr>
          <p:nvPr>
            <p:ph type="title"/>
          </p:nvPr>
        </p:nvSpPr>
        <p:spPr/>
        <p:txBody>
          <a:bodyPr/>
          <a:lstStyle/>
          <a:p>
            <a:r>
              <a:rPr lang="en-GB" dirty="0"/>
              <a:t>Good hypothesis checklist</a:t>
            </a:r>
          </a:p>
        </p:txBody>
      </p:sp>
      <p:sp>
        <p:nvSpPr>
          <p:cNvPr id="3" name="Content Placeholder 2">
            <a:extLst>
              <a:ext uri="{FF2B5EF4-FFF2-40B4-BE49-F238E27FC236}">
                <a16:creationId xmlns:a16="http://schemas.microsoft.com/office/drawing/2014/main" id="{F7BE8A72-3378-638C-A22B-3038C65943BD}"/>
              </a:ext>
            </a:extLst>
          </p:cNvPr>
          <p:cNvSpPr>
            <a:spLocks noGrp="1"/>
          </p:cNvSpPr>
          <p:nvPr>
            <p:ph idx="1"/>
          </p:nvPr>
        </p:nvSpPr>
        <p:spPr>
          <a:xfrm>
            <a:off x="582706" y="1550895"/>
            <a:ext cx="7666992" cy="2910574"/>
          </a:xfrm>
        </p:spPr>
        <p:txBody>
          <a:bodyPr>
            <a:normAutofit fontScale="92500"/>
          </a:bodyPr>
          <a:lstStyle/>
          <a:p>
            <a:r>
              <a:rPr lang="en-US" b="1" dirty="0"/>
              <a:t>Clear:</a:t>
            </a:r>
            <a:r>
              <a:rPr lang="en-US" dirty="0"/>
              <a:t> one specific idea, not vague</a:t>
            </a:r>
          </a:p>
          <a:p>
            <a:r>
              <a:rPr lang="en-US" b="1" dirty="0"/>
              <a:t>Testable: </a:t>
            </a:r>
            <a:r>
              <a:rPr lang="en-US" dirty="0"/>
              <a:t>can be checked with data or further analysis</a:t>
            </a:r>
          </a:p>
          <a:p>
            <a:r>
              <a:rPr lang="en-US" b="1" dirty="0"/>
              <a:t>Relevant: </a:t>
            </a:r>
            <a:r>
              <a:rPr lang="en-US" dirty="0"/>
              <a:t>linked to the business question</a:t>
            </a:r>
          </a:p>
          <a:p>
            <a:endParaRPr lang="en-US" dirty="0"/>
          </a:p>
          <a:p>
            <a:r>
              <a:rPr lang="en-US" dirty="0"/>
              <a:t>EDA not as the end, but as the start of deeper inquiry.</a:t>
            </a:r>
            <a:endParaRPr lang="en-GB" dirty="0"/>
          </a:p>
        </p:txBody>
      </p:sp>
      <p:sp>
        <p:nvSpPr>
          <p:cNvPr id="4" name="Slide Number Placeholder 3">
            <a:extLst>
              <a:ext uri="{FF2B5EF4-FFF2-40B4-BE49-F238E27FC236}">
                <a16:creationId xmlns:a16="http://schemas.microsoft.com/office/drawing/2014/main" id="{76A0945C-6C6B-63F5-9E95-2C56641DE3C5}"/>
              </a:ext>
            </a:extLst>
          </p:cNvPr>
          <p:cNvSpPr>
            <a:spLocks noGrp="1"/>
          </p:cNvSpPr>
          <p:nvPr>
            <p:ph type="sldNum" sz="quarter" idx="12"/>
          </p:nvPr>
        </p:nvSpPr>
        <p:spPr/>
        <p:txBody>
          <a:bodyPr/>
          <a:lstStyle/>
          <a:p>
            <a:fld id="{FE1B3154-47D9-4402-8EDB-E791933DC0B9}" type="slidenum">
              <a:rPr lang="nl-BE" smtClean="0"/>
              <a:pPr/>
              <a:t>16</a:t>
            </a:fld>
            <a:endParaRPr lang="nl-BE"/>
          </a:p>
        </p:txBody>
      </p:sp>
      <p:pic>
        <p:nvPicPr>
          <p:cNvPr id="1027" name="Picture 3">
            <a:extLst>
              <a:ext uri="{FF2B5EF4-FFF2-40B4-BE49-F238E27FC236}">
                <a16:creationId xmlns:a16="http://schemas.microsoft.com/office/drawing/2014/main" id="{3D6F44B7-CADE-0838-496E-29E33B730D7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732" t="12455" b="21318"/>
          <a:stretch>
            <a:fillRect/>
          </a:stretch>
        </p:blipFill>
        <p:spPr bwMode="auto">
          <a:xfrm>
            <a:off x="8110695" y="1814495"/>
            <a:ext cx="4081305" cy="4541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6671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48190-72E0-B661-08A9-6C6102B214AA}"/>
              </a:ext>
            </a:extLst>
          </p:cNvPr>
          <p:cNvSpPr>
            <a:spLocks noGrp="1"/>
          </p:cNvSpPr>
          <p:nvPr>
            <p:ph type="title"/>
          </p:nvPr>
        </p:nvSpPr>
        <p:spPr/>
        <p:txBody>
          <a:bodyPr/>
          <a:lstStyle/>
          <a:p>
            <a:r>
              <a:rPr lang="en-GB" dirty="0"/>
              <a:t>Examples </a:t>
            </a:r>
          </a:p>
        </p:txBody>
      </p:sp>
      <p:sp>
        <p:nvSpPr>
          <p:cNvPr id="3" name="Content Placeholder 2">
            <a:extLst>
              <a:ext uri="{FF2B5EF4-FFF2-40B4-BE49-F238E27FC236}">
                <a16:creationId xmlns:a16="http://schemas.microsoft.com/office/drawing/2014/main" id="{DED06BB7-ABE5-0C84-7236-841F5F975651}"/>
              </a:ext>
            </a:extLst>
          </p:cNvPr>
          <p:cNvSpPr>
            <a:spLocks noGrp="1"/>
          </p:cNvSpPr>
          <p:nvPr>
            <p:ph idx="1"/>
          </p:nvPr>
        </p:nvSpPr>
        <p:spPr>
          <a:xfrm>
            <a:off x="582705" y="1550894"/>
            <a:ext cx="11291048" cy="5170581"/>
          </a:xfrm>
        </p:spPr>
        <p:txBody>
          <a:bodyPr>
            <a:normAutofit fontScale="92500" lnSpcReduction="20000"/>
          </a:bodyPr>
          <a:lstStyle/>
          <a:p>
            <a:r>
              <a:rPr lang="en-US" b="1" dirty="0"/>
              <a:t>1. Predictive hypothesis</a:t>
            </a:r>
          </a:p>
          <a:p>
            <a:pPr lvl="1"/>
            <a:r>
              <a:rPr lang="en-US" i="1" dirty="0"/>
              <a:t>"Students who spend at least 3 hours per week on online exercises are more likely to score above 80% in the Data Science course."</a:t>
            </a:r>
            <a:endParaRPr lang="en-US" dirty="0"/>
          </a:p>
          <a:p>
            <a:r>
              <a:rPr lang="en-US" b="1" dirty="0"/>
              <a:t>2. Correlation hypothesis</a:t>
            </a:r>
          </a:p>
          <a:p>
            <a:pPr lvl="1"/>
            <a:r>
              <a:rPr lang="en-US" i="1" dirty="0"/>
              <a:t>"There is a positive correlation between the number of hours a person exercises per week and their average sleep duration."</a:t>
            </a:r>
            <a:endParaRPr lang="en-US" dirty="0"/>
          </a:p>
          <a:p>
            <a:r>
              <a:rPr lang="en-US" b="1" dirty="0"/>
              <a:t>3. Group comparison hypothesis</a:t>
            </a:r>
          </a:p>
          <a:p>
            <a:pPr lvl="1"/>
            <a:r>
              <a:rPr lang="en-US" i="1" dirty="0"/>
              <a:t>"Employees who participate in team projects score on average 10% higher on quarterly performance evaluations than those who work individually."</a:t>
            </a:r>
            <a:endParaRPr lang="en-US" dirty="0"/>
          </a:p>
          <a:p>
            <a:r>
              <a:rPr lang="en-US" b="1" dirty="0"/>
              <a:t>4. Intervention effect hypothesis</a:t>
            </a:r>
          </a:p>
          <a:p>
            <a:pPr lvl="1"/>
            <a:r>
              <a:rPr lang="en-US" i="1" dirty="0"/>
              <a:t>"Sending weekly reminder emails increases the likelihood that users will remain active on a mobile app after one month."</a:t>
            </a:r>
            <a:endParaRPr lang="en-US" dirty="0"/>
          </a:p>
          <a:p>
            <a:r>
              <a:rPr lang="en-US" b="1" dirty="0"/>
              <a:t>5. Behavioral hypothesis</a:t>
            </a:r>
          </a:p>
          <a:p>
            <a:pPr lvl="1"/>
            <a:r>
              <a:rPr lang="en-US" i="1" dirty="0"/>
              <a:t>"Customers who frequently open promotional emails are more likely to make a purchase within 30 days than those who do not."</a:t>
            </a:r>
            <a:endParaRPr lang="en-US" dirty="0"/>
          </a:p>
          <a:p>
            <a:endParaRPr lang="en-GB" dirty="0"/>
          </a:p>
        </p:txBody>
      </p:sp>
      <p:sp>
        <p:nvSpPr>
          <p:cNvPr id="4" name="Slide Number Placeholder 3">
            <a:extLst>
              <a:ext uri="{FF2B5EF4-FFF2-40B4-BE49-F238E27FC236}">
                <a16:creationId xmlns:a16="http://schemas.microsoft.com/office/drawing/2014/main" id="{2905D919-4F62-6CE0-F29D-463AC9CCBBA2}"/>
              </a:ext>
            </a:extLst>
          </p:cNvPr>
          <p:cNvSpPr>
            <a:spLocks noGrp="1"/>
          </p:cNvSpPr>
          <p:nvPr>
            <p:ph type="sldNum" sz="quarter" idx="12"/>
          </p:nvPr>
        </p:nvSpPr>
        <p:spPr/>
        <p:txBody>
          <a:bodyPr/>
          <a:lstStyle/>
          <a:p>
            <a:fld id="{FE1B3154-47D9-4402-8EDB-E791933DC0B9}" type="slidenum">
              <a:rPr lang="nl-BE" smtClean="0"/>
              <a:pPr/>
              <a:t>17</a:t>
            </a:fld>
            <a:endParaRPr lang="nl-BE"/>
          </a:p>
        </p:txBody>
      </p:sp>
    </p:spTree>
    <p:extLst>
      <p:ext uri="{BB962C8B-B14F-4D97-AF65-F5344CB8AC3E}">
        <p14:creationId xmlns:p14="http://schemas.microsoft.com/office/powerpoint/2010/main" val="39062604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0f4be1-9f1f-4328-81a6-034cc34da24b"/>
</p:tagLst>
</file>

<file path=ppt/theme/theme1.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525</TotalTime>
  <Words>1384</Words>
  <Application>Microsoft Office PowerPoint</Application>
  <PresentationFormat>Widescreen</PresentationFormat>
  <Paragraphs>200</Paragraphs>
  <Slides>17</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Wingdings</vt:lpstr>
      <vt:lpstr>Kantoorthema</vt:lpstr>
      <vt:lpstr>Reorientation</vt:lpstr>
      <vt:lpstr>Do you remember?</vt:lpstr>
      <vt:lpstr>Learning goal: Data Science in practice</vt:lpstr>
      <vt:lpstr>Scrub / Data Wrangling (once you got data….)</vt:lpstr>
      <vt:lpstr>Scrub / Data Wrangling (once you got data….)</vt:lpstr>
      <vt:lpstr>Explore &amp; Discover (EDA)</vt:lpstr>
      <vt:lpstr>What does an EDA include?</vt:lpstr>
      <vt:lpstr>What does an EDA include?</vt:lpstr>
      <vt:lpstr>Interpret &amp; Communicate</vt:lpstr>
      <vt:lpstr>Interpret &amp; Communicate</vt:lpstr>
      <vt:lpstr>Key elements</vt:lpstr>
      <vt:lpstr>Findings vs. Conclusions</vt:lpstr>
      <vt:lpstr>⚠️ Important</vt:lpstr>
      <vt:lpstr>From Findings to Hypotheses</vt:lpstr>
      <vt:lpstr>How to form a hypothesis</vt:lpstr>
      <vt:lpstr>Good hypothesis checklist</vt:lpstr>
      <vt:lpstr>Examples </vt:lpstr>
    </vt:vector>
  </TitlesOfParts>
  <Company>Thomas More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Christel Maes</dc:creator>
  <cp:lastModifiedBy>Jochen Mariën</cp:lastModifiedBy>
  <cp:revision>3</cp:revision>
  <dcterms:created xsi:type="dcterms:W3CDTF">2018-02-21T07:41:18Z</dcterms:created>
  <dcterms:modified xsi:type="dcterms:W3CDTF">2025-09-08T19:40:13Z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337be75-dfbb-4261-9834-ac247c7dde13_Enabled">
    <vt:lpwstr>true</vt:lpwstr>
  </property>
  <property fmtid="{D5CDD505-2E9C-101B-9397-08002B2CF9AE}" pid="3" name="MSIP_Label_c337be75-dfbb-4261-9834-ac247c7dde13_SetDate">
    <vt:lpwstr>2023-11-21T12:27:29Z</vt:lpwstr>
  </property>
  <property fmtid="{D5CDD505-2E9C-101B-9397-08002B2CF9AE}" pid="4" name="MSIP_Label_c337be75-dfbb-4261-9834-ac247c7dde13_Method">
    <vt:lpwstr>Standard</vt:lpwstr>
  </property>
  <property fmtid="{D5CDD505-2E9C-101B-9397-08002B2CF9AE}" pid="5" name="MSIP_Label_c337be75-dfbb-4261-9834-ac247c7dde13_Name">
    <vt:lpwstr>Algemeen</vt:lpwstr>
  </property>
  <property fmtid="{D5CDD505-2E9C-101B-9397-08002B2CF9AE}" pid="6" name="MSIP_Label_c337be75-dfbb-4261-9834-ac247c7dde13_SiteId">
    <vt:lpwstr>77d33cc5-c9b4-4766-95c7-ed5b515e1cce</vt:lpwstr>
  </property>
  <property fmtid="{D5CDD505-2E9C-101B-9397-08002B2CF9AE}" pid="7" name="MSIP_Label_c337be75-dfbb-4261-9834-ac247c7dde13_ActionId">
    <vt:lpwstr>9dcac160-b78c-47da-878e-d99a17ad5bb2</vt:lpwstr>
  </property>
  <property fmtid="{D5CDD505-2E9C-101B-9397-08002B2CF9AE}" pid="8" name="MSIP_Label_c337be75-dfbb-4261-9834-ac247c7dde13_ContentBits">
    <vt:lpwstr>0</vt:lpwstr>
  </property>
</Properties>
</file>