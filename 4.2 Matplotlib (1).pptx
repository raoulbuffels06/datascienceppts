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320" r:id="rId3"/>
    <p:sldId id="321" r:id="rId4"/>
    <p:sldId id="323" r:id="rId5"/>
    <p:sldId id="322" r:id="rId6"/>
    <p:sldId id="336" r:id="rId7"/>
    <p:sldId id="331" r:id="rId8"/>
    <p:sldId id="324" r:id="rId9"/>
    <p:sldId id="325" r:id="rId10"/>
    <p:sldId id="326" r:id="rId11"/>
    <p:sldId id="337" r:id="rId12"/>
    <p:sldId id="338" r:id="rId13"/>
    <p:sldId id="327" r:id="rId14"/>
    <p:sldId id="328" r:id="rId15"/>
    <p:sldId id="329" r:id="rId16"/>
    <p:sldId id="330" r:id="rId17"/>
    <p:sldId id="339" r:id="rId18"/>
    <p:sldId id="332" r:id="rId19"/>
    <p:sldId id="333" r:id="rId20"/>
    <p:sldId id="335" r:id="rId21"/>
  </p:sldIdLst>
  <p:sldSz cx="12192000" cy="6858000"/>
  <p:notesSz cx="6858000" cy="9144000"/>
  <p:custDataLst>
    <p:tags r:id="rId24"/>
  </p:custDataLst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E57"/>
    <a:srgbClr val="446785"/>
    <a:srgbClr val="4584B6"/>
    <a:srgbClr val="D5AD42"/>
    <a:srgbClr val="FFC000"/>
    <a:srgbClr val="646464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Stijl, gemiddeld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ijl, licht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0455" autoAdjust="0"/>
  </p:normalViewPr>
  <p:slideViewPr>
    <p:cSldViewPr snapToGrid="0">
      <p:cViewPr varScale="1">
        <p:scale>
          <a:sx n="51" d="100"/>
          <a:sy n="51" d="100"/>
        </p:scale>
        <p:origin x="177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len Torfs" userId="c6aa1e10-4a12-4511-8c7c-135720d4f277" providerId="ADAL" clId="{6CCC3E95-3852-4B6A-AA99-7E0120184691}"/>
    <pc:docChg chg="undo redo custSel addSld delSld modSld sldOrd">
      <pc:chgData name="Ellen Torfs" userId="c6aa1e10-4a12-4511-8c7c-135720d4f277" providerId="ADAL" clId="{6CCC3E95-3852-4B6A-AA99-7E0120184691}" dt="2022-10-05T15:52:49.919" v="6871" actId="1076"/>
      <pc:docMkLst>
        <pc:docMk/>
      </pc:docMkLst>
      <pc:sldChg chg="addSp modSp mod">
        <pc:chgData name="Ellen Torfs" userId="c6aa1e10-4a12-4511-8c7c-135720d4f277" providerId="ADAL" clId="{6CCC3E95-3852-4B6A-AA99-7E0120184691}" dt="2022-09-26T18:46:25.738" v="150" actId="1076"/>
        <pc:sldMkLst>
          <pc:docMk/>
          <pc:sldMk cId="54334544" sldId="256"/>
        </pc:sldMkLst>
      </pc:sldChg>
      <pc:sldChg chg="addSp delSp modSp mod">
        <pc:chgData name="Ellen Torfs" userId="c6aa1e10-4a12-4511-8c7c-135720d4f277" providerId="ADAL" clId="{6CCC3E95-3852-4B6A-AA99-7E0120184691}" dt="2022-09-26T19:01:28.851" v="246" actId="1076"/>
        <pc:sldMkLst>
          <pc:docMk/>
          <pc:sldMk cId="414353988" sldId="258"/>
        </pc:sldMkLst>
      </pc:sldChg>
      <pc:sldChg chg="del">
        <pc:chgData name="Ellen Torfs" userId="c6aa1e10-4a12-4511-8c7c-135720d4f277" providerId="ADAL" clId="{6CCC3E95-3852-4B6A-AA99-7E0120184691}" dt="2022-09-27T13:24:07.926" v="3351" actId="47"/>
        <pc:sldMkLst>
          <pc:docMk/>
          <pc:sldMk cId="3723266133" sldId="259"/>
        </pc:sldMkLst>
      </pc:sldChg>
      <pc:sldChg chg="modSp mod">
        <pc:chgData name="Ellen Torfs" userId="c6aa1e10-4a12-4511-8c7c-135720d4f277" providerId="ADAL" clId="{6CCC3E95-3852-4B6A-AA99-7E0120184691}" dt="2022-10-04T09:27:49.580" v="6245" actId="20577"/>
        <pc:sldMkLst>
          <pc:docMk/>
          <pc:sldMk cId="3067917630" sldId="260"/>
        </pc:sldMkLst>
      </pc:sldChg>
      <pc:sldChg chg="addSp modSp new mod">
        <pc:chgData name="Ellen Torfs" userId="c6aa1e10-4a12-4511-8c7c-135720d4f277" providerId="ADAL" clId="{6CCC3E95-3852-4B6A-AA99-7E0120184691}" dt="2022-09-27T06:18:26.920" v="414" actId="108"/>
        <pc:sldMkLst>
          <pc:docMk/>
          <pc:sldMk cId="1786842315" sldId="261"/>
        </pc:sldMkLst>
      </pc:sldChg>
      <pc:sldChg chg="addSp delSp modSp new mod">
        <pc:chgData name="Ellen Torfs" userId="c6aa1e10-4a12-4511-8c7c-135720d4f277" providerId="ADAL" clId="{6CCC3E95-3852-4B6A-AA99-7E0120184691}" dt="2022-09-27T10:57:22.386" v="1120" actId="1076"/>
        <pc:sldMkLst>
          <pc:docMk/>
          <pc:sldMk cId="3800344756" sldId="262"/>
        </pc:sldMkLst>
      </pc:sldChg>
      <pc:sldChg chg="addSp delSp modSp new mod chgLayout">
        <pc:chgData name="Ellen Torfs" userId="c6aa1e10-4a12-4511-8c7c-135720d4f277" providerId="ADAL" clId="{6CCC3E95-3852-4B6A-AA99-7E0120184691}" dt="2022-10-04T08:38:45.232" v="6010" actId="113"/>
        <pc:sldMkLst>
          <pc:docMk/>
          <pc:sldMk cId="3149836567" sldId="263"/>
        </pc:sldMkLst>
      </pc:sldChg>
      <pc:sldChg chg="addSp delSp modSp new del mod">
        <pc:chgData name="Ellen Torfs" userId="c6aa1e10-4a12-4511-8c7c-135720d4f277" providerId="ADAL" clId="{6CCC3E95-3852-4B6A-AA99-7E0120184691}" dt="2022-09-27T13:36:08.561" v="3352" actId="2696"/>
        <pc:sldMkLst>
          <pc:docMk/>
          <pc:sldMk cId="1506440877" sldId="264"/>
        </pc:sldMkLst>
      </pc:sldChg>
      <pc:sldChg chg="addSp delSp modSp add mod chgLayout">
        <pc:chgData name="Ellen Torfs" userId="c6aa1e10-4a12-4511-8c7c-135720d4f277" providerId="ADAL" clId="{6CCC3E95-3852-4B6A-AA99-7E0120184691}" dt="2022-09-27T19:39:57.388" v="4454" actId="6549"/>
        <pc:sldMkLst>
          <pc:docMk/>
          <pc:sldMk cId="4160845113" sldId="264"/>
        </pc:sldMkLst>
      </pc:sldChg>
      <pc:sldChg chg="addSp modSp add mod">
        <pc:chgData name="Ellen Torfs" userId="c6aa1e10-4a12-4511-8c7c-135720d4f277" providerId="ADAL" clId="{6CCC3E95-3852-4B6A-AA99-7E0120184691}" dt="2022-09-27T14:19:29.576" v="4142" actId="20577"/>
        <pc:sldMkLst>
          <pc:docMk/>
          <pc:sldMk cId="2464626473" sldId="265"/>
        </pc:sldMkLst>
      </pc:sldChg>
      <pc:sldChg chg="modSp new del mod">
        <pc:chgData name="Ellen Torfs" userId="c6aa1e10-4a12-4511-8c7c-135720d4f277" providerId="ADAL" clId="{6CCC3E95-3852-4B6A-AA99-7E0120184691}" dt="2022-09-27T13:36:08.561" v="3352" actId="2696"/>
        <pc:sldMkLst>
          <pc:docMk/>
          <pc:sldMk cId="2643302266" sldId="265"/>
        </pc:sldMkLst>
      </pc:sldChg>
      <pc:sldChg chg="modSp add mod">
        <pc:chgData name="Ellen Torfs" userId="c6aa1e10-4a12-4511-8c7c-135720d4f277" providerId="ADAL" clId="{6CCC3E95-3852-4B6A-AA99-7E0120184691}" dt="2022-09-26T19:17:03.337" v="325" actId="20577"/>
        <pc:sldMkLst>
          <pc:docMk/>
          <pc:sldMk cId="51768386" sldId="266"/>
        </pc:sldMkLst>
      </pc:sldChg>
      <pc:sldChg chg="add del">
        <pc:chgData name="Ellen Torfs" userId="c6aa1e10-4a12-4511-8c7c-135720d4f277" providerId="ADAL" clId="{6CCC3E95-3852-4B6A-AA99-7E0120184691}" dt="2022-09-26T19:15:51.094" v="299" actId="47"/>
        <pc:sldMkLst>
          <pc:docMk/>
          <pc:sldMk cId="2434462132" sldId="266"/>
        </pc:sldMkLst>
      </pc:sldChg>
      <pc:sldChg chg="addSp modSp new mod">
        <pc:chgData name="Ellen Torfs" userId="c6aa1e10-4a12-4511-8c7c-135720d4f277" providerId="ADAL" clId="{6CCC3E95-3852-4B6A-AA99-7E0120184691}" dt="2022-09-27T20:07:34.224" v="5045" actId="1037"/>
        <pc:sldMkLst>
          <pc:docMk/>
          <pc:sldMk cId="3677676600" sldId="267"/>
        </pc:sldMkLst>
      </pc:sldChg>
      <pc:sldChg chg="addSp modSp new mod">
        <pc:chgData name="Ellen Torfs" userId="c6aa1e10-4a12-4511-8c7c-135720d4f277" providerId="ADAL" clId="{6CCC3E95-3852-4B6A-AA99-7E0120184691}" dt="2022-09-27T10:11:02.846" v="774" actId="20577"/>
        <pc:sldMkLst>
          <pc:docMk/>
          <pc:sldMk cId="1178141935" sldId="268"/>
        </pc:sldMkLst>
      </pc:sldChg>
      <pc:sldChg chg="addSp modSp new del mod">
        <pc:chgData name="Ellen Torfs" userId="c6aa1e10-4a12-4511-8c7c-135720d4f277" providerId="ADAL" clId="{6CCC3E95-3852-4B6A-AA99-7E0120184691}" dt="2022-09-27T11:15:44.234" v="1399" actId="47"/>
        <pc:sldMkLst>
          <pc:docMk/>
          <pc:sldMk cId="2801479429" sldId="269"/>
        </pc:sldMkLst>
      </pc:sldChg>
      <pc:sldChg chg="addSp delSp modSp new mod chgLayout">
        <pc:chgData name="Ellen Torfs" userId="c6aa1e10-4a12-4511-8c7c-135720d4f277" providerId="ADAL" clId="{6CCC3E95-3852-4B6A-AA99-7E0120184691}" dt="2022-09-27T10:58:22.741" v="1156" actId="1076"/>
        <pc:sldMkLst>
          <pc:docMk/>
          <pc:sldMk cId="4072541113" sldId="270"/>
        </pc:sldMkLst>
      </pc:sldChg>
      <pc:sldChg chg="addSp delSp modSp add mod">
        <pc:chgData name="Ellen Torfs" userId="c6aa1e10-4a12-4511-8c7c-135720d4f277" providerId="ADAL" clId="{6CCC3E95-3852-4B6A-AA99-7E0120184691}" dt="2022-09-27T11:18:03.322" v="1417" actId="207"/>
        <pc:sldMkLst>
          <pc:docMk/>
          <pc:sldMk cId="3243872762" sldId="271"/>
        </pc:sldMkLst>
      </pc:sldChg>
      <pc:sldChg chg="modSp new del mod">
        <pc:chgData name="Ellen Torfs" userId="c6aa1e10-4a12-4511-8c7c-135720d4f277" providerId="ADAL" clId="{6CCC3E95-3852-4B6A-AA99-7E0120184691}" dt="2022-09-27T12:09:05.348" v="2396" actId="47"/>
        <pc:sldMkLst>
          <pc:docMk/>
          <pc:sldMk cId="2032874904" sldId="272"/>
        </pc:sldMkLst>
      </pc:sldChg>
      <pc:sldChg chg="modSp new del mod ord">
        <pc:chgData name="Ellen Torfs" userId="c6aa1e10-4a12-4511-8c7c-135720d4f277" providerId="ADAL" clId="{6CCC3E95-3852-4B6A-AA99-7E0120184691}" dt="2022-09-27T12:47:54.643" v="2791" actId="47"/>
        <pc:sldMkLst>
          <pc:docMk/>
          <pc:sldMk cId="2540399256" sldId="272"/>
        </pc:sldMkLst>
      </pc:sldChg>
      <pc:sldChg chg="modSp new del mod">
        <pc:chgData name="Ellen Torfs" userId="c6aa1e10-4a12-4511-8c7c-135720d4f277" providerId="ADAL" clId="{6CCC3E95-3852-4B6A-AA99-7E0120184691}" dt="2022-09-27T12:21:42.909" v="2658" actId="47"/>
        <pc:sldMkLst>
          <pc:docMk/>
          <pc:sldMk cId="1189969558" sldId="273"/>
        </pc:sldMkLst>
      </pc:sldChg>
      <pc:sldChg chg="modSp add mod">
        <pc:chgData name="Ellen Torfs" userId="c6aa1e10-4a12-4511-8c7c-135720d4f277" providerId="ADAL" clId="{6CCC3E95-3852-4B6A-AA99-7E0120184691}" dt="2022-09-27T12:26:51.230" v="2721" actId="20577"/>
        <pc:sldMkLst>
          <pc:docMk/>
          <pc:sldMk cId="3116280996" sldId="284"/>
        </pc:sldMkLst>
      </pc:sldChg>
      <pc:sldChg chg="addSp modSp add mod">
        <pc:chgData name="Ellen Torfs" userId="c6aa1e10-4a12-4511-8c7c-135720d4f277" providerId="ADAL" clId="{6CCC3E95-3852-4B6A-AA99-7E0120184691}" dt="2022-09-27T12:24:40.891" v="2710" actId="1036"/>
        <pc:sldMkLst>
          <pc:docMk/>
          <pc:sldMk cId="667628986" sldId="286"/>
        </pc:sldMkLst>
      </pc:sldChg>
      <pc:sldChg chg="modSp add mod">
        <pc:chgData name="Ellen Torfs" userId="c6aa1e10-4a12-4511-8c7c-135720d4f277" providerId="ADAL" clId="{6CCC3E95-3852-4B6A-AA99-7E0120184691}" dt="2022-10-04T08:08:37.694" v="5809" actId="6549"/>
        <pc:sldMkLst>
          <pc:docMk/>
          <pc:sldMk cId="2981412547" sldId="287"/>
        </pc:sldMkLst>
      </pc:sldChg>
      <pc:sldChg chg="modSp add mod">
        <pc:chgData name="Ellen Torfs" userId="c6aa1e10-4a12-4511-8c7c-135720d4f277" providerId="ADAL" clId="{6CCC3E95-3852-4B6A-AA99-7E0120184691}" dt="2022-10-04T07:42:58.335" v="5257"/>
        <pc:sldMkLst>
          <pc:docMk/>
          <pc:sldMk cId="2962211546" sldId="288"/>
        </pc:sldMkLst>
      </pc:sldChg>
      <pc:sldChg chg="addSp modSp add mod">
        <pc:chgData name="Ellen Torfs" userId="c6aa1e10-4a12-4511-8c7c-135720d4f277" providerId="ADAL" clId="{6CCC3E95-3852-4B6A-AA99-7E0120184691}" dt="2022-10-04T07:48:55.183" v="5378" actId="552"/>
        <pc:sldMkLst>
          <pc:docMk/>
          <pc:sldMk cId="2901926516" sldId="289"/>
        </pc:sldMkLst>
      </pc:sldChg>
      <pc:sldChg chg="addSp delSp modSp add mod chgLayout">
        <pc:chgData name="Ellen Torfs" userId="c6aa1e10-4a12-4511-8c7c-135720d4f277" providerId="ADAL" clId="{6CCC3E95-3852-4B6A-AA99-7E0120184691}" dt="2022-10-04T08:01:14.158" v="5800" actId="1076"/>
        <pc:sldMkLst>
          <pc:docMk/>
          <pc:sldMk cId="3892042236" sldId="290"/>
        </pc:sldMkLst>
      </pc:sldChg>
      <pc:sldChg chg="delSp modSp add mod modNotesTx">
        <pc:chgData name="Ellen Torfs" userId="c6aa1e10-4a12-4511-8c7c-135720d4f277" providerId="ADAL" clId="{6CCC3E95-3852-4B6A-AA99-7E0120184691}" dt="2022-09-27T12:57:57.078" v="3016" actId="20577"/>
        <pc:sldMkLst>
          <pc:docMk/>
          <pc:sldMk cId="2023221651" sldId="307"/>
        </pc:sldMkLst>
      </pc:sldChg>
      <pc:sldChg chg="modSp add mod">
        <pc:chgData name="Ellen Torfs" userId="c6aa1e10-4a12-4511-8c7c-135720d4f277" providerId="ADAL" clId="{6CCC3E95-3852-4B6A-AA99-7E0120184691}" dt="2022-09-27T12:50:10.058" v="2823" actId="1076"/>
        <pc:sldMkLst>
          <pc:docMk/>
          <pc:sldMk cId="2603233790" sldId="308"/>
        </pc:sldMkLst>
      </pc:sldChg>
      <pc:sldChg chg="modSp add mod">
        <pc:chgData name="Ellen Torfs" userId="c6aa1e10-4a12-4511-8c7c-135720d4f277" providerId="ADAL" clId="{6CCC3E95-3852-4B6A-AA99-7E0120184691}" dt="2022-09-27T12:50:55.714" v="2825" actId="14100"/>
        <pc:sldMkLst>
          <pc:docMk/>
          <pc:sldMk cId="1326377668" sldId="309"/>
        </pc:sldMkLst>
      </pc:sldChg>
      <pc:sldChg chg="modSp add del mod ord">
        <pc:chgData name="Ellen Torfs" userId="c6aa1e10-4a12-4511-8c7c-135720d4f277" providerId="ADAL" clId="{6CCC3E95-3852-4B6A-AA99-7E0120184691}" dt="2022-09-27T12:51:39.469" v="2826" actId="47"/>
        <pc:sldMkLst>
          <pc:docMk/>
          <pc:sldMk cId="4122032269" sldId="310"/>
        </pc:sldMkLst>
      </pc:sldChg>
      <pc:sldChg chg="modSp add mod ord modNotesTx">
        <pc:chgData name="Ellen Torfs" userId="c6aa1e10-4a12-4511-8c7c-135720d4f277" providerId="ADAL" clId="{6CCC3E95-3852-4B6A-AA99-7E0120184691}" dt="2022-09-27T13:01:55.978" v="3136"/>
        <pc:sldMkLst>
          <pc:docMk/>
          <pc:sldMk cId="616564403" sldId="311"/>
        </pc:sldMkLst>
      </pc:sldChg>
      <pc:sldChg chg="addSp delSp modSp new mod">
        <pc:chgData name="Ellen Torfs" userId="c6aa1e10-4a12-4511-8c7c-135720d4f277" providerId="ADAL" clId="{6CCC3E95-3852-4B6A-AA99-7E0120184691}" dt="2022-09-27T13:19:45.040" v="3318" actId="1076"/>
        <pc:sldMkLst>
          <pc:docMk/>
          <pc:sldMk cId="3981851237" sldId="312"/>
        </pc:sldMkLst>
      </pc:sldChg>
      <pc:sldChg chg="addSp delSp modSp add mod ord">
        <pc:chgData name="Ellen Torfs" userId="c6aa1e10-4a12-4511-8c7c-135720d4f277" providerId="ADAL" clId="{6CCC3E95-3852-4B6A-AA99-7E0120184691}" dt="2022-10-04T09:00:22.678" v="6097" actId="732"/>
        <pc:sldMkLst>
          <pc:docMk/>
          <pc:sldMk cId="3433568649" sldId="313"/>
        </pc:sldMkLst>
      </pc:sldChg>
      <pc:sldChg chg="modSp add mod">
        <pc:chgData name="Ellen Torfs" userId="c6aa1e10-4a12-4511-8c7c-135720d4f277" providerId="ADAL" clId="{6CCC3E95-3852-4B6A-AA99-7E0120184691}" dt="2022-09-27T13:55:10.304" v="4045" actId="20577"/>
        <pc:sldMkLst>
          <pc:docMk/>
          <pc:sldMk cId="707672358" sldId="314"/>
        </pc:sldMkLst>
      </pc:sldChg>
      <pc:sldChg chg="add del">
        <pc:chgData name="Ellen Torfs" userId="c6aa1e10-4a12-4511-8c7c-135720d4f277" providerId="ADAL" clId="{6CCC3E95-3852-4B6A-AA99-7E0120184691}" dt="2022-09-27T13:20:54.655" v="3320" actId="47"/>
        <pc:sldMkLst>
          <pc:docMk/>
          <pc:sldMk cId="3277835337" sldId="314"/>
        </pc:sldMkLst>
      </pc:sldChg>
      <pc:sldChg chg="addSp modSp new mod">
        <pc:chgData name="Ellen Torfs" userId="c6aa1e10-4a12-4511-8c7c-135720d4f277" providerId="ADAL" clId="{6CCC3E95-3852-4B6A-AA99-7E0120184691}" dt="2022-09-27T14:33:16.836" v="4423" actId="20577"/>
        <pc:sldMkLst>
          <pc:docMk/>
          <pc:sldMk cId="2674330935" sldId="315"/>
        </pc:sldMkLst>
      </pc:sldChg>
      <pc:sldChg chg="addSp delSp modSp new mod">
        <pc:chgData name="Ellen Torfs" userId="c6aa1e10-4a12-4511-8c7c-135720d4f277" providerId="ADAL" clId="{6CCC3E95-3852-4B6A-AA99-7E0120184691}" dt="2022-09-27T20:02:14.740" v="4912" actId="6549"/>
        <pc:sldMkLst>
          <pc:docMk/>
          <pc:sldMk cId="688847783" sldId="316"/>
        </pc:sldMkLst>
      </pc:sldChg>
      <pc:sldChg chg="addSp delSp modSp new mod">
        <pc:chgData name="Ellen Torfs" userId="c6aa1e10-4a12-4511-8c7c-135720d4f277" providerId="ADAL" clId="{6CCC3E95-3852-4B6A-AA99-7E0120184691}" dt="2022-09-27T20:02:19.787" v="4913" actId="6549"/>
        <pc:sldMkLst>
          <pc:docMk/>
          <pc:sldMk cId="2219686758" sldId="317"/>
        </pc:sldMkLst>
      </pc:sldChg>
      <pc:sldChg chg="addSp modSp new mod">
        <pc:chgData name="Ellen Torfs" userId="c6aa1e10-4a12-4511-8c7c-135720d4f277" providerId="ADAL" clId="{6CCC3E95-3852-4B6A-AA99-7E0120184691}" dt="2022-09-27T20:04:45.711" v="4961" actId="1076"/>
        <pc:sldMkLst>
          <pc:docMk/>
          <pc:sldMk cId="195678403" sldId="318"/>
        </pc:sldMkLst>
      </pc:sldChg>
      <pc:sldChg chg="addSp delSp modSp new mod">
        <pc:chgData name="Ellen Torfs" userId="c6aa1e10-4a12-4511-8c7c-135720d4f277" providerId="ADAL" clId="{6CCC3E95-3852-4B6A-AA99-7E0120184691}" dt="2022-09-27T20:45:26.269" v="5164" actId="6549"/>
        <pc:sldMkLst>
          <pc:docMk/>
          <pc:sldMk cId="2498421148" sldId="319"/>
        </pc:sldMkLst>
      </pc:sldChg>
      <pc:sldChg chg="modSp new mod">
        <pc:chgData name="Ellen Torfs" userId="c6aa1e10-4a12-4511-8c7c-135720d4f277" providerId="ADAL" clId="{6CCC3E95-3852-4B6A-AA99-7E0120184691}" dt="2022-10-05T14:07:45.929" v="6264" actId="20577"/>
        <pc:sldMkLst>
          <pc:docMk/>
          <pc:sldMk cId="3191736518" sldId="320"/>
        </pc:sldMkLst>
      </pc:sldChg>
      <pc:sldChg chg="modSp new mod">
        <pc:chgData name="Ellen Torfs" userId="c6aa1e10-4a12-4511-8c7c-135720d4f277" providerId="ADAL" clId="{6CCC3E95-3852-4B6A-AA99-7E0120184691}" dt="2022-10-04T07:38:16.839" v="5205" actId="6549"/>
        <pc:sldMkLst>
          <pc:docMk/>
          <pc:sldMk cId="3030424674" sldId="321"/>
        </pc:sldMkLst>
      </pc:sldChg>
      <pc:sldChg chg="addSp delSp modSp new mod">
        <pc:chgData name="Ellen Torfs" userId="c6aa1e10-4a12-4511-8c7c-135720d4f277" providerId="ADAL" clId="{6CCC3E95-3852-4B6A-AA99-7E0120184691}" dt="2022-10-04T09:01:31.329" v="6098" actId="207"/>
        <pc:sldMkLst>
          <pc:docMk/>
          <pc:sldMk cId="3049282492" sldId="322"/>
        </pc:sldMkLst>
      </pc:sldChg>
      <pc:sldChg chg="modSp new del mod">
        <pc:chgData name="Ellen Torfs" userId="c6aa1e10-4a12-4511-8c7c-135720d4f277" providerId="ADAL" clId="{6CCC3E95-3852-4B6A-AA99-7E0120184691}" dt="2022-10-04T08:58:35.747" v="6083" actId="47"/>
        <pc:sldMkLst>
          <pc:docMk/>
          <pc:sldMk cId="2615770320" sldId="323"/>
        </pc:sldMkLst>
      </pc:sldChg>
      <pc:sldChg chg="modSp new mod">
        <pc:chgData name="Ellen Torfs" userId="c6aa1e10-4a12-4511-8c7c-135720d4f277" providerId="ADAL" clId="{6CCC3E95-3852-4B6A-AA99-7E0120184691}" dt="2022-10-04T09:26:41.112" v="6231" actId="20577"/>
        <pc:sldMkLst>
          <pc:docMk/>
          <pc:sldMk cId="4202578129" sldId="323"/>
        </pc:sldMkLst>
      </pc:sldChg>
      <pc:sldChg chg="addSp delSp modSp new mod ord">
        <pc:chgData name="Ellen Torfs" userId="c6aa1e10-4a12-4511-8c7c-135720d4f277" providerId="ADAL" clId="{6CCC3E95-3852-4B6A-AA99-7E0120184691}" dt="2022-10-05T15:35:54.850" v="6707" actId="6549"/>
        <pc:sldMkLst>
          <pc:docMk/>
          <pc:sldMk cId="179021777" sldId="324"/>
        </pc:sldMkLst>
      </pc:sldChg>
      <pc:sldChg chg="addSp delSp modSp new mod modNotesTx">
        <pc:chgData name="Ellen Torfs" userId="c6aa1e10-4a12-4511-8c7c-135720d4f277" providerId="ADAL" clId="{6CCC3E95-3852-4B6A-AA99-7E0120184691}" dt="2022-10-05T15:29:28.473" v="6613"/>
        <pc:sldMkLst>
          <pc:docMk/>
          <pc:sldMk cId="11117730" sldId="325"/>
        </pc:sldMkLst>
      </pc:sldChg>
      <pc:sldChg chg="modSp new mod">
        <pc:chgData name="Ellen Torfs" userId="c6aa1e10-4a12-4511-8c7c-135720d4f277" providerId="ADAL" clId="{6CCC3E95-3852-4B6A-AA99-7E0120184691}" dt="2022-10-05T15:41:09.102" v="6813" actId="20577"/>
        <pc:sldMkLst>
          <pc:docMk/>
          <pc:sldMk cId="2617469191" sldId="326"/>
        </pc:sldMkLst>
      </pc:sldChg>
      <pc:sldChg chg="addSp delSp modSp new mod">
        <pc:chgData name="Ellen Torfs" userId="c6aa1e10-4a12-4511-8c7c-135720d4f277" providerId="ADAL" clId="{6CCC3E95-3852-4B6A-AA99-7E0120184691}" dt="2022-10-05T15:52:49.919" v="6871" actId="1076"/>
        <pc:sldMkLst>
          <pc:docMk/>
          <pc:sldMk cId="2773265451" sldId="327"/>
        </pc:sldMkLst>
      </pc:sldChg>
    </pc:docChg>
  </pc:docChgLst>
  <pc:docChgLst>
    <pc:chgData name="Christel Maes" userId="7e61469a-7c21-464c-bace-a1bda262211a" providerId="ADAL" clId="{87FE1885-60B7-40AF-827E-9207F68EA3B2}"/>
    <pc:docChg chg="custSel delSld modSld">
      <pc:chgData name="Christel Maes" userId="7e61469a-7c21-464c-bace-a1bda262211a" providerId="ADAL" clId="{87FE1885-60B7-40AF-827E-9207F68EA3B2}" dt="2019-09-04T13:45:00.670" v="144" actId="6549"/>
      <pc:docMkLst>
        <pc:docMk/>
      </pc:docMkLst>
      <pc:sldChg chg="modSp">
        <pc:chgData name="Christel Maes" userId="7e61469a-7c21-464c-bace-a1bda262211a" providerId="ADAL" clId="{87FE1885-60B7-40AF-827E-9207F68EA3B2}" dt="2019-09-04T13:45:00.670" v="144" actId="6549"/>
        <pc:sldMkLst>
          <pc:docMk/>
          <pc:sldMk cId="1055868665" sldId="257"/>
        </pc:sldMkLst>
      </pc:sldChg>
      <pc:sldChg chg="modSp">
        <pc:chgData name="Christel Maes" userId="7e61469a-7c21-464c-bace-a1bda262211a" providerId="ADAL" clId="{87FE1885-60B7-40AF-827E-9207F68EA3B2}" dt="2019-09-04T13:43:24.762" v="105" actId="20577"/>
        <pc:sldMkLst>
          <pc:docMk/>
          <pc:sldMk cId="556707363" sldId="265"/>
        </pc:sldMkLst>
      </pc:sldChg>
      <pc:sldChg chg="del">
        <pc:chgData name="Christel Maes" userId="7e61469a-7c21-464c-bace-a1bda262211a" providerId="ADAL" clId="{87FE1885-60B7-40AF-827E-9207F68EA3B2}" dt="2019-09-04T13:43:35.120" v="106" actId="2696"/>
        <pc:sldMkLst>
          <pc:docMk/>
          <pc:sldMk cId="3728208910" sldId="266"/>
        </pc:sldMkLst>
      </pc:sldChg>
      <pc:sldChg chg="modSp">
        <pc:chgData name="Christel Maes" userId="7e61469a-7c21-464c-bace-a1bda262211a" providerId="ADAL" clId="{87FE1885-60B7-40AF-827E-9207F68EA3B2}" dt="2019-09-04T13:44:43.963" v="135" actId="20577"/>
        <pc:sldMkLst>
          <pc:docMk/>
          <pc:sldMk cId="2513866126" sldId="267"/>
        </pc:sldMkLst>
      </pc:sldChg>
    </pc:docChg>
  </pc:docChgLst>
  <pc:docChgLst>
    <pc:chgData name="Stef Van Wolputte" userId="53954008-e772-4081-b24d-77d1e8f1f00e" providerId="ADAL" clId="{F51C9DF1-1CB3-4BFC-8BE3-D9E11B84E68C}"/>
    <pc:docChg chg="custSel modSld">
      <pc:chgData name="Stef Van Wolputte" userId="53954008-e772-4081-b24d-77d1e8f1f00e" providerId="ADAL" clId="{F51C9DF1-1CB3-4BFC-8BE3-D9E11B84E68C}" dt="2023-09-20T11:23:19.316" v="0" actId="33524"/>
      <pc:docMkLst>
        <pc:docMk/>
      </pc:docMkLst>
      <pc:sldChg chg="modSp mod">
        <pc:chgData name="Stef Van Wolputte" userId="53954008-e772-4081-b24d-77d1e8f1f00e" providerId="ADAL" clId="{F51C9DF1-1CB3-4BFC-8BE3-D9E11B84E68C}" dt="2023-09-20T11:23:19.316" v="0" actId="33524"/>
        <pc:sldMkLst>
          <pc:docMk/>
          <pc:sldMk cId="2463157552" sldId="331"/>
        </pc:sldMkLst>
      </pc:sldChg>
    </pc:docChg>
  </pc:docChgLst>
  <pc:docChgLst>
    <pc:chgData name="Jochen Mariën" userId="a4f8d9ed-3895-4365-b2d5-9432cb8a20d4" providerId="ADAL" clId="{A8B5DF6C-A3AD-4E58-8983-4D01C67E2D37}"/>
    <pc:docChg chg="addSld modSld">
      <pc:chgData name="Jochen Mariën" userId="a4f8d9ed-3895-4365-b2d5-9432cb8a20d4" providerId="ADAL" clId="{A8B5DF6C-A3AD-4E58-8983-4D01C67E2D37}" dt="2022-10-27T11:21:15.277" v="4" actId="20577"/>
      <pc:docMkLst>
        <pc:docMk/>
      </pc:docMkLst>
      <pc:sldChg chg="modSp new mod">
        <pc:chgData name="Jochen Mariën" userId="a4f8d9ed-3895-4365-b2d5-9432cb8a20d4" providerId="ADAL" clId="{A8B5DF6C-A3AD-4E58-8983-4D01C67E2D37}" dt="2022-10-27T11:21:15.277" v="4" actId="20577"/>
        <pc:sldMkLst>
          <pc:docMk/>
          <pc:sldMk cId="2394397189" sldId="334"/>
        </pc:sldMkLst>
      </pc:sldChg>
    </pc:docChg>
  </pc:docChgLst>
  <pc:docChgLst>
    <pc:chgData name="Ellen Torfs" userId="c6aa1e10-4a12-4511-8c7c-135720d4f277" providerId="ADAL" clId="{9932D13E-6C5E-49FA-A144-75AC46F307EF}"/>
    <pc:docChg chg="undo custSel addSld delSld modSld sldOrd">
      <pc:chgData name="Ellen Torfs" userId="c6aa1e10-4a12-4511-8c7c-135720d4f277" providerId="ADAL" clId="{9932D13E-6C5E-49FA-A144-75AC46F307EF}" dt="2019-09-11T08:54:14.153" v="5135" actId="27636"/>
      <pc:docMkLst>
        <pc:docMk/>
      </pc:docMkLst>
      <pc:sldChg chg="modSp">
        <pc:chgData name="Ellen Torfs" userId="c6aa1e10-4a12-4511-8c7c-135720d4f277" providerId="ADAL" clId="{9932D13E-6C5E-49FA-A144-75AC46F307EF}" dt="2019-09-11T07:19:49.190" v="12" actId="20577"/>
        <pc:sldMkLst>
          <pc:docMk/>
          <pc:sldMk cId="54334544" sldId="256"/>
        </pc:sldMkLst>
      </pc:sldChg>
      <pc:sldChg chg="addSp modSp">
        <pc:chgData name="Ellen Torfs" userId="c6aa1e10-4a12-4511-8c7c-135720d4f277" providerId="ADAL" clId="{9932D13E-6C5E-49FA-A144-75AC46F307EF}" dt="2019-09-11T07:40:01.083" v="823" actId="1076"/>
        <pc:sldMkLst>
          <pc:docMk/>
          <pc:sldMk cId="1055868665" sldId="257"/>
        </pc:sldMkLst>
      </pc:sldChg>
      <pc:sldChg chg="addSp delSp modSp ord modNotesTx">
        <pc:chgData name="Ellen Torfs" userId="c6aa1e10-4a12-4511-8c7c-135720d4f277" providerId="ADAL" clId="{9932D13E-6C5E-49FA-A144-75AC46F307EF}" dt="2019-09-11T08:52:18.855" v="5016" actId="20577"/>
        <pc:sldMkLst>
          <pc:docMk/>
          <pc:sldMk cId="620147385" sldId="258"/>
        </pc:sldMkLst>
      </pc:sldChg>
      <pc:sldChg chg="del">
        <pc:chgData name="Ellen Torfs" userId="c6aa1e10-4a12-4511-8c7c-135720d4f277" providerId="ADAL" clId="{9932D13E-6C5E-49FA-A144-75AC46F307EF}" dt="2019-09-11T07:56:05.804" v="2100" actId="2696"/>
        <pc:sldMkLst>
          <pc:docMk/>
          <pc:sldMk cId="2303287502" sldId="259"/>
        </pc:sldMkLst>
      </pc:sldChg>
      <pc:sldChg chg="del">
        <pc:chgData name="Ellen Torfs" userId="c6aa1e10-4a12-4511-8c7c-135720d4f277" providerId="ADAL" clId="{9932D13E-6C5E-49FA-A144-75AC46F307EF}" dt="2019-09-11T08:06:35.910" v="2454" actId="2696"/>
        <pc:sldMkLst>
          <pc:docMk/>
          <pc:sldMk cId="1438263673" sldId="260"/>
        </pc:sldMkLst>
      </pc:sldChg>
      <pc:sldChg chg="del">
        <pc:chgData name="Ellen Torfs" userId="c6aa1e10-4a12-4511-8c7c-135720d4f277" providerId="ADAL" clId="{9932D13E-6C5E-49FA-A144-75AC46F307EF}" dt="2019-09-11T07:56:18.310" v="2101" actId="2696"/>
        <pc:sldMkLst>
          <pc:docMk/>
          <pc:sldMk cId="3855885531" sldId="261"/>
        </pc:sldMkLst>
      </pc:sldChg>
      <pc:sldChg chg="modSp ord">
        <pc:chgData name="Ellen Torfs" userId="c6aa1e10-4a12-4511-8c7c-135720d4f277" providerId="ADAL" clId="{9932D13E-6C5E-49FA-A144-75AC46F307EF}" dt="2019-09-11T08:28:29.113" v="3460" actId="20577"/>
        <pc:sldMkLst>
          <pc:docMk/>
          <pc:sldMk cId="2006118848" sldId="262"/>
        </pc:sldMkLst>
      </pc:sldChg>
      <pc:sldChg chg="ord">
        <pc:chgData name="Ellen Torfs" userId="c6aa1e10-4a12-4511-8c7c-135720d4f277" providerId="ADAL" clId="{9932D13E-6C5E-49FA-A144-75AC46F307EF}" dt="2019-09-11T08:29:15.782" v="3478" actId="27636"/>
        <pc:sldMkLst>
          <pc:docMk/>
          <pc:sldMk cId="977749703" sldId="263"/>
        </pc:sldMkLst>
      </pc:sldChg>
      <pc:sldChg chg="delSp modSp ord">
        <pc:chgData name="Ellen Torfs" userId="c6aa1e10-4a12-4511-8c7c-135720d4f277" providerId="ADAL" clId="{9932D13E-6C5E-49FA-A144-75AC46F307EF}" dt="2019-09-11T08:29:27.798" v="3481" actId="20577"/>
        <pc:sldMkLst>
          <pc:docMk/>
          <pc:sldMk cId="2290807259" sldId="264"/>
        </pc:sldMkLst>
      </pc:sldChg>
      <pc:sldChg chg="modSp">
        <pc:chgData name="Ellen Torfs" userId="c6aa1e10-4a12-4511-8c7c-135720d4f277" providerId="ADAL" clId="{9932D13E-6C5E-49FA-A144-75AC46F307EF}" dt="2019-09-11T08:35:30.349" v="4039" actId="20577"/>
        <pc:sldMkLst>
          <pc:docMk/>
          <pc:sldMk cId="556707363" sldId="265"/>
        </pc:sldMkLst>
      </pc:sldChg>
      <pc:sldChg chg="modSp">
        <pc:chgData name="Ellen Torfs" userId="c6aa1e10-4a12-4511-8c7c-135720d4f277" providerId="ADAL" clId="{9932D13E-6C5E-49FA-A144-75AC46F307EF}" dt="2019-09-11T07:24:53.109" v="227" actId="20577"/>
        <pc:sldMkLst>
          <pc:docMk/>
          <pc:sldMk cId="2513866126" sldId="267"/>
        </pc:sldMkLst>
      </pc:sldChg>
      <pc:sldChg chg="addSp delSp modSp add">
        <pc:chgData name="Ellen Torfs" userId="c6aa1e10-4a12-4511-8c7c-135720d4f277" providerId="ADAL" clId="{9932D13E-6C5E-49FA-A144-75AC46F307EF}" dt="2019-09-11T07:54:52.916" v="2099" actId="20577"/>
        <pc:sldMkLst>
          <pc:docMk/>
          <pc:sldMk cId="1006678507" sldId="268"/>
        </pc:sldMkLst>
      </pc:sldChg>
      <pc:sldChg chg="modSp add ord">
        <pc:chgData name="Ellen Torfs" userId="c6aa1e10-4a12-4511-8c7c-135720d4f277" providerId="ADAL" clId="{9932D13E-6C5E-49FA-A144-75AC46F307EF}" dt="2019-09-11T08:54:14.153" v="5135" actId="27636"/>
        <pc:sldMkLst>
          <pc:docMk/>
          <pc:sldMk cId="2571285731" sldId="269"/>
        </pc:sldMkLst>
      </pc:sldChg>
      <pc:sldChg chg="modSp add del">
        <pc:chgData name="Ellen Torfs" userId="c6aa1e10-4a12-4511-8c7c-135720d4f277" providerId="ADAL" clId="{9932D13E-6C5E-49FA-A144-75AC46F307EF}" dt="2019-09-11T08:41:26.851" v="4805" actId="2696"/>
        <pc:sldMkLst>
          <pc:docMk/>
          <pc:sldMk cId="2408717167" sldId="270"/>
        </pc:sldMkLst>
      </pc:sldChg>
    </pc:docChg>
  </pc:docChgLst>
  <pc:docChgLst>
    <pc:chgData name="Ellen Torfs" userId="c6aa1e10-4a12-4511-8c7c-135720d4f277" providerId="ADAL" clId="{D63D492A-CD17-4157-AD97-53C0073D1956}"/>
    <pc:docChg chg="undo custSel modSld">
      <pc:chgData name="Ellen Torfs" userId="c6aa1e10-4a12-4511-8c7c-135720d4f277" providerId="ADAL" clId="{D63D492A-CD17-4157-AD97-53C0073D1956}" dt="2025-09-21T13:09:44.473" v="5" actId="20577"/>
      <pc:docMkLst>
        <pc:docMk/>
      </pc:docMkLst>
      <pc:sldChg chg="addSp delSp modSp mod">
        <pc:chgData name="Ellen Torfs" userId="c6aa1e10-4a12-4511-8c7c-135720d4f277" providerId="ADAL" clId="{D63D492A-CD17-4157-AD97-53C0073D1956}" dt="2025-09-21T13:09:44.473" v="5" actId="20577"/>
        <pc:sldMkLst>
          <pc:docMk/>
          <pc:sldMk cId="54334544" sldId="256"/>
        </pc:sldMkLst>
        <pc:spChg chg="add del mod">
          <ac:chgData name="Ellen Torfs" userId="c6aa1e10-4a12-4511-8c7c-135720d4f277" providerId="ADAL" clId="{D63D492A-CD17-4157-AD97-53C0073D1956}" dt="2025-09-21T13:09:44.473" v="5" actId="20577"/>
          <ac:spMkLst>
            <pc:docMk/>
            <pc:sldMk cId="54334544" sldId="256"/>
            <ac:spMk id="3" creationId="{00000000-0000-0000-0000-000000000000}"/>
          </ac:spMkLst>
        </pc:spChg>
        <pc:spChg chg="add del mod">
          <ac:chgData name="Ellen Torfs" userId="c6aa1e10-4a12-4511-8c7c-135720d4f277" providerId="ADAL" clId="{D63D492A-CD17-4157-AD97-53C0073D1956}" dt="2025-09-21T13:09:40.722" v="3" actId="478"/>
          <ac:spMkLst>
            <pc:docMk/>
            <pc:sldMk cId="54334544" sldId="256"/>
            <ac:spMk id="6" creationId="{EE017229-B766-43F4-6C32-A3AA4453FECA}"/>
          </ac:spMkLst>
        </pc:spChg>
      </pc:sldChg>
    </pc:docChg>
  </pc:docChgLst>
  <pc:docChgLst>
    <pc:chgData name="Ellen Torfs" userId="c6aa1e10-4a12-4511-8c7c-135720d4f277" providerId="ADAL" clId="{16CCFF1C-33F6-4DA3-9B04-E910DC44BBE8}"/>
    <pc:docChg chg="delSld modSld">
      <pc:chgData name="Ellen Torfs" userId="c6aa1e10-4a12-4511-8c7c-135720d4f277" providerId="ADAL" clId="{16CCFF1C-33F6-4DA3-9B04-E910DC44BBE8}" dt="2022-11-25T15:14:17.755" v="2" actId="20577"/>
      <pc:docMkLst>
        <pc:docMk/>
      </pc:docMkLst>
      <pc:sldChg chg="modSp mod">
        <pc:chgData name="Ellen Torfs" userId="c6aa1e10-4a12-4511-8c7c-135720d4f277" providerId="ADAL" clId="{16CCFF1C-33F6-4DA3-9B04-E910DC44BBE8}" dt="2022-11-25T15:07:09.381" v="1" actId="20577"/>
        <pc:sldMkLst>
          <pc:docMk/>
          <pc:sldMk cId="3664400191" sldId="322"/>
        </pc:sldMkLst>
      </pc:sldChg>
      <pc:sldChg chg="modSp mod">
        <pc:chgData name="Ellen Torfs" userId="c6aa1e10-4a12-4511-8c7c-135720d4f277" providerId="ADAL" clId="{16CCFF1C-33F6-4DA3-9B04-E910DC44BBE8}" dt="2022-11-25T15:14:17.755" v="2" actId="20577"/>
        <pc:sldMkLst>
          <pc:docMk/>
          <pc:sldMk cId="3457504763" sldId="329"/>
        </pc:sldMkLst>
      </pc:sldChg>
      <pc:sldChg chg="del">
        <pc:chgData name="Ellen Torfs" userId="c6aa1e10-4a12-4511-8c7c-135720d4f277" providerId="ADAL" clId="{16CCFF1C-33F6-4DA3-9B04-E910DC44BBE8}" dt="2022-11-22T15:40:44.327" v="0" actId="47"/>
        <pc:sldMkLst>
          <pc:docMk/>
          <pc:sldMk cId="2394397189" sldId="334"/>
        </pc:sldMkLst>
      </pc:sldChg>
    </pc:docChg>
  </pc:docChgLst>
  <pc:docChgLst>
    <pc:chgData name="Ellen Torfs" userId="c6aa1e10-4a12-4511-8c7c-135720d4f277" providerId="ADAL" clId="{12CE8BF7-99A2-40E2-A9CB-C29267AE7EA3}"/>
    <pc:docChg chg="modSld">
      <pc:chgData name="Ellen Torfs" userId="c6aa1e10-4a12-4511-8c7c-135720d4f277" providerId="ADAL" clId="{12CE8BF7-99A2-40E2-A9CB-C29267AE7EA3}" dt="2019-05-27T11:40:26.634" v="5" actId="20577"/>
      <pc:docMkLst>
        <pc:docMk/>
      </pc:docMkLst>
      <pc:sldChg chg="modSp">
        <pc:chgData name="Ellen Torfs" userId="c6aa1e10-4a12-4511-8c7c-135720d4f277" providerId="ADAL" clId="{12CE8BF7-99A2-40E2-A9CB-C29267AE7EA3}" dt="2019-05-27T11:40:26.634" v="5" actId="20577"/>
        <pc:sldMkLst>
          <pc:docMk/>
          <pc:sldMk cId="2513866126" sldId="267"/>
        </pc:sldMkLst>
      </pc:sldChg>
    </pc:docChg>
  </pc:docChgLst>
  <pc:docChgLst>
    <pc:chgData name="Ellen Torfs" userId="c6aa1e10-4a12-4511-8c7c-135720d4f277" providerId="ADAL" clId="{214A502F-9E29-43F9-9CAB-F5A2DFA76F4E}"/>
    <pc:docChg chg="undo custSel addSld delSld modSld modMainMaster">
      <pc:chgData name="Ellen Torfs" userId="c6aa1e10-4a12-4511-8c7c-135720d4f277" providerId="ADAL" clId="{214A502F-9E29-43F9-9CAB-F5A2DFA76F4E}" dt="2022-01-19T09:08:31.393" v="405" actId="20577"/>
      <pc:docMkLst>
        <pc:docMk/>
      </pc:docMkLst>
      <pc:sldChg chg="del">
        <pc:chgData name="Ellen Torfs" userId="c6aa1e10-4a12-4511-8c7c-135720d4f277" providerId="ADAL" clId="{214A502F-9E29-43F9-9CAB-F5A2DFA76F4E}" dt="2022-01-19T09:03:50.394" v="323" actId="47"/>
        <pc:sldMkLst>
          <pc:docMk/>
          <pc:sldMk cId="1055868665" sldId="257"/>
        </pc:sldMkLst>
      </pc:sldChg>
      <pc:sldChg chg="modSp mod">
        <pc:chgData name="Ellen Torfs" userId="c6aa1e10-4a12-4511-8c7c-135720d4f277" providerId="ADAL" clId="{214A502F-9E29-43F9-9CAB-F5A2DFA76F4E}" dt="2022-01-19T09:04:52.510" v="333" actId="13926"/>
        <pc:sldMkLst>
          <pc:docMk/>
          <pc:sldMk cId="620147385" sldId="258"/>
        </pc:sldMkLst>
      </pc:sldChg>
      <pc:sldChg chg="modSp mod">
        <pc:chgData name="Ellen Torfs" userId="c6aa1e10-4a12-4511-8c7c-135720d4f277" providerId="ADAL" clId="{214A502F-9E29-43F9-9CAB-F5A2DFA76F4E}" dt="2022-01-19T09:05:56.409" v="352" actId="13926"/>
        <pc:sldMkLst>
          <pc:docMk/>
          <pc:sldMk cId="2006118848" sldId="262"/>
        </pc:sldMkLst>
      </pc:sldChg>
      <pc:sldChg chg="modSp mod">
        <pc:chgData name="Ellen Torfs" userId="c6aa1e10-4a12-4511-8c7c-135720d4f277" providerId="ADAL" clId="{214A502F-9E29-43F9-9CAB-F5A2DFA76F4E}" dt="2022-01-19T09:08:31.393" v="405" actId="20577"/>
        <pc:sldMkLst>
          <pc:docMk/>
          <pc:sldMk cId="2513866126" sldId="267"/>
        </pc:sldMkLst>
      </pc:sldChg>
      <pc:sldChg chg="modSp mod">
        <pc:chgData name="Ellen Torfs" userId="c6aa1e10-4a12-4511-8c7c-135720d4f277" providerId="ADAL" clId="{214A502F-9E29-43F9-9CAB-F5A2DFA76F4E}" dt="2022-01-19T09:06:52.032" v="357" actId="20577"/>
        <pc:sldMkLst>
          <pc:docMk/>
          <pc:sldMk cId="2571285731" sldId="269"/>
        </pc:sldMkLst>
      </pc:sldChg>
      <pc:sldChg chg="del">
        <pc:chgData name="Ellen Torfs" userId="c6aa1e10-4a12-4511-8c7c-135720d4f277" providerId="ADAL" clId="{214A502F-9E29-43F9-9CAB-F5A2DFA76F4E}" dt="2022-01-19T09:06:11.686" v="353" actId="47"/>
        <pc:sldMkLst>
          <pc:docMk/>
          <pc:sldMk cId="981461507" sldId="270"/>
        </pc:sldMkLst>
      </pc:sldChg>
      <pc:sldChg chg="modSp new del mod">
        <pc:chgData name="Ellen Torfs" userId="c6aa1e10-4a12-4511-8c7c-135720d4f277" providerId="ADAL" clId="{214A502F-9E29-43F9-9CAB-F5A2DFA76F4E}" dt="2022-01-19T09:08:12.070" v="404" actId="47"/>
        <pc:sldMkLst>
          <pc:docMk/>
          <pc:sldMk cId="4175316598" sldId="272"/>
        </pc:sldMkLst>
      </pc:sldChg>
      <pc:sldMasterChg chg="modSldLayout">
        <pc:chgData name="Ellen Torfs" userId="c6aa1e10-4a12-4511-8c7c-135720d4f277" providerId="ADAL" clId="{214A502F-9E29-43F9-9CAB-F5A2DFA76F4E}" dt="2022-01-19T08:56:19.361" v="92" actId="1076"/>
        <pc:sldMasterMkLst>
          <pc:docMk/>
          <pc:sldMasterMk cId="898952359" sldId="2147483648"/>
        </pc:sldMasterMkLst>
        <pc:sldLayoutChg chg="addSp delSp modSp mod">
          <pc:chgData name="Ellen Torfs" userId="c6aa1e10-4a12-4511-8c7c-135720d4f277" providerId="ADAL" clId="{214A502F-9E29-43F9-9CAB-F5A2DFA76F4E}" dt="2022-01-19T08:56:19.361" v="92" actId="1076"/>
          <pc:sldLayoutMkLst>
            <pc:docMk/>
            <pc:sldMasterMk cId="898952359" sldId="2147483648"/>
            <pc:sldLayoutMk cId="2661203413" sldId="2147483649"/>
          </pc:sldLayoutMkLst>
        </pc:sldLayoutChg>
      </pc:sldMasterChg>
    </pc:docChg>
  </pc:docChgLst>
  <pc:docChgLst>
    <pc:chgData name="Ellen Torfs" userId="c6aa1e10-4a12-4511-8c7c-135720d4f277" providerId="ADAL" clId="{96FE4D50-3959-4B58-A212-D6CC02D3BBDA}"/>
    <pc:docChg chg="custSel modSld">
      <pc:chgData name="Ellen Torfs" userId="c6aa1e10-4a12-4511-8c7c-135720d4f277" providerId="ADAL" clId="{96FE4D50-3959-4B58-A212-D6CC02D3BBDA}" dt="2022-01-21T10:21:14.623" v="362" actId="20577"/>
      <pc:docMkLst>
        <pc:docMk/>
      </pc:docMkLst>
      <pc:sldChg chg="modSp mod">
        <pc:chgData name="Ellen Torfs" userId="c6aa1e10-4a12-4511-8c7c-135720d4f277" providerId="ADAL" clId="{96FE4D50-3959-4B58-A212-D6CC02D3BBDA}" dt="2022-01-20T08:43:35.652" v="6" actId="20577"/>
        <pc:sldMkLst>
          <pc:docMk/>
          <pc:sldMk cId="54334544" sldId="256"/>
        </pc:sldMkLst>
      </pc:sldChg>
      <pc:sldChg chg="modSp mod">
        <pc:chgData name="Ellen Torfs" userId="c6aa1e10-4a12-4511-8c7c-135720d4f277" providerId="ADAL" clId="{96FE4D50-3959-4B58-A212-D6CC02D3BBDA}" dt="2022-01-21T10:21:14.623" v="362" actId="20577"/>
        <pc:sldMkLst>
          <pc:docMk/>
          <pc:sldMk cId="3503501734" sldId="257"/>
        </pc:sldMkLst>
      </pc:sldChg>
    </pc:docChg>
  </pc:docChgLst>
  <pc:docChgLst>
    <pc:chgData name="Ellen Torfs" userId="c6aa1e10-4a12-4511-8c7c-135720d4f277" providerId="ADAL" clId="{35075990-BF19-4E4D-B8A9-AC0C3B191CF5}"/>
    <pc:docChg chg="custSel modSld">
      <pc:chgData name="Ellen Torfs" userId="c6aa1e10-4a12-4511-8c7c-135720d4f277" providerId="ADAL" clId="{35075990-BF19-4E4D-B8A9-AC0C3B191CF5}" dt="2024-10-21T16:55:27.524" v="323" actId="20577"/>
      <pc:docMkLst>
        <pc:docMk/>
      </pc:docMkLst>
      <pc:sldChg chg="modSp mod">
        <pc:chgData name="Ellen Torfs" userId="c6aa1e10-4a12-4511-8c7c-135720d4f277" providerId="ADAL" clId="{35075990-BF19-4E4D-B8A9-AC0C3B191CF5}" dt="2024-10-21T16:49:14.150" v="245" actId="1076"/>
        <pc:sldMkLst>
          <pc:docMk/>
          <pc:sldMk cId="844808062" sldId="330"/>
        </pc:sldMkLst>
      </pc:sldChg>
      <pc:sldChg chg="modSp mod">
        <pc:chgData name="Ellen Torfs" userId="c6aa1e10-4a12-4511-8c7c-135720d4f277" providerId="ADAL" clId="{35075990-BF19-4E4D-B8A9-AC0C3B191CF5}" dt="2024-10-21T16:55:27.524" v="323" actId="20577"/>
        <pc:sldMkLst>
          <pc:docMk/>
          <pc:sldMk cId="1413264140" sldId="335"/>
        </pc:sldMkLst>
      </pc:sldChg>
      <pc:sldChg chg="modSp mod">
        <pc:chgData name="Ellen Torfs" userId="c6aa1e10-4a12-4511-8c7c-135720d4f277" providerId="ADAL" clId="{35075990-BF19-4E4D-B8A9-AC0C3B191CF5}" dt="2024-10-21T16:47:24.414" v="244" actId="20577"/>
        <pc:sldMkLst>
          <pc:docMk/>
          <pc:sldMk cId="2979736630" sldId="337"/>
        </pc:sldMkLst>
      </pc:sldChg>
      <pc:sldChg chg="modSp mod">
        <pc:chgData name="Ellen Torfs" userId="c6aa1e10-4a12-4511-8c7c-135720d4f277" providerId="ADAL" clId="{35075990-BF19-4E4D-B8A9-AC0C3B191CF5}" dt="2024-10-21T16:43:25.957" v="17" actId="20577"/>
        <pc:sldMkLst>
          <pc:docMk/>
          <pc:sldMk cId="2882915058" sldId="338"/>
        </pc:sldMkLst>
      </pc:sldChg>
      <pc:sldChg chg="addSp modSp mod">
        <pc:chgData name="Ellen Torfs" userId="c6aa1e10-4a12-4511-8c7c-135720d4f277" providerId="ADAL" clId="{35075990-BF19-4E4D-B8A9-AC0C3B191CF5}" dt="2024-10-21T16:54:06.099" v="289" actId="1076"/>
        <pc:sldMkLst>
          <pc:docMk/>
          <pc:sldMk cId="976135654" sldId="339"/>
        </pc:sldMkLst>
      </pc:sldChg>
    </pc:docChg>
  </pc:docChgLst>
  <pc:docChgLst>
    <pc:chgData name="Ellen Torfs" userId="c6aa1e10-4a12-4511-8c7c-135720d4f277" providerId="ADAL" clId="{FF95A89B-2AB9-47A5-A5A2-46B9549F1166}"/>
    <pc:docChg chg="custSel addSld delSld modSld replTag delTag">
      <pc:chgData name="Ellen Torfs" userId="c6aa1e10-4a12-4511-8c7c-135720d4f277" providerId="ADAL" clId="{FF95A89B-2AB9-47A5-A5A2-46B9549F1166}" dt="2021-09-20T16:12:03.447" v="575"/>
      <pc:docMkLst>
        <pc:docMk/>
      </pc:docMkLst>
      <pc:sldChg chg="modSp mod">
        <pc:chgData name="Ellen Torfs" userId="c6aa1e10-4a12-4511-8c7c-135720d4f277" providerId="ADAL" clId="{FF95A89B-2AB9-47A5-A5A2-46B9549F1166}" dt="2021-09-20T16:01:10.342" v="30" actId="20577"/>
        <pc:sldMkLst>
          <pc:docMk/>
          <pc:sldMk cId="620147385" sldId="258"/>
        </pc:sldMkLst>
      </pc:sldChg>
      <pc:sldChg chg="modSp mod">
        <pc:chgData name="Ellen Torfs" userId="c6aa1e10-4a12-4511-8c7c-135720d4f277" providerId="ADAL" clId="{FF95A89B-2AB9-47A5-A5A2-46B9549F1166}" dt="2021-09-20T16:01:49.303" v="36" actId="20577"/>
        <pc:sldMkLst>
          <pc:docMk/>
          <pc:sldMk cId="2006118848" sldId="262"/>
        </pc:sldMkLst>
      </pc:sldChg>
      <pc:sldChg chg="modSp mod">
        <pc:chgData name="Ellen Torfs" userId="c6aa1e10-4a12-4511-8c7c-135720d4f277" providerId="ADAL" clId="{FF95A89B-2AB9-47A5-A5A2-46B9549F1166}" dt="2021-09-20T16:11:47.840" v="572" actId="20577"/>
        <pc:sldMkLst>
          <pc:docMk/>
          <pc:sldMk cId="2513866126" sldId="267"/>
        </pc:sldMkLst>
      </pc:sldChg>
      <pc:sldChg chg="modSp mod">
        <pc:chgData name="Ellen Torfs" userId="c6aa1e10-4a12-4511-8c7c-135720d4f277" providerId="ADAL" clId="{FF95A89B-2AB9-47A5-A5A2-46B9549F1166}" dt="2021-09-20T15:59:37.065" v="19" actId="20577"/>
        <pc:sldMkLst>
          <pc:docMk/>
          <pc:sldMk cId="1006678507" sldId="268"/>
        </pc:sldMkLst>
      </pc:sldChg>
      <pc:sldChg chg="modSp mod">
        <pc:chgData name="Ellen Torfs" userId="c6aa1e10-4a12-4511-8c7c-135720d4f277" providerId="ADAL" clId="{FF95A89B-2AB9-47A5-A5A2-46B9549F1166}" dt="2021-09-20T16:11:00.360" v="566" actId="20577"/>
        <pc:sldMkLst>
          <pc:docMk/>
          <pc:sldMk cId="2571285731" sldId="269"/>
        </pc:sldMkLst>
      </pc:sldChg>
      <pc:sldChg chg="modSp new del mod">
        <pc:chgData name="Ellen Torfs" userId="c6aa1e10-4a12-4511-8c7c-135720d4f277" providerId="ADAL" clId="{FF95A89B-2AB9-47A5-A5A2-46B9549F1166}" dt="2021-09-20T16:11:04.389" v="567" actId="47"/>
        <pc:sldMkLst>
          <pc:docMk/>
          <pc:sldMk cId="2783466768" sldId="272"/>
        </pc:sldMkLst>
      </pc:sldChg>
    </pc:docChg>
  </pc:docChgLst>
  <pc:docChgLst>
    <pc:chgData name="Ellen Torfs" userId="c6aa1e10-4a12-4511-8c7c-135720d4f277" providerId="ADAL" clId="{A34FAF8E-6267-48E0-9941-086A1623C187}"/>
    <pc:docChg chg="custSel addSld delSld modSld">
      <pc:chgData name="Ellen Torfs" userId="c6aa1e10-4a12-4511-8c7c-135720d4f277" providerId="ADAL" clId="{A34FAF8E-6267-48E0-9941-086A1623C187}" dt="2022-01-19T09:10:52.439" v="63" actId="20577"/>
      <pc:docMkLst>
        <pc:docMk/>
      </pc:docMkLst>
      <pc:sldChg chg="modSp mod">
        <pc:chgData name="Ellen Torfs" userId="c6aa1e10-4a12-4511-8c7c-135720d4f277" providerId="ADAL" clId="{A34FAF8E-6267-48E0-9941-086A1623C187}" dt="2022-01-19T09:10:41.096" v="45" actId="20577"/>
        <pc:sldMkLst>
          <pc:docMk/>
          <pc:sldMk cId="54334544" sldId="256"/>
        </pc:sldMkLst>
      </pc:sldChg>
      <pc:sldChg chg="modSp new mod">
        <pc:chgData name="Ellen Torfs" userId="c6aa1e10-4a12-4511-8c7c-135720d4f277" providerId="ADAL" clId="{A34FAF8E-6267-48E0-9941-086A1623C187}" dt="2022-01-19T09:10:52.439" v="63" actId="20577"/>
        <pc:sldMkLst>
          <pc:docMk/>
          <pc:sldMk cId="3503501734" sldId="257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620147385" sldId="258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2006118848" sldId="262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2513866126" sldId="267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1006678507" sldId="268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2571285731" sldId="269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839269463" sldId="271"/>
        </pc:sldMkLst>
      </pc:sldChg>
    </pc:docChg>
  </pc:docChgLst>
  <pc:docChgLst>
    <pc:chgData name="Ellen Torfs" userId="c6aa1e10-4a12-4511-8c7c-135720d4f277" providerId="ADAL" clId="{E38E71A2-08A4-48AF-89DB-C74130CE98D2}"/>
    <pc:docChg chg="undo custSel addSld delSld modSld">
      <pc:chgData name="Ellen Torfs" userId="c6aa1e10-4a12-4511-8c7c-135720d4f277" providerId="ADAL" clId="{E38E71A2-08A4-48AF-89DB-C74130CE98D2}" dt="2020-09-14T14:32:16.911" v="2442" actId="20577"/>
      <pc:docMkLst>
        <pc:docMk/>
      </pc:docMkLst>
      <pc:sldChg chg="modSp">
        <pc:chgData name="Ellen Torfs" userId="c6aa1e10-4a12-4511-8c7c-135720d4f277" providerId="ADAL" clId="{E38E71A2-08A4-48AF-89DB-C74130CE98D2}" dt="2020-09-14T11:10:49.947" v="718" actId="20577"/>
        <pc:sldMkLst>
          <pc:docMk/>
          <pc:sldMk cId="54334544" sldId="256"/>
        </pc:sldMkLst>
      </pc:sldChg>
      <pc:sldChg chg="addSp modSp">
        <pc:chgData name="Ellen Torfs" userId="c6aa1e10-4a12-4511-8c7c-135720d4f277" providerId="ADAL" clId="{E38E71A2-08A4-48AF-89DB-C74130CE98D2}" dt="2020-09-14T11:11:39.137" v="745" actId="1076"/>
        <pc:sldMkLst>
          <pc:docMk/>
          <pc:sldMk cId="1055868665" sldId="257"/>
        </pc:sldMkLst>
      </pc:sldChg>
      <pc:sldChg chg="modSp">
        <pc:chgData name="Ellen Torfs" userId="c6aa1e10-4a12-4511-8c7c-135720d4f277" providerId="ADAL" clId="{E38E71A2-08A4-48AF-89DB-C74130CE98D2}" dt="2020-09-14T11:10:18.956" v="691" actId="6549"/>
        <pc:sldMkLst>
          <pc:docMk/>
          <pc:sldMk cId="620147385" sldId="258"/>
        </pc:sldMkLst>
      </pc:sldChg>
      <pc:sldChg chg="modSp">
        <pc:chgData name="Ellen Torfs" userId="c6aa1e10-4a12-4511-8c7c-135720d4f277" providerId="ADAL" clId="{E38E71A2-08A4-48AF-89DB-C74130CE98D2}" dt="2020-09-14T14:11:49.723" v="1294" actId="20577"/>
        <pc:sldMkLst>
          <pc:docMk/>
          <pc:sldMk cId="2006118848" sldId="262"/>
        </pc:sldMkLst>
      </pc:sldChg>
      <pc:sldChg chg="del">
        <pc:chgData name="Ellen Torfs" userId="c6aa1e10-4a12-4511-8c7c-135720d4f277" providerId="ADAL" clId="{E38E71A2-08A4-48AF-89DB-C74130CE98D2}" dt="2020-09-14T14:11:05.063" v="1291" actId="2696"/>
        <pc:sldMkLst>
          <pc:docMk/>
          <pc:sldMk cId="977749703" sldId="263"/>
        </pc:sldMkLst>
      </pc:sldChg>
      <pc:sldChg chg="del">
        <pc:chgData name="Ellen Torfs" userId="c6aa1e10-4a12-4511-8c7c-135720d4f277" providerId="ADAL" clId="{E38E71A2-08A4-48AF-89DB-C74130CE98D2}" dt="2020-09-14T14:11:05.057" v="1290" actId="2696"/>
        <pc:sldMkLst>
          <pc:docMk/>
          <pc:sldMk cId="2290807259" sldId="264"/>
        </pc:sldMkLst>
      </pc:sldChg>
      <pc:sldChg chg="del">
        <pc:chgData name="Ellen Torfs" userId="c6aa1e10-4a12-4511-8c7c-135720d4f277" providerId="ADAL" clId="{E38E71A2-08A4-48AF-89DB-C74130CE98D2}" dt="2020-09-14T14:13:15.755" v="1297" actId="2696"/>
        <pc:sldMkLst>
          <pc:docMk/>
          <pc:sldMk cId="556707363" sldId="265"/>
        </pc:sldMkLst>
      </pc:sldChg>
      <pc:sldChg chg="modSp">
        <pc:chgData name="Ellen Torfs" userId="c6aa1e10-4a12-4511-8c7c-135720d4f277" providerId="ADAL" clId="{E38E71A2-08A4-48AF-89DB-C74130CE98D2}" dt="2020-09-14T10:55:46.951" v="236" actId="20577"/>
        <pc:sldMkLst>
          <pc:docMk/>
          <pc:sldMk cId="2513866126" sldId="267"/>
        </pc:sldMkLst>
      </pc:sldChg>
      <pc:sldChg chg="modSp">
        <pc:chgData name="Ellen Torfs" userId="c6aa1e10-4a12-4511-8c7c-135720d4f277" providerId="ADAL" clId="{E38E71A2-08A4-48AF-89DB-C74130CE98D2}" dt="2020-09-14T11:05:34.423" v="519" actId="27636"/>
        <pc:sldMkLst>
          <pc:docMk/>
          <pc:sldMk cId="1006678507" sldId="268"/>
        </pc:sldMkLst>
      </pc:sldChg>
      <pc:sldChg chg="modSp">
        <pc:chgData name="Ellen Torfs" userId="c6aa1e10-4a12-4511-8c7c-135720d4f277" providerId="ADAL" clId="{E38E71A2-08A4-48AF-89DB-C74130CE98D2}" dt="2020-09-14T14:25:40.260" v="1794" actId="20577"/>
        <pc:sldMkLst>
          <pc:docMk/>
          <pc:sldMk cId="2571285731" sldId="269"/>
        </pc:sldMkLst>
      </pc:sldChg>
      <pc:sldChg chg="modSp add">
        <pc:chgData name="Ellen Torfs" userId="c6aa1e10-4a12-4511-8c7c-135720d4f277" providerId="ADAL" clId="{E38E71A2-08A4-48AF-89DB-C74130CE98D2}" dt="2020-09-14T14:12:11.785" v="1296" actId="6549"/>
        <pc:sldMkLst>
          <pc:docMk/>
          <pc:sldMk cId="981461507" sldId="270"/>
        </pc:sldMkLst>
      </pc:sldChg>
      <pc:sldChg chg="modSp add">
        <pc:chgData name="Ellen Torfs" userId="c6aa1e10-4a12-4511-8c7c-135720d4f277" providerId="ADAL" clId="{E38E71A2-08A4-48AF-89DB-C74130CE98D2}" dt="2020-09-14T14:32:16.911" v="2442" actId="20577"/>
        <pc:sldMkLst>
          <pc:docMk/>
          <pc:sldMk cId="839269463" sldId="271"/>
        </pc:sldMkLst>
      </pc:sldChg>
    </pc:docChg>
  </pc:docChgLst>
  <pc:docChgLst>
    <pc:chgData name="Ellen Torfs" userId="c6aa1e10-4a12-4511-8c7c-135720d4f277" providerId="ADAL" clId="{768FC7C2-F920-440A-B678-F18A8E1311B7}"/>
    <pc:docChg chg="custSel modSld replTag delTag">
      <pc:chgData name="Ellen Torfs" userId="c6aa1e10-4a12-4511-8c7c-135720d4f277" providerId="ADAL" clId="{768FC7C2-F920-440A-B678-F18A8E1311B7}" dt="2021-09-17T15:05:07.352" v="20"/>
      <pc:docMkLst>
        <pc:docMk/>
      </pc:docMkLst>
    </pc:docChg>
  </pc:docChgLst>
  <pc:docChgLst>
    <pc:chgData name="Jochen Mariën" userId="a4f8d9ed-3895-4365-b2d5-9432cb8a20d4" providerId="ADAL" clId="{6FEC1757-F93A-4277-9371-69CC69AEF602}"/>
    <pc:docChg chg="delSld modSld">
      <pc:chgData name="Jochen Mariën" userId="a4f8d9ed-3895-4365-b2d5-9432cb8a20d4" providerId="ADAL" clId="{6FEC1757-F93A-4277-9371-69CC69AEF602}" dt="2022-09-01T12:20:34.503" v="7" actId="1076"/>
      <pc:docMkLst>
        <pc:docMk/>
      </pc:docMkLst>
      <pc:sldChg chg="del">
        <pc:chgData name="Jochen Mariën" userId="a4f8d9ed-3895-4365-b2d5-9432cb8a20d4" providerId="ADAL" clId="{6FEC1757-F93A-4277-9371-69CC69AEF602}" dt="2022-09-01T12:13:40.022" v="0" actId="47"/>
        <pc:sldMkLst>
          <pc:docMk/>
          <pc:sldMk cId="3503501734" sldId="257"/>
        </pc:sldMkLst>
      </pc:sldChg>
      <pc:sldChg chg="addSp modSp mod">
        <pc:chgData name="Jochen Mariën" userId="a4f8d9ed-3895-4365-b2d5-9432cb8a20d4" providerId="ADAL" clId="{6FEC1757-F93A-4277-9371-69CC69AEF602}" dt="2022-09-01T12:20:34.503" v="7" actId="1076"/>
        <pc:sldMkLst>
          <pc:docMk/>
          <pc:sldMk cId="414353988" sldId="258"/>
        </pc:sldMkLst>
      </pc:sldChg>
      <pc:sldChg chg="del">
        <pc:chgData name="Jochen Mariën" userId="a4f8d9ed-3895-4365-b2d5-9432cb8a20d4" providerId="ADAL" clId="{6FEC1757-F93A-4277-9371-69CC69AEF602}" dt="2022-09-01T12:13:59.199" v="1" actId="47"/>
        <pc:sldMkLst>
          <pc:docMk/>
          <pc:sldMk cId="2156780634" sldId="261"/>
        </pc:sldMkLst>
      </pc:sldChg>
      <pc:sldChg chg="del">
        <pc:chgData name="Jochen Mariën" userId="a4f8d9ed-3895-4365-b2d5-9432cb8a20d4" providerId="ADAL" clId="{6FEC1757-F93A-4277-9371-69CC69AEF602}" dt="2022-09-01T12:14:03.210" v="2" actId="47"/>
        <pc:sldMkLst>
          <pc:docMk/>
          <pc:sldMk cId="3636990925" sldId="262"/>
        </pc:sldMkLst>
      </pc:sldChg>
    </pc:docChg>
  </pc:docChgLst>
  <pc:docChgLst>
    <pc:chgData name="Ellen Torfs" userId="c6aa1e10-4a12-4511-8c7c-135720d4f277" providerId="ADAL" clId="{CFBFAF3E-81C7-4232-A2E8-8960E5F4C986}"/>
    <pc:docChg chg="delSld modSld">
      <pc:chgData name="Ellen Torfs" userId="c6aa1e10-4a12-4511-8c7c-135720d4f277" providerId="ADAL" clId="{CFBFAF3E-81C7-4232-A2E8-8960E5F4C986}" dt="2022-05-16T12:13:53.485" v="1" actId="20577"/>
      <pc:docMkLst>
        <pc:docMk/>
      </pc:docMkLst>
      <pc:sldChg chg="modSp mod">
        <pc:chgData name="Ellen Torfs" userId="c6aa1e10-4a12-4511-8c7c-135720d4f277" providerId="ADAL" clId="{CFBFAF3E-81C7-4232-A2E8-8960E5F4C986}" dt="2022-05-16T12:13:53.485" v="1" actId="20577"/>
        <pc:sldMkLst>
          <pc:docMk/>
          <pc:sldMk cId="54334544" sldId="256"/>
        </pc:sldMkLst>
      </pc:sldChg>
      <pc:sldChg chg="del">
        <pc:chgData name="Ellen Torfs" userId="c6aa1e10-4a12-4511-8c7c-135720d4f277" providerId="ADAL" clId="{CFBFAF3E-81C7-4232-A2E8-8960E5F4C986}" dt="2022-05-16T12:13:35.356" v="0" actId="47"/>
        <pc:sldMkLst>
          <pc:docMk/>
          <pc:sldMk cId="3684398187" sldId="263"/>
        </pc:sldMkLst>
      </pc:sldChg>
    </pc:docChg>
  </pc:docChgLst>
  <pc:docChgLst>
    <pc:chgData name="Ellen Torfs" userId="c6aa1e10-4a12-4511-8c7c-135720d4f277" providerId="ADAL" clId="{919C9B1F-DD7C-459C-9B3B-673A61D65DEA}"/>
    <pc:docChg chg="modSld">
      <pc:chgData name="Ellen Torfs" userId="c6aa1e10-4a12-4511-8c7c-135720d4f277" providerId="ADAL" clId="{919C9B1F-DD7C-459C-9B3B-673A61D65DEA}" dt="2024-10-03T10:20:59.998" v="19" actId="20577"/>
      <pc:docMkLst>
        <pc:docMk/>
      </pc:docMkLst>
    </pc:docChg>
  </pc:docChgLst>
  <pc:docChgLst>
    <pc:chgData name="Ellen Torfs" userId="c6aa1e10-4a12-4511-8c7c-135720d4f277" providerId="ADAL" clId="{30BBC927-3464-4B6B-BB6F-414308F99BE9}"/>
    <pc:docChg chg="undo custSel addSld delSld modSld sldOrd">
      <pc:chgData name="Ellen Torfs" userId="c6aa1e10-4a12-4511-8c7c-135720d4f277" providerId="ADAL" clId="{30BBC927-3464-4B6B-BB6F-414308F99BE9}" dt="2022-10-24T17:04:34.499" v="5630" actId="20577"/>
      <pc:docMkLst>
        <pc:docMk/>
      </pc:docMkLst>
      <pc:sldChg chg="addSp delSp modSp mod">
        <pc:chgData name="Ellen Torfs" userId="c6aa1e10-4a12-4511-8c7c-135720d4f277" providerId="ADAL" clId="{30BBC927-3464-4B6B-BB6F-414308F99BE9}" dt="2022-10-11T11:43:44.926" v="18" actId="1076"/>
        <pc:sldMkLst>
          <pc:docMk/>
          <pc:sldMk cId="54334544" sldId="256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414353988" sldId="258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3067917630" sldId="260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1786842315" sldId="261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3800344756" sldId="262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3149836567" sldId="263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4160845113" sldId="264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2464626473" sldId="265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51768386" sldId="266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3677676600" sldId="267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1178141935" sldId="268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4072541113" sldId="270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3243872762" sldId="271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3116280996" sldId="284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667628986" sldId="286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2981412547" sldId="287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2962211546" sldId="288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2901926516" sldId="289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3892042236" sldId="290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2023221651" sldId="307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2603233790" sldId="308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1326377668" sldId="309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616564403" sldId="311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3981851237" sldId="312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3433568649" sldId="313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707672358" sldId="314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2674330935" sldId="315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688847783" sldId="316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2219686758" sldId="317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195678403" sldId="318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2498421148" sldId="319"/>
        </pc:sldMkLst>
      </pc:sldChg>
      <pc:sldChg chg="modSp mod">
        <pc:chgData name="Ellen Torfs" userId="c6aa1e10-4a12-4511-8c7c-135720d4f277" providerId="ADAL" clId="{30BBC927-3464-4B6B-BB6F-414308F99BE9}" dt="2022-10-24T15:24:33.884" v="4575" actId="20577"/>
        <pc:sldMkLst>
          <pc:docMk/>
          <pc:sldMk cId="3191736518" sldId="320"/>
        </pc:sldMkLst>
      </pc:sldChg>
      <pc:sldChg chg="addSp delSp modSp new mod">
        <pc:chgData name="Ellen Torfs" userId="c6aa1e10-4a12-4511-8c7c-135720d4f277" providerId="ADAL" clId="{30BBC927-3464-4B6B-BB6F-414308F99BE9}" dt="2022-10-24T13:12:30.023" v="450" actId="20577"/>
        <pc:sldMkLst>
          <pc:docMk/>
          <pc:sldMk cId="1569201136" sldId="321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3030424674" sldId="321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3049282492" sldId="322"/>
        </pc:sldMkLst>
      </pc:sldChg>
      <pc:sldChg chg="addSp delSp modSp new mod">
        <pc:chgData name="Ellen Torfs" userId="c6aa1e10-4a12-4511-8c7c-135720d4f277" providerId="ADAL" clId="{30BBC927-3464-4B6B-BB6F-414308F99BE9}" dt="2022-10-24T14:16:19.017" v="2796" actId="12"/>
        <pc:sldMkLst>
          <pc:docMk/>
          <pc:sldMk cId="3664400191" sldId="322"/>
        </pc:sldMkLst>
      </pc:sldChg>
      <pc:sldChg chg="addSp delSp modSp new mod">
        <pc:chgData name="Ellen Torfs" userId="c6aa1e10-4a12-4511-8c7c-135720d4f277" providerId="ADAL" clId="{30BBC927-3464-4B6B-BB6F-414308F99BE9}" dt="2022-10-24T13:38:23.105" v="1854" actId="20577"/>
        <pc:sldMkLst>
          <pc:docMk/>
          <pc:sldMk cId="1616359885" sldId="323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4202578129" sldId="323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179021777" sldId="324"/>
        </pc:sldMkLst>
      </pc:sldChg>
      <pc:sldChg chg="addSp delSp modSp new mod">
        <pc:chgData name="Ellen Torfs" userId="c6aa1e10-4a12-4511-8c7c-135720d4f277" providerId="ADAL" clId="{30BBC927-3464-4B6B-BB6F-414308F99BE9}" dt="2022-10-24T16:57:03.720" v="5535" actId="20577"/>
        <pc:sldMkLst>
          <pc:docMk/>
          <pc:sldMk cId="3209783977" sldId="324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11117730" sldId="325"/>
        </pc:sldMkLst>
      </pc:sldChg>
      <pc:sldChg chg="addSp delSp modSp new mod">
        <pc:chgData name="Ellen Torfs" userId="c6aa1e10-4a12-4511-8c7c-135720d4f277" providerId="ADAL" clId="{30BBC927-3464-4B6B-BB6F-414308F99BE9}" dt="2022-10-24T14:11:13.496" v="2769" actId="20577"/>
        <pc:sldMkLst>
          <pc:docMk/>
          <pc:sldMk cId="2037436025" sldId="325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2617469191" sldId="326"/>
        </pc:sldMkLst>
      </pc:sldChg>
      <pc:sldChg chg="addSp delSp modSp new mod">
        <pc:chgData name="Ellen Torfs" userId="c6aa1e10-4a12-4511-8c7c-135720d4f277" providerId="ADAL" clId="{30BBC927-3464-4B6B-BB6F-414308F99BE9}" dt="2022-10-24T17:00:26.400" v="5575" actId="20577"/>
        <pc:sldMkLst>
          <pc:docMk/>
          <pc:sldMk cId="4091512660" sldId="326"/>
        </pc:sldMkLst>
      </pc:sldChg>
      <pc:sldChg chg="modSp new mod">
        <pc:chgData name="Ellen Torfs" userId="c6aa1e10-4a12-4511-8c7c-135720d4f277" providerId="ADAL" clId="{30BBC927-3464-4B6B-BB6F-414308F99BE9}" dt="2022-10-24T14:30:13.265" v="3488" actId="20577"/>
        <pc:sldMkLst>
          <pc:docMk/>
          <pc:sldMk cId="449430131" sldId="327"/>
        </pc:sldMkLst>
      </pc:sldChg>
      <pc:sldChg chg="del">
        <pc:chgData name="Ellen Torfs" userId="c6aa1e10-4a12-4511-8c7c-135720d4f277" providerId="ADAL" clId="{30BBC927-3464-4B6B-BB6F-414308F99BE9}" dt="2022-10-11T11:42:36.584" v="0" actId="47"/>
        <pc:sldMkLst>
          <pc:docMk/>
          <pc:sldMk cId="2773265451" sldId="327"/>
        </pc:sldMkLst>
      </pc:sldChg>
      <pc:sldChg chg="addSp delSp modSp new mod modNotesTx">
        <pc:chgData name="Ellen Torfs" userId="c6aa1e10-4a12-4511-8c7c-135720d4f277" providerId="ADAL" clId="{30BBC927-3464-4B6B-BB6F-414308F99BE9}" dt="2022-10-24T17:02:35.807" v="5622" actId="1076"/>
        <pc:sldMkLst>
          <pc:docMk/>
          <pc:sldMk cId="508922487" sldId="328"/>
        </pc:sldMkLst>
      </pc:sldChg>
      <pc:sldChg chg="addSp delSp modSp new mod">
        <pc:chgData name="Ellen Torfs" userId="c6aa1e10-4a12-4511-8c7c-135720d4f277" providerId="ADAL" clId="{30BBC927-3464-4B6B-BB6F-414308F99BE9}" dt="2022-10-24T15:20:42.960" v="4407" actId="20577"/>
        <pc:sldMkLst>
          <pc:docMk/>
          <pc:sldMk cId="3457504763" sldId="329"/>
        </pc:sldMkLst>
      </pc:sldChg>
      <pc:sldChg chg="addSp delSp modSp new mod">
        <pc:chgData name="Ellen Torfs" userId="c6aa1e10-4a12-4511-8c7c-135720d4f277" providerId="ADAL" clId="{30BBC927-3464-4B6B-BB6F-414308F99BE9}" dt="2022-10-24T17:04:34.499" v="5630" actId="20577"/>
        <pc:sldMkLst>
          <pc:docMk/>
          <pc:sldMk cId="844808062" sldId="330"/>
        </pc:sldMkLst>
      </pc:sldChg>
      <pc:sldChg chg="modSp new mod ord">
        <pc:chgData name="Ellen Torfs" userId="c6aa1e10-4a12-4511-8c7c-135720d4f277" providerId="ADAL" clId="{30BBC927-3464-4B6B-BB6F-414308F99BE9}" dt="2022-10-24T16:56:15.009" v="5533" actId="20577"/>
        <pc:sldMkLst>
          <pc:docMk/>
          <pc:sldMk cId="2463157552" sldId="331"/>
        </pc:sldMkLst>
      </pc:sldChg>
      <pc:sldChg chg="modSp new mod">
        <pc:chgData name="Ellen Torfs" userId="c6aa1e10-4a12-4511-8c7c-135720d4f277" providerId="ADAL" clId="{30BBC927-3464-4B6B-BB6F-414308F99BE9}" dt="2022-10-24T16:52:57.576" v="5506" actId="20577"/>
        <pc:sldMkLst>
          <pc:docMk/>
          <pc:sldMk cId="1362067813" sldId="332"/>
        </pc:sldMkLst>
      </pc:sldChg>
      <pc:sldChg chg="addSp delSp modSp new mod">
        <pc:chgData name="Ellen Torfs" userId="c6aa1e10-4a12-4511-8c7c-135720d4f277" providerId="ADAL" clId="{30BBC927-3464-4B6B-BB6F-414308F99BE9}" dt="2022-10-24T16:54:05.902" v="5531" actId="1076"/>
        <pc:sldMkLst>
          <pc:docMk/>
          <pc:sldMk cId="4183709900" sldId="333"/>
        </pc:sldMkLst>
      </pc:sldChg>
    </pc:docChg>
  </pc:docChgLst>
  <pc:docChgLst>
    <pc:chgData name="Ellen Torfs" userId="c6aa1e10-4a12-4511-8c7c-135720d4f277" providerId="ADAL" clId="{74AA14CD-CE7E-4E29-B363-872C7CAE5AB2}"/>
    <pc:docChg chg="custSel modSld">
      <pc:chgData name="Ellen Torfs" userId="c6aa1e10-4a12-4511-8c7c-135720d4f277" providerId="ADAL" clId="{74AA14CD-CE7E-4E29-B363-872C7CAE5AB2}" dt="2023-11-27T08:58:46.209" v="295" actId="20577"/>
      <pc:docMkLst>
        <pc:docMk/>
      </pc:docMkLst>
      <pc:sldChg chg="modSp mod">
        <pc:chgData name="Ellen Torfs" userId="c6aa1e10-4a12-4511-8c7c-135720d4f277" providerId="ADAL" clId="{74AA14CD-CE7E-4E29-B363-872C7CAE5AB2}" dt="2023-11-16T12:26:16.615" v="3" actId="20577"/>
        <pc:sldMkLst>
          <pc:docMk/>
          <pc:sldMk cId="54334544" sldId="256"/>
        </pc:sldMkLst>
      </pc:sldChg>
      <pc:sldChg chg="modSp mod">
        <pc:chgData name="Ellen Torfs" userId="c6aa1e10-4a12-4511-8c7c-135720d4f277" providerId="ADAL" clId="{74AA14CD-CE7E-4E29-B363-872C7CAE5AB2}" dt="2023-11-27T08:20:50.084" v="242" actId="20577"/>
        <pc:sldMkLst>
          <pc:docMk/>
          <pc:sldMk cId="3191736518" sldId="320"/>
        </pc:sldMkLst>
      </pc:sldChg>
      <pc:sldChg chg="modSp mod">
        <pc:chgData name="Ellen Torfs" userId="c6aa1e10-4a12-4511-8c7c-135720d4f277" providerId="ADAL" clId="{74AA14CD-CE7E-4E29-B363-872C7CAE5AB2}" dt="2023-11-27T08:03:38.774" v="105" actId="20577"/>
        <pc:sldMkLst>
          <pc:docMk/>
          <pc:sldMk cId="1569201136" sldId="321"/>
        </pc:sldMkLst>
      </pc:sldChg>
      <pc:sldChg chg="modSp mod">
        <pc:chgData name="Ellen Torfs" userId="c6aa1e10-4a12-4511-8c7c-135720d4f277" providerId="ADAL" clId="{74AA14CD-CE7E-4E29-B363-872C7CAE5AB2}" dt="2023-11-27T08:06:39.436" v="106" actId="20577"/>
        <pc:sldMkLst>
          <pc:docMk/>
          <pc:sldMk cId="3664400191" sldId="322"/>
        </pc:sldMkLst>
      </pc:sldChg>
      <pc:sldChg chg="modSp mod">
        <pc:chgData name="Ellen Torfs" userId="c6aa1e10-4a12-4511-8c7c-135720d4f277" providerId="ADAL" clId="{74AA14CD-CE7E-4E29-B363-872C7CAE5AB2}" dt="2023-11-27T08:58:46.209" v="295" actId="20577"/>
        <pc:sldMkLst>
          <pc:docMk/>
          <pc:sldMk cId="3457504763" sldId="329"/>
        </pc:sldMkLst>
      </pc:sldChg>
    </pc:docChg>
  </pc:docChgLst>
  <pc:docChgLst>
    <pc:chgData name="Kristine Mangelschots" userId="f3152f8f-1017-4733-9e76-33dd9c43a1dc" providerId="ADAL" clId="{5B576645-D4C9-4A15-953B-5DFDD02BB3C0}"/>
    <pc:docChg chg="custSel modSld">
      <pc:chgData name="Kristine Mangelschots" userId="f3152f8f-1017-4733-9e76-33dd9c43a1dc" providerId="ADAL" clId="{5B576645-D4C9-4A15-953B-5DFDD02BB3C0}" dt="2022-10-25T08:12:43.014" v="25"/>
      <pc:docMkLst>
        <pc:docMk/>
      </pc:docMkLst>
      <pc:sldChg chg="modSp mod">
        <pc:chgData name="Kristine Mangelschots" userId="f3152f8f-1017-4733-9e76-33dd9c43a1dc" providerId="ADAL" clId="{5B576645-D4C9-4A15-953B-5DFDD02BB3C0}" dt="2022-10-25T08:12:43.014" v="25"/>
        <pc:sldMkLst>
          <pc:docMk/>
          <pc:sldMk cId="3664400191" sldId="322"/>
        </pc:sldMkLst>
      </pc:sldChg>
      <pc:sldChg chg="modSp mod">
        <pc:chgData name="Kristine Mangelschots" userId="f3152f8f-1017-4733-9e76-33dd9c43a1dc" providerId="ADAL" clId="{5B576645-D4C9-4A15-953B-5DFDD02BB3C0}" dt="2022-10-25T08:12:28.309" v="24" actId="20577"/>
        <pc:sldMkLst>
          <pc:docMk/>
          <pc:sldMk cId="2037436025" sldId="325"/>
        </pc:sldMkLst>
      </pc:sldChg>
      <pc:sldChg chg="modSp mod">
        <pc:chgData name="Kristine Mangelschots" userId="f3152f8f-1017-4733-9e76-33dd9c43a1dc" providerId="ADAL" clId="{5B576645-D4C9-4A15-953B-5DFDD02BB3C0}" dt="2022-10-25T08:11:56.211" v="16" actId="20577"/>
        <pc:sldMkLst>
          <pc:docMk/>
          <pc:sldMk cId="844808062" sldId="330"/>
        </pc:sldMkLst>
      </pc:sldChg>
      <pc:sldChg chg="modSp mod">
        <pc:chgData name="Kristine Mangelschots" userId="f3152f8f-1017-4733-9e76-33dd9c43a1dc" providerId="ADAL" clId="{5B576645-D4C9-4A15-953B-5DFDD02BB3C0}" dt="2022-10-25T08:11:21.547" v="8"/>
        <pc:sldMkLst>
          <pc:docMk/>
          <pc:sldMk cId="4183709900" sldId="333"/>
        </pc:sldMkLst>
      </pc:sldChg>
    </pc:docChg>
  </pc:docChgLst>
  <pc:docChgLst>
    <pc:chgData name="Ellen Torfs" userId="c6aa1e10-4a12-4511-8c7c-135720d4f277" providerId="ADAL" clId="{F82FCC81-A444-4B01-A1D8-4A3C9F17EF5E}"/>
    <pc:docChg chg="modSld">
      <pc:chgData name="Ellen Torfs" userId="c6aa1e10-4a12-4511-8c7c-135720d4f277" providerId="ADAL" clId="{F82FCC81-A444-4B01-A1D8-4A3C9F17EF5E}" dt="2018-09-19T06:48:35.840" v="0" actId="6549"/>
      <pc:docMkLst>
        <pc:docMk/>
      </pc:docMkLst>
      <pc:sldChg chg="modSp">
        <pc:chgData name="Ellen Torfs" userId="c6aa1e10-4a12-4511-8c7c-135720d4f277" providerId="ADAL" clId="{F82FCC81-A444-4B01-A1D8-4A3C9F17EF5E}" dt="2018-09-19T06:48:35.840" v="0" actId="6549"/>
        <pc:sldMkLst>
          <pc:docMk/>
          <pc:sldMk cId="2006118848" sldId="262"/>
        </pc:sldMkLst>
      </pc:sldChg>
    </pc:docChg>
  </pc:docChgLst>
  <pc:docChgLst>
    <pc:chgData name="Jochen Mariën" userId="a4f8d9ed-3895-4365-b2d5-9432cb8a20d4" providerId="ADAL" clId="{83D0E780-4BA8-414D-A373-84012BEB05BE}"/>
    <pc:docChg chg="undo custSel addSld modSld sldOrd">
      <pc:chgData name="Jochen Mariën" userId="a4f8d9ed-3895-4365-b2d5-9432cb8a20d4" providerId="ADAL" clId="{83D0E780-4BA8-414D-A373-84012BEB05BE}" dt="2024-08-29T15:02:18.377" v="1027" actId="20577"/>
      <pc:docMkLst>
        <pc:docMk/>
      </pc:docMkLst>
      <pc:sldChg chg="addSp delSp modSp new mod ord modClrScheme chgLayout">
        <pc:chgData name="Jochen Mariën" userId="a4f8d9ed-3895-4365-b2d5-9432cb8a20d4" providerId="ADAL" clId="{83D0E780-4BA8-414D-A373-84012BEB05BE}" dt="2024-08-27T07:24:24.872" v="15" actId="20577"/>
        <pc:sldMkLst>
          <pc:docMk/>
          <pc:sldMk cId="2019371494" sldId="334"/>
        </pc:sldMkLst>
      </pc:sldChg>
      <pc:sldChg chg="addSp modSp new mod modNotesTx">
        <pc:chgData name="Jochen Mariën" userId="a4f8d9ed-3895-4365-b2d5-9432cb8a20d4" providerId="ADAL" clId="{83D0E780-4BA8-414D-A373-84012BEB05BE}" dt="2024-08-29T14:41:47.723" v="186" actId="14100"/>
        <pc:sldMkLst>
          <pc:docMk/>
          <pc:sldMk cId="3551958889" sldId="336"/>
        </pc:sldMkLst>
      </pc:sldChg>
      <pc:sldChg chg="addSp delSp modSp new mod modNotesTx">
        <pc:chgData name="Jochen Mariën" userId="a4f8d9ed-3895-4365-b2d5-9432cb8a20d4" providerId="ADAL" clId="{83D0E780-4BA8-414D-A373-84012BEB05BE}" dt="2024-08-29T14:49:40.159" v="418" actId="14100"/>
        <pc:sldMkLst>
          <pc:docMk/>
          <pc:sldMk cId="2979736630" sldId="337"/>
        </pc:sldMkLst>
      </pc:sldChg>
      <pc:sldChg chg="addSp modSp new mod">
        <pc:chgData name="Jochen Mariën" userId="a4f8d9ed-3895-4365-b2d5-9432cb8a20d4" providerId="ADAL" clId="{83D0E780-4BA8-414D-A373-84012BEB05BE}" dt="2024-08-29T14:51:29.085" v="783" actId="14100"/>
        <pc:sldMkLst>
          <pc:docMk/>
          <pc:sldMk cId="2882915058" sldId="338"/>
        </pc:sldMkLst>
      </pc:sldChg>
      <pc:sldChg chg="addSp delSp modSp new mod modNotesTx">
        <pc:chgData name="Jochen Mariën" userId="a4f8d9ed-3895-4365-b2d5-9432cb8a20d4" providerId="ADAL" clId="{83D0E780-4BA8-414D-A373-84012BEB05BE}" dt="2024-08-29T15:02:18.377" v="1027" actId="20577"/>
        <pc:sldMkLst>
          <pc:docMk/>
          <pc:sldMk cId="976135654" sldId="339"/>
        </pc:sldMkLst>
      </pc:sldChg>
    </pc:docChg>
  </pc:docChgLst>
  <pc:docChgLst>
    <pc:chgData name="Jochen Mariën" userId="a4f8d9ed-3895-4365-b2d5-9432cb8a20d4" providerId="ADAL" clId="{2FBA8512-98BF-4E1B-945F-84ECFD008D4A}"/>
    <pc:docChg chg="undo custSel addSld modSld">
      <pc:chgData name="Jochen Mariën" userId="a4f8d9ed-3895-4365-b2d5-9432cb8a20d4" providerId="ADAL" clId="{2FBA8512-98BF-4E1B-945F-84ECFD008D4A}" dt="2022-03-29T09:06:17.345" v="1530" actId="20577"/>
      <pc:docMkLst>
        <pc:docMk/>
      </pc:docMkLst>
      <pc:sldChg chg="modSp mod">
        <pc:chgData name="Jochen Mariën" userId="a4f8d9ed-3895-4365-b2d5-9432cb8a20d4" providerId="ADAL" clId="{2FBA8512-98BF-4E1B-945F-84ECFD008D4A}" dt="2022-03-28T14:45:17.039" v="998" actId="20577"/>
        <pc:sldMkLst>
          <pc:docMk/>
          <pc:sldMk cId="3503501734" sldId="257"/>
        </pc:sldMkLst>
      </pc:sldChg>
      <pc:sldChg chg="modSp new mod">
        <pc:chgData name="Jochen Mariën" userId="a4f8d9ed-3895-4365-b2d5-9432cb8a20d4" providerId="ADAL" clId="{2FBA8512-98BF-4E1B-945F-84ECFD008D4A}" dt="2022-03-28T14:30:01.355" v="341"/>
        <pc:sldMkLst>
          <pc:docMk/>
          <pc:sldMk cId="414353988" sldId="258"/>
        </pc:sldMkLst>
      </pc:sldChg>
      <pc:sldChg chg="modSp new mod">
        <pc:chgData name="Jochen Mariën" userId="a4f8d9ed-3895-4365-b2d5-9432cb8a20d4" providerId="ADAL" clId="{2FBA8512-98BF-4E1B-945F-84ECFD008D4A}" dt="2022-03-28T14:41:13.361" v="441"/>
        <pc:sldMkLst>
          <pc:docMk/>
          <pc:sldMk cId="3723266133" sldId="259"/>
        </pc:sldMkLst>
      </pc:sldChg>
      <pc:sldChg chg="modSp new mod">
        <pc:chgData name="Jochen Mariën" userId="a4f8d9ed-3895-4365-b2d5-9432cb8a20d4" providerId="ADAL" clId="{2FBA8512-98BF-4E1B-945F-84ECFD008D4A}" dt="2022-03-28T15:03:53.980" v="1285" actId="20577"/>
        <pc:sldMkLst>
          <pc:docMk/>
          <pc:sldMk cId="3067917630" sldId="260"/>
        </pc:sldMkLst>
      </pc:sldChg>
      <pc:sldChg chg="modSp new mod">
        <pc:chgData name="Jochen Mariën" userId="a4f8d9ed-3895-4365-b2d5-9432cb8a20d4" providerId="ADAL" clId="{2FBA8512-98BF-4E1B-945F-84ECFD008D4A}" dt="2022-03-29T08:46:01.386" v="1347" actId="15"/>
        <pc:sldMkLst>
          <pc:docMk/>
          <pc:sldMk cId="2156780634" sldId="261"/>
        </pc:sldMkLst>
      </pc:sldChg>
      <pc:sldChg chg="modSp new mod">
        <pc:chgData name="Jochen Mariën" userId="a4f8d9ed-3895-4365-b2d5-9432cb8a20d4" providerId="ADAL" clId="{2FBA8512-98BF-4E1B-945F-84ECFD008D4A}" dt="2022-03-29T09:06:17.345" v="1530" actId="20577"/>
        <pc:sldMkLst>
          <pc:docMk/>
          <pc:sldMk cId="3636990925" sldId="262"/>
        </pc:sldMkLst>
      </pc:sldChg>
      <pc:sldChg chg="modSp new mod">
        <pc:chgData name="Jochen Mariën" userId="a4f8d9ed-3895-4365-b2d5-9432cb8a20d4" providerId="ADAL" clId="{2FBA8512-98BF-4E1B-945F-84ECFD008D4A}" dt="2022-03-29T09:05:34.577" v="1408" actId="20577"/>
        <pc:sldMkLst>
          <pc:docMk/>
          <pc:sldMk cId="3684398187" sldId="26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CF443226-E9FA-4009-BBB5-4E5E237B04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9910BF9-BC8A-4B24-9330-67EAC1E9747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E4F5CE-CB34-4A0C-9595-867A2C0DB20E}" type="datetimeFigureOut">
              <a:rPr lang="nl-BE" smtClean="0"/>
              <a:t>21/09/2025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D8A7516-5705-4629-A699-3DF8CFBEEC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24C8A117-749A-4619-8630-3F24E93BDE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ABF38-3E8C-439D-9643-BC9C6AAC198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876697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3584B-980D-4F7D-BA36-682FCDF648BB}" type="datetimeFigureOut">
              <a:rPr lang="nl-BE" smtClean="0"/>
              <a:t>21/09/2025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A7F70-BA74-4B93-A504-6802F0D0CD3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7219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81586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Code in </a:t>
            </a:r>
            <a:r>
              <a:rPr lang="nl-BE" dirty="0" err="1"/>
              <a:t>the</a:t>
            </a:r>
            <a:r>
              <a:rPr lang="nl-BE" dirty="0"/>
              <a:t> notebook </a:t>
            </a:r>
            <a:r>
              <a:rPr lang="nl-BE" dirty="0" err="1"/>
              <a:t>and</a:t>
            </a:r>
            <a:r>
              <a:rPr lang="nl-BE" dirty="0"/>
              <a:t> below:</a:t>
            </a:r>
          </a:p>
          <a:p>
            <a:r>
              <a:rPr lang="nl-BE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average_monthly_temperatures_year1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[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5.3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8.1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10.5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14.6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17.6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22.3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26.8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28.2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19.3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12.2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8.3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4.6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</a:p>
          <a:p>
            <a:r>
              <a:rPr lang="nl-BE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average_monthly_temperatures_year2</a:t>
            </a:r>
            <a:r>
              <a:rPr lang="nl-BE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[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1.3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5.1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8.5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12.6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16.6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24.3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27.8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25.2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16.3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11.2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7.3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3.6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</a:p>
          <a:p>
            <a:r>
              <a:rPr lang="nl-BE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months</a:t>
            </a:r>
            <a:r>
              <a:rPr lang="nl-BE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nl-BE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'Jan'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l-BE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'Feb'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l-BE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'Mar'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l-BE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'Apr'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l-BE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'May'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l-BE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'Jun'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l-BE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'Jul'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l-BE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'Aug'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l-BE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'Sep'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l-BE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'Oct'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l-BE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'Nov'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l-BE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'Dec'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</a:p>
          <a:p>
            <a:r>
              <a:rPr lang="nl-BE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fig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plt</a:t>
            </a:r>
            <a:r>
              <a:rPr lang="nl-BE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nl-BE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figure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figsize</a:t>
            </a:r>
            <a:r>
              <a:rPr lang="nl-BE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10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4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)) </a:t>
            </a:r>
            <a:r>
              <a:rPr lang="nl-BE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#width=10, </a:t>
            </a:r>
            <a:r>
              <a:rPr lang="nl-BE" b="0" dirty="0" err="1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height</a:t>
            </a:r>
            <a:r>
              <a:rPr lang="nl-BE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=5</a:t>
            </a:r>
            <a:endParaRPr lang="nl-BE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nl-BE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plt</a:t>
            </a:r>
            <a:r>
              <a:rPr lang="nl-BE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nl-BE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plot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months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l-BE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average_monthly_temperatures_year1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label</a:t>
            </a:r>
            <a:r>
              <a:rPr lang="nl-BE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l-BE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nl-BE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Year</a:t>
            </a:r>
            <a:r>
              <a:rPr lang="nl-BE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1'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nl-BE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plt</a:t>
            </a:r>
            <a:r>
              <a:rPr lang="nl-BE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nl-BE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plot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months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l-BE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average_monthly_temperatures_year2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label</a:t>
            </a:r>
            <a:r>
              <a:rPr lang="nl-BE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l-BE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nl-BE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Year</a:t>
            </a:r>
            <a:r>
              <a:rPr lang="nl-BE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2'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nl-BE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plt</a:t>
            </a:r>
            <a:r>
              <a:rPr lang="nl-BE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nl-BE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title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nl-BE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Average</a:t>
            </a:r>
            <a:r>
              <a:rPr lang="nl-BE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monthly</a:t>
            </a:r>
            <a:r>
              <a:rPr lang="nl-BE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temperatures</a:t>
            </a:r>
            <a:r>
              <a:rPr lang="nl-BE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</a:p>
          <a:p>
            <a:r>
              <a:rPr lang="nl-BE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plt</a:t>
            </a:r>
            <a:r>
              <a:rPr lang="nl-BE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nl-BE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xlabel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nl-BE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months</a:t>
            </a:r>
            <a:r>
              <a:rPr lang="nl-BE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        </a:t>
            </a:r>
          </a:p>
          <a:p>
            <a:r>
              <a:rPr lang="nl-BE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plt</a:t>
            </a:r>
            <a:r>
              <a:rPr lang="nl-BE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nl-BE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ylabel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nl-BE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temperature</a:t>
            </a:r>
            <a:r>
              <a:rPr lang="nl-BE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   </a:t>
            </a:r>
          </a:p>
          <a:p>
            <a:r>
              <a:rPr lang="nl-BE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plt</a:t>
            </a:r>
            <a:r>
              <a:rPr lang="nl-BE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nl-BE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grid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b="0" dirty="0">
                <a:solidFill>
                  <a:srgbClr val="0070C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</a:p>
          <a:p>
            <a:r>
              <a:rPr lang="nl-BE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plt</a:t>
            </a:r>
            <a:r>
              <a:rPr lang="nl-BE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nl-BE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legend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r>
              <a:rPr lang="nl-BE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plt</a:t>
            </a:r>
            <a:r>
              <a:rPr lang="nl-BE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nl-BE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show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49244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groups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</a:t>
            </a:r>
            <a:r>
              <a:rPr lang="en-US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(([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'2IT01'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'2IT02'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'2IT03'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'2IT04'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'2IT05'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]))</a:t>
            </a:r>
          </a:p>
          <a:p>
            <a:r>
              <a:rPr lang="en-US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number_of_men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</a:t>
            </a:r>
            <a:r>
              <a:rPr lang="en-US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([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35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30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35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27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])</a:t>
            </a:r>
          </a:p>
          <a:p>
            <a:r>
              <a:rPr lang="en-US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number_of_women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</a:t>
            </a:r>
            <a:r>
              <a:rPr lang="en-US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([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])</a:t>
            </a:r>
          </a:p>
          <a:p>
            <a:r>
              <a:rPr lang="en-US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plt</a:t>
            </a:r>
            <a:r>
              <a:rPr lang="en-US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bar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groups</a:t>
            </a:r>
            <a:r>
              <a:rPr lang="en-US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number_of_men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'blue'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plt</a:t>
            </a:r>
            <a:r>
              <a:rPr lang="en-US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bar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groups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number_of_women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bottom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number_of_men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'pink'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plt</a:t>
            </a:r>
            <a:r>
              <a:rPr lang="en-US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'Number of students per gender per group'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plt</a:t>
            </a:r>
            <a:r>
              <a:rPr lang="en-US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legend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labels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Men'</a:t>
            </a:r>
            <a:r>
              <a:rPr lang="en-US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'Women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])</a:t>
            </a:r>
          </a:p>
          <a:p>
            <a:r>
              <a:rPr lang="en-US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plt</a:t>
            </a:r>
            <a:r>
              <a:rPr lang="en-US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show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11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61188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Bar graphs plot categorical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data and have a gap between each bar, whereas histograms plot numerical data and are continuous (no gaps).</a:t>
            </a:r>
          </a:p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171450" indent="-171450">
              <a:buFontTx/>
              <a:buChar char="-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You’re either in 1ITF1 or in 1ITF2, never in 1ITF1,78 -&gt; bar graph</a:t>
            </a:r>
          </a:p>
          <a:p>
            <a:pPr marL="171450" indent="-171450">
              <a:buFontTx/>
              <a:buChar char="-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You can have 12 points, or 14 points, or even 12,78 points -&gt; histogram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14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046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failed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nl-BE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tolerated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0.5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nl-BE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passed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b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nl-BE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hours_studied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</a:t>
            </a:r>
            <a:r>
              <a:rPr lang="nl-BE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nl-BE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array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([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16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6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20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8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25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12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10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8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5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18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])</a:t>
            </a:r>
          </a:p>
          <a:p>
            <a:r>
              <a:rPr lang="nl-BE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grades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</a:t>
            </a:r>
            <a:r>
              <a:rPr lang="nl-BE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nl-BE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array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([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12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7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14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6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14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13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9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8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6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16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])</a:t>
            </a:r>
          </a:p>
          <a:p>
            <a:r>
              <a:rPr lang="nl-BE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code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[</a:t>
            </a:r>
            <a:r>
              <a:rPr lang="nl-BE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passed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failed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passed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failed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passed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passed</a:t>
            </a:r>
            <a:r>
              <a:rPr lang="nl-BE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l-BE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tolerated</a:t>
            </a:r>
            <a:r>
              <a:rPr lang="nl-BE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l-BE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tolerated</a:t>
            </a:r>
            <a:r>
              <a:rPr lang="nl-BE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l-BE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failed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passed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</a:p>
          <a:p>
            <a:r>
              <a:rPr lang="nl-BE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sc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plt</a:t>
            </a:r>
            <a:r>
              <a:rPr lang="nl-BE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nl-BE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scatter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 </a:t>
            </a:r>
            <a:r>
              <a:rPr lang="nl-BE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nl-BE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l-BE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hours_studied</a:t>
            </a:r>
            <a:r>
              <a:rPr lang="nl-BE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l-BE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</a:t>
            </a:r>
            <a:r>
              <a:rPr lang="nl-BE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l-BE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grades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</a:t>
            </a:r>
            <a:r>
              <a:rPr lang="nl-BE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l-BE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code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nl-BE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plt</a:t>
            </a:r>
            <a:r>
              <a:rPr lang="nl-BE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nl-BE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xticks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</a:t>
            </a:r>
            <a:r>
              <a:rPr lang="nl-BE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nl-BE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arange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26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l-BE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step</a:t>
            </a:r>
            <a:r>
              <a:rPr lang="nl-BE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</a:p>
          <a:p>
            <a:r>
              <a:rPr lang="nl-BE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plt</a:t>
            </a:r>
            <a:r>
              <a:rPr lang="nl-BE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nl-BE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yticks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</a:t>
            </a:r>
            <a:r>
              <a:rPr lang="nl-BE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nl-BE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arange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20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l-BE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step</a:t>
            </a:r>
            <a:r>
              <a:rPr lang="nl-BE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l-BE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5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</a:p>
          <a:p>
            <a:r>
              <a:rPr lang="nl-BE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plt</a:t>
            </a:r>
            <a:r>
              <a:rPr lang="nl-BE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nl-BE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show</a:t>
            </a:r>
            <a:r>
              <a:rPr lang="nl-BE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17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4366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19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59528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626659" y="3433481"/>
            <a:ext cx="9144000" cy="890839"/>
          </a:xfrm>
        </p:spPr>
        <p:txBody>
          <a:bodyPr anchor="b">
            <a:normAutofit/>
          </a:bodyPr>
          <a:lstStyle>
            <a:lvl1pPr algn="r">
              <a:defRPr lang="nl-BE" sz="4400" kern="1200" dirty="0">
                <a:solidFill>
                  <a:srgbClr val="4584B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2626659" y="4690378"/>
            <a:ext cx="9144000" cy="698557"/>
          </a:xfrm>
        </p:spPr>
        <p:txBody>
          <a:bodyPr>
            <a:normAutofit/>
          </a:bodyPr>
          <a:lstStyle>
            <a:lvl1pPr marL="0" indent="0" algn="r">
              <a:buNone/>
              <a:defRPr lang="nl-BE" sz="3200" kern="1200" dirty="0">
                <a:solidFill>
                  <a:srgbClr val="FFDE5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E141-11F1-487F-A892-18B8A63336C7}" type="datetime1">
              <a:rPr lang="nl-BE" smtClean="0"/>
              <a:t>21/09/2025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0502153" y="0"/>
            <a:ext cx="1559859" cy="1219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1" name="Afbeelding 9">
            <a:extLst>
              <a:ext uri="{FF2B5EF4-FFF2-40B4-BE49-F238E27FC236}">
                <a16:creationId xmlns:a16="http://schemas.microsoft.com/office/drawing/2014/main" id="{FBAF35B5-7E2F-489C-AA38-83D52B9A7B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4" t="17522" r="3803" b="23654"/>
          <a:stretch/>
        </p:blipFill>
        <p:spPr>
          <a:xfrm>
            <a:off x="582705" y="1832120"/>
            <a:ext cx="1461245" cy="11351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350454-2D85-403C-B5B4-870BA60949E0}"/>
              </a:ext>
            </a:extLst>
          </p:cNvPr>
          <p:cNvSpPr txBox="1"/>
          <p:nvPr userDrawn="1"/>
        </p:nvSpPr>
        <p:spPr>
          <a:xfrm>
            <a:off x="1836761" y="1938046"/>
            <a:ext cx="80443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BE" sz="5400" b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</a:t>
            </a:r>
            <a:r>
              <a:rPr lang="nl-BE" sz="5400" b="0" err="1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science</a:t>
            </a:r>
            <a:endParaRPr lang="nl-BE" sz="5400" b="0">
              <a:solidFill>
                <a:schemeClr val="bg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203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4584B6"/>
              </a:buClr>
              <a:defRPr/>
            </a:lvl1pPr>
            <a:lvl2pPr>
              <a:buClr>
                <a:srgbClr val="FFDE57"/>
              </a:buClr>
              <a:defRPr sz="2600"/>
            </a:lvl2pPr>
            <a:lvl3pPr>
              <a:defRPr sz="2400"/>
            </a:lvl3pPr>
            <a:lvl4pPr>
              <a:defRPr sz="2200"/>
            </a:lvl4pPr>
            <a:lvl5pPr>
              <a:defRPr sz="2000"/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A89A6-C9B9-4556-BC9E-5E3CF3322A33}" type="datetime1">
              <a:rPr lang="nl-BE" smtClean="0"/>
              <a:t>21/09/2025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1B3154-47D9-4402-8EDB-E791933DC0B9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98906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B42D4-4FBB-465F-AE58-8ADBDBF671C8}" type="datetime1">
              <a:rPr lang="nl-BE" smtClean="0"/>
              <a:t>21/09/2025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27828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405D5-C0FD-42E0-9EB1-2670F471B7BB}" type="datetime1">
              <a:rPr lang="nl-BE" smtClean="0"/>
              <a:t>21/09/2025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64679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55C39-C031-448F-A58F-CA88F7B6F786}" type="datetime1">
              <a:rPr lang="nl-BE" smtClean="0"/>
              <a:t>21/09/2025</a:t>
            </a:fld>
            <a:endParaRPr lang="nl-B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50985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07F5-1DF0-4FFF-91A4-1E1A6A26A94A}" type="datetime1">
              <a:rPr lang="nl-BE" smtClean="0"/>
              <a:t>21/09/2025</a:t>
            </a:fld>
            <a:endParaRPr lang="nl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5149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168B-A159-4E9D-A6C6-C6786C6AB2EB}" type="datetime1">
              <a:rPr lang="nl-BE" smtClean="0"/>
              <a:t>21/09/2025</a:t>
            </a:fld>
            <a:endParaRPr lang="nl-B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75177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22159-AF82-4D23-BC06-D4277BDD9BAD}" type="datetime1">
              <a:rPr lang="nl-BE" smtClean="0"/>
              <a:t>21/09/2025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84590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A7014-C292-4E4F-926C-1A31F538B52A}" type="datetime1">
              <a:rPr lang="nl-BE" smtClean="0"/>
              <a:t>21/09/2025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675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AFD92-94F2-4CD0-8A1D-AA3295115CEC}" type="datetime1">
              <a:rPr lang="nl-BE" smtClean="0"/>
              <a:t>21/09/2025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23414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84EFA-B363-4043-A12E-44B39EC7D05B}" type="datetime1">
              <a:rPr lang="nl-BE" smtClean="0"/>
              <a:t>21/09/2025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46829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82706" y="365125"/>
            <a:ext cx="10771094" cy="9200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82705" y="1550894"/>
            <a:ext cx="11291048" cy="4626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582705" y="6356350"/>
            <a:ext cx="1353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7161-F687-474C-905A-3CCBBA535086}" type="datetime1">
              <a:rPr lang="nl-BE" smtClean="0"/>
              <a:t>21/09/2025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384611" y="6356350"/>
            <a:ext cx="6436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913055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  <p:sp>
        <p:nvSpPr>
          <p:cNvPr id="7" name="Rechthoek 6"/>
          <p:cNvSpPr/>
          <p:nvPr userDrawn="1"/>
        </p:nvSpPr>
        <p:spPr>
          <a:xfrm rot="5400000">
            <a:off x="6145210" y="-4660629"/>
            <a:ext cx="72000" cy="1202158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7FE2247-7A25-44B0-854B-AE1E11CA90FA}"/>
              </a:ext>
            </a:extLst>
          </p:cNvPr>
          <p:cNvSpPr/>
          <p:nvPr userDrawn="1"/>
        </p:nvSpPr>
        <p:spPr>
          <a:xfrm>
            <a:off x="105303" y="-171400"/>
            <a:ext cx="72000" cy="720080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85989" y="-171400"/>
            <a:ext cx="72000" cy="7200800"/>
          </a:xfrm>
          <a:prstGeom prst="rect">
            <a:avLst/>
          </a:prstGeom>
          <a:solidFill>
            <a:srgbClr val="FFDE57"/>
          </a:solidFill>
          <a:ln>
            <a:solidFill>
              <a:srgbClr val="FFDE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9D656C7A-8563-4AB3-B098-D72F316041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4" t="17522" r="3803" b="23654"/>
          <a:stretch/>
        </p:blipFill>
        <p:spPr>
          <a:xfrm>
            <a:off x="10650071" y="110811"/>
            <a:ext cx="1461245" cy="113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52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46464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4584B6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DE57"/>
        </a:buClr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646464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nl-BE" err="1"/>
              <a:t>Chapter</a:t>
            </a:r>
            <a:r>
              <a:rPr lang="nl-BE"/>
              <a:t> 4 – </a:t>
            </a:r>
            <a:r>
              <a:rPr lang="nl-BE" err="1"/>
              <a:t>Matplotlib</a:t>
            </a:r>
            <a:r>
              <a:rPr lang="nl-BE"/>
              <a:t> 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/>
              <a:t>2025-2026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0E735C-DA70-405E-7308-CDA6D10D1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423" y="3067423"/>
            <a:ext cx="2973293" cy="59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34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3A799-C74E-EF80-435A-3D42CC768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C1B09-5CE0-496A-117D-91276F1D7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Matplotlib object hierarchy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Line chart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Subplots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Bar chart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Histogram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Scatter plot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Pie chart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Open the corresponding notebook for more detailed information!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8C980-2FF0-58A7-0023-C3464848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91736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4C285-027C-10CE-0CEA-599EB96CC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Matplotlib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496A8-5F85-412C-65DB-D1E7DA7E1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Matplotlib is a Python library used for data visualization.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The library is built on the top of NumPy arrays and consist of several plots like line chart, bar chart, histogram, scatter, pie, …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In this </a:t>
            </a:r>
            <a:r>
              <a:rPr lang="en-US" dirty="0">
                <a:solidFill>
                  <a:srgbClr val="273239"/>
                </a:solidFill>
                <a:latin typeface="urw-din"/>
              </a:rPr>
              <a:t>course just basic plotting is explained. Best practices in the world of plotting are covered in the ‘Data visualization’ course in the 2</a:t>
            </a:r>
            <a:r>
              <a:rPr lang="en-US" baseline="30000" dirty="0">
                <a:solidFill>
                  <a:srgbClr val="273239"/>
                </a:solidFill>
                <a:latin typeface="urw-din"/>
              </a:rPr>
              <a:t>nd</a:t>
            </a:r>
            <a:r>
              <a:rPr lang="en-US" dirty="0">
                <a:solidFill>
                  <a:srgbClr val="273239"/>
                </a:solidFill>
                <a:latin typeface="urw-din"/>
              </a:rPr>
              <a:t> term.</a:t>
            </a:r>
            <a:endParaRPr lang="en-US" b="0" i="0" dirty="0">
              <a:solidFill>
                <a:srgbClr val="273239"/>
              </a:solidFill>
              <a:effectLst/>
              <a:latin typeface="urw-din"/>
            </a:endParaRPr>
          </a:p>
          <a:p>
            <a:r>
              <a:rPr lang="en-US" dirty="0"/>
              <a:t>Most Matplotlib utilities lie under the </a:t>
            </a:r>
            <a:r>
              <a:rPr lang="en-US" dirty="0" err="1"/>
              <a:t>pyplot</a:t>
            </a:r>
            <a:r>
              <a:rPr lang="en-US" dirty="0"/>
              <a:t> submodule, and are usually imported under the </a:t>
            </a:r>
            <a:r>
              <a:rPr lang="en-US" dirty="0" err="1"/>
              <a:t>plt</a:t>
            </a:r>
            <a:r>
              <a:rPr lang="en-US" dirty="0"/>
              <a:t> alias: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Install the package first if it is not available!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ACDC6-AC47-54A3-A16C-9073DD687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</a:t>
            </a:fld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884E32-D83F-542B-7AC8-3458C066A0AC}"/>
              </a:ext>
            </a:extLst>
          </p:cNvPr>
          <p:cNvSpPr txBox="1"/>
          <p:nvPr/>
        </p:nvSpPr>
        <p:spPr>
          <a:xfrm>
            <a:off x="798618" y="4599908"/>
            <a:ext cx="61015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matplotlib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pyplot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201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A251A-96F7-5A54-0377-C3BF06F3C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Matplotlib object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A0EF4-B972-2238-94AC-87A085515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6" y="1550894"/>
            <a:ext cx="5513294" cy="4626069"/>
          </a:xfrm>
        </p:spPr>
        <p:txBody>
          <a:bodyPr>
            <a:normAutofit lnSpcReduction="10000"/>
          </a:bodyPr>
          <a:lstStyle/>
          <a:p>
            <a:r>
              <a:rPr lang="en-US"/>
              <a:t>Matplotlib’s plotting area is called the Figure object.</a:t>
            </a:r>
          </a:p>
          <a:p>
            <a:r>
              <a:rPr lang="en-US"/>
              <a:t>This Figure can be seen as a grid containing 1 or more Axes objects.  </a:t>
            </a:r>
          </a:p>
          <a:p>
            <a:r>
              <a:rPr lang="en-US"/>
              <a:t>Each Axes is an individual plot.  </a:t>
            </a:r>
            <a:br>
              <a:rPr lang="en-US"/>
            </a:br>
            <a:r>
              <a:rPr lang="en-US"/>
              <a:t>(NOT the plural of “axis”)</a:t>
            </a:r>
          </a:p>
          <a:p>
            <a:r>
              <a:rPr lang="en-US"/>
              <a:t>Using </a:t>
            </a:r>
            <a:r>
              <a:rPr lang="en-US" err="1"/>
              <a:t>Pyplot</a:t>
            </a:r>
            <a:r>
              <a:rPr lang="en-US"/>
              <a:t> functions smaller objects such as tick marks, individual lines, legends, text boxes, … can be added to the current Axes in the current Figure.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7711CA-82B0-9104-3812-4D040A1DB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925468-E664-D471-DCAF-90E57690A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4809" y="1550894"/>
            <a:ext cx="4504485" cy="469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359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1A499-0C8B-4A6E-9785-DE093D597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plt.figure</a:t>
            </a:r>
            <a:r>
              <a:rPr lang="en-US"/>
              <a:t>() &amp; </a:t>
            </a:r>
            <a:r>
              <a:rPr lang="en-US" err="1"/>
              <a:t>plt.plot</a:t>
            </a:r>
            <a:r>
              <a:rPr lang="en-US"/>
              <a:t>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8A313-46E2-B9E6-FEC5-8D725810B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5</a:t>
            </a:fld>
            <a:endParaRPr lang="nl-B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1BE8CE-FE05-EAC7-46AE-D3BA47E306D6}"/>
              </a:ext>
            </a:extLst>
          </p:cNvPr>
          <p:cNvSpPr txBox="1"/>
          <p:nvPr/>
        </p:nvSpPr>
        <p:spPr>
          <a:xfrm>
            <a:off x="582706" y="1686728"/>
            <a:ext cx="1030437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average_monthly_temperatures_year1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5.3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8.1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10.5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14.6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…,4.6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months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Jan'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'Feb'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'Mar'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'Apr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…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'Dec'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fig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figsize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=(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#width=10, height=4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months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average_monthly_temperatures_year1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"Average monthly temperatures"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"months"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      </a:t>
            </a:r>
          </a:p>
          <a:p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"temperature"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 </a:t>
            </a:r>
          </a:p>
          <a:p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grid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66619C-7221-4B1E-C33E-EC03CBCDA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47" y="4471988"/>
            <a:ext cx="5297668" cy="23860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4CC623-D051-E3BF-C4F2-7FE9E7FE2758}"/>
              </a:ext>
            </a:extLst>
          </p:cNvPr>
          <p:cNvSpPr txBox="1"/>
          <p:nvPr/>
        </p:nvSpPr>
        <p:spPr>
          <a:xfrm>
            <a:off x="5815895" y="4653785"/>
            <a:ext cx="40379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 Figure object</a:t>
            </a:r>
          </a:p>
          <a:p>
            <a:r>
              <a:rPr lang="en-US" sz="2400" dirty="0"/>
              <a:t>1 Axes object</a:t>
            </a:r>
          </a:p>
          <a:p>
            <a:r>
              <a:rPr lang="en-US" sz="2400" dirty="0"/>
              <a:t>1 X-Axis, 1 Y-Axis</a:t>
            </a:r>
          </a:p>
          <a:p>
            <a:r>
              <a:rPr lang="en-US" sz="2400" dirty="0"/>
              <a:t>1 X-Axis label, 1 Y-axis, label</a:t>
            </a:r>
          </a:p>
          <a:p>
            <a:r>
              <a:rPr lang="en-US" sz="2400" dirty="0"/>
              <a:t>1 plot title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25BE1B1F-D2BB-8B09-38EB-F3886478F0AC}"/>
              </a:ext>
            </a:extLst>
          </p:cNvPr>
          <p:cNvSpPr/>
          <p:nvPr/>
        </p:nvSpPr>
        <p:spPr>
          <a:xfrm>
            <a:off x="7553325" y="2295526"/>
            <a:ext cx="628650" cy="165946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0EC00F-20FC-AC60-B2A6-0164F15EB436}"/>
              </a:ext>
            </a:extLst>
          </p:cNvPr>
          <p:cNvSpPr txBox="1"/>
          <p:nvPr/>
        </p:nvSpPr>
        <p:spPr>
          <a:xfrm>
            <a:off x="8181975" y="2220695"/>
            <a:ext cx="38290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figure() creates Figure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plot() creates Axes (line chart) on current Figure or creates new Figure if none exists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F1C7AF-88CA-4826-4DF9-E117B6FB8082}"/>
              </a:ext>
            </a:extLst>
          </p:cNvPr>
          <p:cNvSpPr txBox="1"/>
          <p:nvPr/>
        </p:nvSpPr>
        <p:spPr>
          <a:xfrm>
            <a:off x="8181975" y="3376080"/>
            <a:ext cx="40541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Pyplot</a:t>
            </a:r>
            <a:r>
              <a:rPr lang="en-US"/>
              <a:t> functions that manipulate</a:t>
            </a:r>
            <a:br>
              <a:rPr lang="en-US"/>
            </a:br>
            <a:r>
              <a:rPr lang="en-US"/>
              <a:t>the current Axes on the current Figure</a:t>
            </a:r>
          </a:p>
        </p:txBody>
      </p:sp>
    </p:spTree>
    <p:extLst>
      <p:ext uri="{BB962C8B-B14F-4D97-AF65-F5344CB8AC3E}">
        <p14:creationId xmlns:p14="http://schemas.microsoft.com/office/powerpoint/2010/main" val="3664400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62FA3-FF4D-12EB-FE47-EE379C154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Plots </a:t>
            </a:r>
            <a:r>
              <a:rPr lang="nl-BE" dirty="0" err="1"/>
              <a:t>with</a:t>
            </a:r>
            <a:r>
              <a:rPr lang="nl-BE" dirty="0"/>
              <a:t> extra </a:t>
            </a:r>
            <a:r>
              <a:rPr lang="nl-BE" dirty="0" err="1"/>
              <a:t>toppings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CE8C6-2BBB-808D-E7E2-ACDEAC498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4999948" cy="4626069"/>
          </a:xfrm>
        </p:spPr>
        <p:txBody>
          <a:bodyPr/>
          <a:lstStyle/>
          <a:p>
            <a:r>
              <a:rPr lang="nl-BE" dirty="0" err="1"/>
              <a:t>Added</a:t>
            </a:r>
            <a:r>
              <a:rPr lang="nl-BE" dirty="0"/>
              <a:t> a second set of data</a:t>
            </a:r>
          </a:p>
          <a:p>
            <a:r>
              <a:rPr lang="nl-BE" dirty="0" err="1"/>
              <a:t>Added</a:t>
            </a:r>
            <a:r>
              <a:rPr lang="nl-BE" dirty="0"/>
              <a:t> a legend</a:t>
            </a:r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r>
              <a:rPr lang="nl-BE" dirty="0" err="1"/>
              <a:t>Changed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line </a:t>
            </a:r>
            <a:r>
              <a:rPr lang="nl-BE" dirty="0" err="1"/>
              <a:t>style</a:t>
            </a: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838CE-43D9-0B2E-606D-275BC052D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6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6345EE-72A0-9F4A-BCE6-5D1B1C4CB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474" y="1036966"/>
            <a:ext cx="5987298" cy="27578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899308-6797-E5FC-7A17-96493A39A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474" y="3863928"/>
            <a:ext cx="5951574" cy="275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958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33071-7B5C-3EEA-1CA2-F0F935454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B244D-5474-A678-FE29-251CF663B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plot() draws a line chart as a series of points which are joined with straight lines</a:t>
            </a:r>
          </a:p>
          <a:p>
            <a:r>
              <a:rPr lang="en-US" dirty="0"/>
              <a:t>Using a line chart implies continuous data.  For every value of x, a corresponding value of y exists.</a:t>
            </a:r>
          </a:p>
          <a:p>
            <a:r>
              <a:rPr lang="en-US" dirty="0"/>
              <a:t>Mostly line charts are used to display how data changes continuously over periods of time.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A6FCA-D3B6-683C-0BF3-73BEFDA7D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63157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18BBE-DFDA-7B7C-FC78-B6B40AC7A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subplot()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CD4BE-C9F4-1046-8850-B54AB1044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subplot() splits the Figure in a 2D grid.</a:t>
            </a:r>
          </a:p>
          <a:p>
            <a:r>
              <a:rPr lang="en-US"/>
              <a:t>Each Axes gets its own number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9A6BF-4C36-F0A0-6398-E98AD1820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8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5D617E-4326-4E39-E964-51262CD35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225" y="1866936"/>
            <a:ext cx="4457700" cy="3357526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CF450B33-D020-6C87-9AA0-80FC4DB1A826}"/>
              </a:ext>
            </a:extLst>
          </p:cNvPr>
          <p:cNvSpPr/>
          <p:nvPr/>
        </p:nvSpPr>
        <p:spPr>
          <a:xfrm>
            <a:off x="7658100" y="1601182"/>
            <a:ext cx="285750" cy="3048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1</a:t>
            </a:r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54FDD82-9893-F6BE-D377-114DE826FC4C}"/>
              </a:ext>
            </a:extLst>
          </p:cNvPr>
          <p:cNvSpPr/>
          <p:nvPr/>
        </p:nvSpPr>
        <p:spPr>
          <a:xfrm>
            <a:off x="9858375" y="1601182"/>
            <a:ext cx="285750" cy="3048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2</a:t>
            </a:r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293180D-C0AC-17E6-CFDE-3E30CA79C602}"/>
              </a:ext>
            </a:extLst>
          </p:cNvPr>
          <p:cNvSpPr/>
          <p:nvPr/>
        </p:nvSpPr>
        <p:spPr>
          <a:xfrm>
            <a:off x="7915275" y="5403849"/>
            <a:ext cx="285750" cy="3048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3</a:t>
            </a:r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0389C72-FE57-65E0-5206-F232E38B9F3D}"/>
              </a:ext>
            </a:extLst>
          </p:cNvPr>
          <p:cNvSpPr/>
          <p:nvPr/>
        </p:nvSpPr>
        <p:spPr>
          <a:xfrm>
            <a:off x="10115550" y="5403849"/>
            <a:ext cx="285750" cy="3048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4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116051-1CD5-511A-FDCC-97AE5710FE79}"/>
              </a:ext>
            </a:extLst>
          </p:cNvPr>
          <p:cNvSpPr txBox="1"/>
          <p:nvPr/>
        </p:nvSpPr>
        <p:spPr>
          <a:xfrm>
            <a:off x="866776" y="2383928"/>
            <a:ext cx="374332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1">
                <a:solidFill>
                  <a:schemeClr val="bg1"/>
                </a:solidFill>
                <a:effectLst/>
                <a:highlight>
                  <a:srgbClr val="0000FF"/>
                </a:highlight>
                <a:latin typeface="Consolas" panose="020B0609020204030204" pitchFamily="49" charset="0"/>
              </a:rPr>
              <a:t>1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ylim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1">
                <a:solidFill>
                  <a:schemeClr val="bg1"/>
                </a:solidFill>
                <a:effectLst/>
                <a:highlight>
                  <a:srgbClr val="008000"/>
                </a:highlight>
                <a:latin typeface="Consolas" panose="020B0609020204030204" pitchFamily="49" charset="0"/>
              </a:rPr>
              <a:t>2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ylim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'g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1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3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ylim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1">
                <a:solidFill>
                  <a:schemeClr val="bg1"/>
                </a:solidFill>
                <a:effectLst/>
                <a:highlight>
                  <a:srgbClr val="FFDE57"/>
                </a:highlight>
                <a:latin typeface="Consolas" panose="020B0609020204030204" pitchFamily="49" charset="0"/>
              </a:rPr>
              <a:t>4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ylim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6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'y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965509-130B-A942-4088-DE919EA592B2}"/>
              </a:ext>
            </a:extLst>
          </p:cNvPr>
          <p:cNvSpPr txBox="1"/>
          <p:nvPr/>
        </p:nvSpPr>
        <p:spPr>
          <a:xfrm>
            <a:off x="7429500" y="5902324"/>
            <a:ext cx="39973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Best practice data visualization:</a:t>
            </a:r>
            <a:br>
              <a:rPr lang="en-US"/>
            </a:br>
            <a:r>
              <a:rPr lang="en-US"/>
              <a:t>Y-axis of each plot has the same scaling!</a:t>
            </a:r>
          </a:p>
        </p:txBody>
      </p:sp>
    </p:spTree>
    <p:extLst>
      <p:ext uri="{BB962C8B-B14F-4D97-AF65-F5344CB8AC3E}">
        <p14:creationId xmlns:p14="http://schemas.microsoft.com/office/powerpoint/2010/main" val="3209783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DDED-621F-873D-3162-3BC6D2BA2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subplots()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4ED48-F508-57BA-7C34-ECA8C4B39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11291048" cy="4626069"/>
          </a:xfrm>
        </p:spPr>
        <p:txBody>
          <a:bodyPr/>
          <a:lstStyle/>
          <a:p>
            <a:r>
              <a:rPr lang="en-US"/>
              <a:t>A shortcut to create a grid for </a:t>
            </a:r>
            <a:r>
              <a:rPr lang="en-US" err="1"/>
              <a:t>subplotting</a:t>
            </a:r>
            <a:r>
              <a:rPr lang="en-US"/>
              <a:t> is to define the Figure as a NumPy object array which supports indexing.  </a:t>
            </a:r>
          </a:p>
          <a:p>
            <a:r>
              <a:rPr lang="en-US"/>
              <a:t>Note the attributes </a:t>
            </a:r>
            <a:r>
              <a:rPr lang="en-US" err="1"/>
              <a:t>sharex</a:t>
            </a:r>
            <a:r>
              <a:rPr lang="en-US"/>
              <a:t> and </a:t>
            </a:r>
            <a:r>
              <a:rPr lang="en-US" err="1"/>
              <a:t>sharey</a:t>
            </a:r>
            <a:r>
              <a:rPr lang="en-US"/>
              <a:t> to make sure that the plots in the grid use the same axis.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3D4E7-604F-1DEE-852F-4F0F0520D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9</a:t>
            </a:fld>
            <a:endParaRPr lang="nl-B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528C90-B36C-0DA5-FA82-BB6CC6A7099A}"/>
              </a:ext>
            </a:extLst>
          </p:cNvPr>
          <p:cNvSpPr txBox="1"/>
          <p:nvPr/>
        </p:nvSpPr>
        <p:spPr>
          <a:xfrm>
            <a:off x="1137745" y="3725460"/>
            <a:ext cx="687113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fig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axs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sz="20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subplots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sharey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…</a:t>
            </a:r>
          </a:p>
          <a:p>
            <a:b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axs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>
                <a:solidFill>
                  <a:schemeClr val="bg1"/>
                </a:solidFill>
                <a:effectLst/>
                <a:highlight>
                  <a:srgbClr val="0000FF"/>
                </a:highlight>
                <a:latin typeface="Consolas" panose="020B0609020204030204" pitchFamily="49" charset="0"/>
              </a:rPr>
              <a:t>0,0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].plot(</a:t>
            </a:r>
            <a:r>
              <a:rPr lang="en-US" sz="20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0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20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</a:t>
            </a:r>
            <a:r>
              <a:rPr lang="en-US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0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axs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>
                <a:solidFill>
                  <a:schemeClr val="bg1"/>
                </a:solidFill>
                <a:effectLst/>
                <a:highlight>
                  <a:srgbClr val="008000"/>
                </a:highlight>
                <a:latin typeface="Consolas" panose="020B0609020204030204" pitchFamily="49" charset="0"/>
              </a:rPr>
              <a:t>0,1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].plot(</a:t>
            </a:r>
            <a:r>
              <a:rPr lang="en-US" sz="20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0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20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'g</a:t>
            </a:r>
            <a:r>
              <a:rPr lang="en-US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0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axs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>
                <a:solidFill>
                  <a:schemeClr val="bg1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1,0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].plot(</a:t>
            </a:r>
            <a:r>
              <a:rPr lang="en-US" sz="20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0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20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</a:t>
            </a:r>
            <a:r>
              <a:rPr lang="en-US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0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axs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>
                <a:solidFill>
                  <a:schemeClr val="bg1"/>
                </a:solidFill>
                <a:effectLst/>
                <a:highlight>
                  <a:srgbClr val="FFDE57"/>
                </a:highlight>
                <a:latin typeface="Consolas" panose="020B0609020204030204" pitchFamily="49" charset="0"/>
              </a:rPr>
              <a:t>1,1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].plot(</a:t>
            </a:r>
            <a:r>
              <a:rPr lang="en-US" sz="20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0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20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'y</a:t>
            </a:r>
            <a:r>
              <a:rPr lang="en-US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24A186-374E-DF3E-4E73-3C0FF9DFD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2998" y="3480595"/>
            <a:ext cx="3633787" cy="278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436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35E47-3C95-DA8A-83BF-5768668BD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74C75-96D0-42E0-F5E7-371A3A2E3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4" y="1550894"/>
            <a:ext cx="7273269" cy="4626069"/>
          </a:xfrm>
        </p:spPr>
        <p:txBody>
          <a:bodyPr>
            <a:normAutofit/>
          </a:bodyPr>
          <a:lstStyle/>
          <a:p>
            <a:r>
              <a:rPr lang="en-US"/>
              <a:t>Used for representing categorical, discrete data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A line chart cannot be used because a line </a:t>
            </a:r>
            <a:br>
              <a:rPr lang="en-US"/>
            </a:br>
            <a:r>
              <a:rPr lang="en-US"/>
              <a:t>suggests that an individual student can be between 2 class groups</a:t>
            </a:r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D3F9A-6D6E-1CBB-F3AF-DB8FAF98C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10</a:t>
            </a:fld>
            <a:endParaRPr lang="nl-BE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57FAF28F-8F09-F078-5C83-A0DB782814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852EA1-9BE6-1401-9DC1-0AB55AD0D2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23"/>
          <a:stretch/>
        </p:blipFill>
        <p:spPr>
          <a:xfrm>
            <a:off x="7649431" y="2940892"/>
            <a:ext cx="4338241" cy="33411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0AB3B0A-A993-A602-6323-202DA979D22F}"/>
              </a:ext>
            </a:extLst>
          </p:cNvPr>
          <p:cNvSpPr txBox="1"/>
          <p:nvPr/>
        </p:nvSpPr>
        <p:spPr>
          <a:xfrm>
            <a:off x="774832" y="2252448"/>
            <a:ext cx="85478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groups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(([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'2IT01'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'2IT02'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'2IT03'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'2IT04'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'2IT05'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]))</a:t>
            </a:r>
          </a:p>
          <a:p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number_of_men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([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35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35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27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groups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number_of_men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'Number of male students per group'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091512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380FF-3863-BFCD-82DE-17441C7C0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Bar </a:t>
            </a:r>
            <a:r>
              <a:rPr lang="nl-BE" dirty="0" err="1"/>
              <a:t>chart</a:t>
            </a:r>
            <a:r>
              <a:rPr lang="nl-BE" dirty="0"/>
              <a:t> </a:t>
            </a:r>
            <a:r>
              <a:rPr lang="nl-BE" dirty="0" err="1"/>
              <a:t>with</a:t>
            </a:r>
            <a:r>
              <a:rPr lang="nl-BE" dirty="0"/>
              <a:t> </a:t>
            </a:r>
            <a:r>
              <a:rPr lang="nl-BE" dirty="0" err="1"/>
              <a:t>toppings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1F30B-7FBC-2F42-01D8-D75C16E51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4" y="1550893"/>
            <a:ext cx="6624211" cy="4626069"/>
          </a:xfrm>
        </p:spPr>
        <p:txBody>
          <a:bodyPr/>
          <a:lstStyle/>
          <a:p>
            <a:r>
              <a:rPr lang="nl-BE" dirty="0" err="1"/>
              <a:t>Stacked</a:t>
            </a:r>
            <a:r>
              <a:rPr lang="nl-BE" dirty="0"/>
              <a:t> bar </a:t>
            </a:r>
            <a:r>
              <a:rPr lang="nl-BE" dirty="0" err="1"/>
              <a:t>chart</a:t>
            </a:r>
            <a:r>
              <a:rPr lang="nl-BE" dirty="0"/>
              <a:t>: gender is </a:t>
            </a:r>
            <a:r>
              <a:rPr lang="nl-BE" dirty="0" err="1"/>
              <a:t>added</a:t>
            </a:r>
            <a:endParaRPr lang="nl-BE" dirty="0"/>
          </a:p>
          <a:p>
            <a:r>
              <a:rPr lang="nl-BE" dirty="0" err="1"/>
              <a:t>Each</a:t>
            </a:r>
            <a:r>
              <a:rPr lang="nl-BE" dirty="0"/>
              <a:t> gender has </a:t>
            </a:r>
            <a:r>
              <a:rPr lang="nl-BE" dirty="0" err="1"/>
              <a:t>it’s</a:t>
            </a:r>
            <a:r>
              <a:rPr lang="nl-BE" dirty="0"/>
              <a:t> colour</a:t>
            </a:r>
          </a:p>
          <a:p>
            <a:r>
              <a:rPr lang="nl-BE" dirty="0"/>
              <a:t>Legend is </a:t>
            </a:r>
            <a:r>
              <a:rPr lang="nl-BE" dirty="0" err="1"/>
              <a:t>added</a:t>
            </a:r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pPr marL="0" indent="0">
              <a:buNone/>
            </a:pPr>
            <a:r>
              <a:rPr lang="nl-BE" dirty="0" err="1"/>
              <a:t>You</a:t>
            </a:r>
            <a:r>
              <a:rPr lang="nl-BE" dirty="0"/>
              <a:t> </a:t>
            </a:r>
            <a:r>
              <a:rPr lang="nl-BE" dirty="0" err="1"/>
              <a:t>can</a:t>
            </a:r>
            <a:r>
              <a:rPr lang="nl-BE" dirty="0"/>
              <a:t> </a:t>
            </a:r>
            <a:r>
              <a:rPr lang="nl-BE" dirty="0" err="1"/>
              <a:t>find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code in </a:t>
            </a:r>
            <a:r>
              <a:rPr lang="nl-BE" dirty="0" err="1"/>
              <a:t>the</a:t>
            </a:r>
            <a:r>
              <a:rPr lang="nl-BE" dirty="0"/>
              <a:t> notebook!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A7589-E7D2-F0EC-5375-B31D1A875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11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7559BB-AE95-FCED-057E-699056D3E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858" y="1632317"/>
            <a:ext cx="5101390" cy="401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736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E76F7-8515-9B32-1966-327F93023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Bar </a:t>
            </a:r>
            <a:r>
              <a:rPr lang="nl-BE" dirty="0" err="1"/>
              <a:t>chart</a:t>
            </a:r>
            <a:r>
              <a:rPr lang="nl-BE" dirty="0"/>
              <a:t> </a:t>
            </a:r>
            <a:r>
              <a:rPr lang="nl-BE" dirty="0" err="1"/>
              <a:t>with</a:t>
            </a:r>
            <a:r>
              <a:rPr lang="nl-BE" dirty="0"/>
              <a:t> a lot of </a:t>
            </a:r>
            <a:r>
              <a:rPr lang="nl-BE" dirty="0" err="1"/>
              <a:t>toppings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EB9F5-AD26-4B9B-1FDB-6DB9D7398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 err="1"/>
              <a:t>Plotting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bars next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each</a:t>
            </a:r>
            <a:r>
              <a:rPr lang="nl-BE" dirty="0"/>
              <a:t> </a:t>
            </a:r>
            <a:r>
              <a:rPr lang="nl-BE" dirty="0" err="1"/>
              <a:t>other</a:t>
            </a:r>
            <a:r>
              <a:rPr lang="nl-BE" dirty="0"/>
              <a:t> is more </a:t>
            </a:r>
            <a:r>
              <a:rPr lang="nl-BE" dirty="0" err="1"/>
              <a:t>difficult</a:t>
            </a:r>
            <a:r>
              <a:rPr lang="nl-BE" dirty="0"/>
              <a:t>.</a:t>
            </a:r>
          </a:p>
          <a:p>
            <a:pPr lvl="1"/>
            <a:r>
              <a:rPr lang="nl-BE" dirty="0" err="1"/>
              <a:t>You</a:t>
            </a:r>
            <a:r>
              <a:rPr lang="nl-BE" dirty="0"/>
              <a:t> </a:t>
            </a:r>
            <a:r>
              <a:rPr lang="nl-BE" dirty="0" err="1"/>
              <a:t>can</a:t>
            </a:r>
            <a:r>
              <a:rPr lang="nl-BE" dirty="0"/>
              <a:t> </a:t>
            </a:r>
            <a:r>
              <a:rPr lang="nl-BE" dirty="0" err="1"/>
              <a:t>find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code in </a:t>
            </a:r>
            <a:r>
              <a:rPr lang="nl-BE" dirty="0" err="1"/>
              <a:t>the</a:t>
            </a:r>
            <a:r>
              <a:rPr lang="nl-BE" dirty="0"/>
              <a:t> notebook</a:t>
            </a:r>
          </a:p>
          <a:p>
            <a:r>
              <a:rPr lang="nl-BE" dirty="0"/>
              <a:t>In a practical setting </a:t>
            </a:r>
            <a:r>
              <a:rPr lang="nl-BE" dirty="0" err="1"/>
              <a:t>you</a:t>
            </a:r>
            <a:r>
              <a:rPr lang="nl-BE" dirty="0"/>
              <a:t> </a:t>
            </a:r>
            <a:r>
              <a:rPr lang="nl-BE" dirty="0" err="1"/>
              <a:t>could</a:t>
            </a:r>
            <a:r>
              <a:rPr lang="nl-BE" dirty="0"/>
              <a:t> </a:t>
            </a:r>
            <a:r>
              <a:rPr lang="nl-BE" dirty="0" err="1"/>
              <a:t>consider</a:t>
            </a:r>
            <a:r>
              <a:rPr lang="nl-BE" dirty="0"/>
              <a:t> </a:t>
            </a:r>
            <a:r>
              <a:rPr lang="nl-BE" dirty="0" err="1"/>
              <a:t>seaborn</a:t>
            </a:r>
            <a:r>
              <a:rPr lang="nl-BE" dirty="0"/>
              <a:t> in </a:t>
            </a:r>
            <a:r>
              <a:rPr lang="nl-BE" dirty="0" err="1"/>
              <a:t>this</a:t>
            </a:r>
            <a:r>
              <a:rPr lang="nl-BE" dirty="0"/>
              <a:t> case, a different </a:t>
            </a:r>
            <a:r>
              <a:rPr lang="nl-BE" dirty="0" err="1"/>
              <a:t>plotting</a:t>
            </a:r>
            <a:r>
              <a:rPr lang="nl-BE" dirty="0"/>
              <a:t> </a:t>
            </a:r>
            <a:r>
              <a:rPr lang="nl-BE" dirty="0" err="1"/>
              <a:t>library</a:t>
            </a:r>
            <a:r>
              <a:rPr lang="nl-BE" dirty="0"/>
              <a:t> </a:t>
            </a:r>
            <a:r>
              <a:rPr lang="nl-BE" dirty="0" err="1"/>
              <a:t>that</a:t>
            </a:r>
            <a:r>
              <a:rPr lang="nl-BE" dirty="0"/>
              <a:t> </a:t>
            </a:r>
            <a:r>
              <a:rPr lang="nl-BE" dirty="0" err="1"/>
              <a:t>would</a:t>
            </a:r>
            <a:r>
              <a:rPr lang="nl-BE" dirty="0"/>
              <a:t> make </a:t>
            </a:r>
            <a:r>
              <a:rPr lang="nl-BE" dirty="0" err="1"/>
              <a:t>the</a:t>
            </a:r>
            <a:r>
              <a:rPr lang="nl-BE" dirty="0"/>
              <a:t> code </a:t>
            </a:r>
            <a:r>
              <a:rPr lang="nl-BE" dirty="0" err="1"/>
              <a:t>easier</a:t>
            </a:r>
            <a:r>
              <a:rPr lang="nl-BE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34FA6-836F-06CA-BE7B-E14DDD9AA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12</a:t>
            </a:fld>
            <a:endParaRPr lang="nl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22F55F-224D-61CC-5116-4F317AF7C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397" y="3597113"/>
            <a:ext cx="4089558" cy="28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915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8EB27-37DD-A3CE-16F9-51FF9BF4D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Histogram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96B30-7DDF-25F4-E996-89CF8FE7A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representation of the distribution of continuous numerical data</a:t>
            </a:r>
          </a:p>
          <a:p>
            <a:r>
              <a:rPr lang="en-US"/>
              <a:t>To construct a histogram, we divide the entire range of values into a series of intervals (bins). </a:t>
            </a:r>
          </a:p>
          <a:p>
            <a:r>
              <a:rPr lang="en-US"/>
              <a:t>These intervals are plotted on the X-axis. </a:t>
            </a:r>
          </a:p>
          <a:p>
            <a:r>
              <a:rPr lang="en-US"/>
              <a:t>Then we count how many values fall into each interval. This number is shown on the Y-axis. </a:t>
            </a:r>
          </a:p>
          <a:p>
            <a:r>
              <a:rPr lang="en-US"/>
              <a:t>The result is a kind of bar graph that shows the number of times that the values occurred within each interval.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CF4AA-393E-7DB1-B476-0BB6BA7AF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49430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EA689-33A1-ED91-2871-A657C4D15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5" y="396656"/>
            <a:ext cx="10771094" cy="920015"/>
          </a:xfrm>
        </p:spPr>
        <p:txBody>
          <a:bodyPr/>
          <a:lstStyle/>
          <a:p>
            <a:r>
              <a:rPr lang="en-US"/>
              <a:t>Histogram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5A540-ECF5-1E28-1F83-C2E0493A6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14</a:t>
            </a:fld>
            <a:endParaRPr lang="nl-B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0E3C18-C6B5-2F96-5CE4-9F7ACD4B4CD3}"/>
              </a:ext>
            </a:extLst>
          </p:cNvPr>
          <p:cNvSpPr txBox="1"/>
          <p:nvPr/>
        </p:nvSpPr>
        <p:spPr>
          <a:xfrm>
            <a:off x="664780" y="2167785"/>
            <a:ext cx="610125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#result of 100 students for exam data science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randint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,(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#bins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intervals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#ec = </a:t>
            </a:r>
            <a:r>
              <a:rPr lang="en-US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edgecolor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--&gt; creates separate bars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hist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bins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intervals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ec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'black'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xticks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intervals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yticks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arange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step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'marks'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'no. of students'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A2C9E5-139E-4B08-6E29-094A17664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063" y="1550894"/>
            <a:ext cx="5335076" cy="39770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EE0C4B-C374-DE57-9641-1AC2D6959F02}"/>
              </a:ext>
            </a:extLst>
          </p:cNvPr>
          <p:cNvSpPr txBox="1"/>
          <p:nvPr/>
        </p:nvSpPr>
        <p:spPr>
          <a:xfrm>
            <a:off x="7494991" y="5615582"/>
            <a:ext cx="40445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Histograms show continuous data.</a:t>
            </a:r>
            <a:br>
              <a:rPr lang="en-US"/>
            </a:br>
            <a:r>
              <a:rPr lang="en-US"/>
              <a:t>Every mark between 0 and 20 is possible.</a:t>
            </a:r>
            <a:br>
              <a:rPr lang="en-US"/>
            </a:br>
            <a:r>
              <a:rPr lang="en-US"/>
              <a:t>There are no gaps between the bars.</a:t>
            </a:r>
          </a:p>
        </p:txBody>
      </p:sp>
    </p:spTree>
    <p:extLst>
      <p:ext uri="{BB962C8B-B14F-4D97-AF65-F5344CB8AC3E}">
        <p14:creationId xmlns:p14="http://schemas.microsoft.com/office/powerpoint/2010/main" val="508922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2FB37-B9DF-B506-D699-CC5DD087F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Scatter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EA463-00D9-97C6-280F-9063BECE9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to show whether or not there is a relationship or connection between 2 sets of data.</a:t>
            </a:r>
          </a:p>
          <a:p>
            <a:r>
              <a:rPr lang="en-US" dirty="0"/>
              <a:t>The data is plotted on a graph such that one quantity is plotted on the x-axis and one quantity is plotted on the y-axis. </a:t>
            </a:r>
          </a:p>
          <a:p>
            <a:r>
              <a:rPr lang="en-US" dirty="0"/>
              <a:t>Each observation (= each row in the data table</a:t>
            </a:r>
            <a:r>
              <a:rPr lang="en-US"/>
              <a:t>) is represented </a:t>
            </a:r>
            <a:r>
              <a:rPr lang="en-US" dirty="0"/>
              <a:t>by a marker.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BB2CE-8E71-DDA3-83DD-A2E8BFFA3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57504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0E9FA-5843-23F9-09DE-C054A7476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Scatter plot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5F77E-3167-786E-CDE8-94FF002EE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16</a:t>
            </a:fld>
            <a:endParaRPr lang="nl-B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3D351B-30A1-3F61-45A9-3645BDBCE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668" y="2644696"/>
            <a:ext cx="4946955" cy="36214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EAD62D-AFC3-191D-29AB-783BEC5FEA3E}"/>
              </a:ext>
            </a:extLst>
          </p:cNvPr>
          <p:cNvSpPr txBox="1"/>
          <p:nvPr/>
        </p:nvSpPr>
        <p:spPr>
          <a:xfrm>
            <a:off x="656278" y="1574341"/>
            <a:ext cx="902575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hours_studied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grades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scatter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hours_studied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grades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xticks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arange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step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yticks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arange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step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'Hours studied'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'Final grade'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78D559-5FB5-3304-45B9-10B28F3EE534}"/>
              </a:ext>
            </a:extLst>
          </p:cNvPr>
          <p:cNvSpPr txBox="1"/>
          <p:nvPr/>
        </p:nvSpPr>
        <p:spPr>
          <a:xfrm>
            <a:off x="656278" y="4289587"/>
            <a:ext cx="585846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Each student is represented by a blue marker.</a:t>
            </a:r>
          </a:p>
          <a:p>
            <a:endParaRPr lang="en-US" sz="2400" dirty="0"/>
          </a:p>
          <a:p>
            <a:r>
              <a:rPr lang="en-US" sz="2400" dirty="0"/>
              <a:t>Relationship is clear:</a:t>
            </a:r>
            <a:br>
              <a:rPr lang="en-US" sz="2400" dirty="0"/>
            </a:br>
            <a:r>
              <a:rPr lang="en-US" sz="2400" dirty="0"/>
              <a:t>The more you study, the higher your grades! </a:t>
            </a:r>
          </a:p>
        </p:txBody>
      </p:sp>
    </p:spTree>
    <p:extLst>
      <p:ext uri="{BB962C8B-B14F-4D97-AF65-F5344CB8AC3E}">
        <p14:creationId xmlns:p14="http://schemas.microsoft.com/office/powerpoint/2010/main" val="844808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E78DA-2AB4-D0FB-7BD5-6707DA574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Scatter</a:t>
            </a:r>
            <a:r>
              <a:rPr lang="nl-BE" dirty="0"/>
              <a:t> plot </a:t>
            </a:r>
            <a:r>
              <a:rPr lang="nl-BE" dirty="0" err="1"/>
              <a:t>with</a:t>
            </a:r>
            <a:r>
              <a:rPr lang="nl-BE" dirty="0"/>
              <a:t> </a:t>
            </a:r>
            <a:r>
              <a:rPr lang="nl-BE" dirty="0" err="1"/>
              <a:t>toppings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00CBF-6BAD-D371-6D7B-19B2B770E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5673716" cy="4626069"/>
          </a:xfrm>
        </p:spPr>
        <p:txBody>
          <a:bodyPr/>
          <a:lstStyle/>
          <a:p>
            <a:r>
              <a:rPr lang="nl-BE" dirty="0"/>
              <a:t>Colour of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dots</a:t>
            </a:r>
            <a:r>
              <a:rPr lang="nl-BE" dirty="0"/>
              <a:t> is </a:t>
            </a:r>
            <a:r>
              <a:rPr lang="nl-BE" dirty="0" err="1"/>
              <a:t>changed</a:t>
            </a:r>
            <a:endParaRPr lang="nl-BE" dirty="0"/>
          </a:p>
          <a:p>
            <a:r>
              <a:rPr lang="nl-BE" dirty="0" err="1"/>
              <a:t>When</a:t>
            </a:r>
            <a:r>
              <a:rPr lang="nl-BE" dirty="0"/>
              <a:t> </a:t>
            </a:r>
            <a:r>
              <a:rPr lang="nl-BE" dirty="0" err="1"/>
              <a:t>you</a:t>
            </a:r>
            <a:r>
              <a:rPr lang="nl-BE" dirty="0"/>
              <a:t> check </a:t>
            </a:r>
            <a:r>
              <a:rPr lang="nl-BE" dirty="0" err="1"/>
              <a:t>the</a:t>
            </a:r>
            <a:r>
              <a:rPr lang="nl-BE" dirty="0"/>
              <a:t> code </a:t>
            </a:r>
            <a:r>
              <a:rPr lang="nl-BE" dirty="0" err="1"/>
              <a:t>you’ll</a:t>
            </a:r>
            <a:r>
              <a:rPr lang="nl-BE" dirty="0"/>
              <a:t> </a:t>
            </a:r>
            <a:r>
              <a:rPr lang="nl-BE" dirty="0" err="1"/>
              <a:t>note</a:t>
            </a:r>
            <a:r>
              <a:rPr lang="nl-BE" dirty="0"/>
              <a:t> we set </a:t>
            </a:r>
            <a:r>
              <a:rPr lang="nl-BE" dirty="0" err="1"/>
              <a:t>the</a:t>
            </a:r>
            <a:r>
              <a:rPr lang="nl-BE" dirty="0"/>
              <a:t> data </a:t>
            </a:r>
            <a:r>
              <a:rPr lang="nl-BE" dirty="0" err="1"/>
              <a:t>for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colour </a:t>
            </a:r>
            <a:r>
              <a:rPr lang="nl-BE" dirty="0" err="1"/>
              <a:t>manually</a:t>
            </a:r>
            <a:r>
              <a:rPr lang="nl-BE" dirty="0"/>
              <a:t>, but </a:t>
            </a:r>
            <a:r>
              <a:rPr lang="nl-BE" dirty="0" err="1"/>
              <a:t>you</a:t>
            </a:r>
            <a:r>
              <a:rPr lang="nl-BE" dirty="0"/>
              <a:t> </a:t>
            </a:r>
            <a:r>
              <a:rPr lang="nl-BE" dirty="0" err="1"/>
              <a:t>could</a:t>
            </a:r>
            <a:r>
              <a:rPr lang="nl-BE" dirty="0"/>
              <a:t> have </a:t>
            </a:r>
            <a:r>
              <a:rPr lang="nl-BE" dirty="0" err="1"/>
              <a:t>generated</a:t>
            </a:r>
            <a:r>
              <a:rPr lang="nl-BE" dirty="0"/>
              <a:t> </a:t>
            </a:r>
            <a:r>
              <a:rPr lang="nl-BE" dirty="0" err="1"/>
              <a:t>this</a:t>
            </a:r>
            <a:r>
              <a:rPr lang="nl-BE" dirty="0"/>
              <a:t> </a:t>
            </a:r>
            <a:r>
              <a:rPr lang="nl-BE" dirty="0" err="1"/>
              <a:t>easily</a:t>
            </a:r>
            <a:endParaRPr lang="nl-BE" dirty="0"/>
          </a:p>
          <a:p>
            <a:pPr lvl="1"/>
            <a:r>
              <a:rPr lang="nl-BE" dirty="0"/>
              <a:t>&lt;=7: </a:t>
            </a:r>
            <a:r>
              <a:rPr lang="nl-BE" dirty="0" err="1">
                <a:solidFill>
                  <a:srgbClr val="FF0000"/>
                </a:solidFill>
              </a:rPr>
              <a:t>failed</a:t>
            </a:r>
            <a:endParaRPr lang="nl-BE" dirty="0">
              <a:solidFill>
                <a:srgbClr val="FF0000"/>
              </a:solidFill>
            </a:endParaRPr>
          </a:p>
          <a:p>
            <a:pPr lvl="1"/>
            <a:r>
              <a:rPr lang="nl-BE" dirty="0"/>
              <a:t>8-9: </a:t>
            </a:r>
            <a:r>
              <a:rPr lang="nl-BE" dirty="0" err="1">
                <a:solidFill>
                  <a:schemeClr val="accent2"/>
                </a:solidFill>
              </a:rPr>
              <a:t>tolerated</a:t>
            </a:r>
            <a:endParaRPr lang="nl-BE" dirty="0">
              <a:solidFill>
                <a:schemeClr val="accent2"/>
              </a:solidFill>
            </a:endParaRPr>
          </a:p>
          <a:p>
            <a:pPr lvl="1"/>
            <a:r>
              <a:rPr lang="nl-BE" dirty="0"/>
              <a:t>&gt;=10: </a:t>
            </a:r>
            <a:r>
              <a:rPr lang="nl-BE" dirty="0" err="1">
                <a:solidFill>
                  <a:srgbClr val="00B050"/>
                </a:solidFill>
              </a:rPr>
              <a:t>passed</a:t>
            </a:r>
            <a:endParaRPr lang="nl-BE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7F120-9E00-BB36-D5F9-302C80239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17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65811D-3AEE-F530-19AC-75E3539A2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798" y="1949136"/>
            <a:ext cx="5048955" cy="38295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13BCD7-2DAA-966E-ADFD-68F5E6894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3405" y="5838903"/>
            <a:ext cx="952633" cy="1524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CBA6FA-9005-783F-173A-2209275E8C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2246" y="3530506"/>
            <a:ext cx="219106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135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56BE6-22FA-E293-8408-2147A06C5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Pie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BE792-09E9-EC98-D042-AA1B4AEEC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for comparing the contribution of different categories to the whole.</a:t>
            </a:r>
          </a:p>
          <a:p>
            <a:r>
              <a:rPr lang="en-US" dirty="0"/>
              <a:t>Can only be used when the distinct parts add up to </a:t>
            </a:r>
            <a:br>
              <a:rPr lang="en-US" dirty="0"/>
            </a:br>
            <a:r>
              <a:rPr lang="en-US" dirty="0"/>
              <a:t>a meaningful whole (100%).</a:t>
            </a:r>
          </a:p>
          <a:p>
            <a:r>
              <a:rPr lang="en-US" dirty="0"/>
              <a:t>Best practice is to</a:t>
            </a:r>
          </a:p>
          <a:p>
            <a:pPr lvl="1"/>
            <a:r>
              <a:rPr lang="en-US" dirty="0"/>
              <a:t>plot the relative values (percentages) for each category</a:t>
            </a:r>
          </a:p>
          <a:p>
            <a:pPr lvl="1"/>
            <a:r>
              <a:rPr lang="en-US" dirty="0"/>
              <a:t>limit the number of categories to max 6</a:t>
            </a:r>
          </a:p>
          <a:p>
            <a:pPr lvl="1"/>
            <a:r>
              <a:rPr lang="en-US" dirty="0"/>
              <a:t>sort relative values clockwise descending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2B511-1C58-AC3E-EDEC-56D71F7D6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62067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DDF6D-4EC4-7EB7-C6A4-E8E9EF540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Pie chart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9FE26-B232-28A3-C758-255F4C781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19</a:t>
            </a:fld>
            <a:endParaRPr lang="nl-B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769AEE-1E4E-9EC0-B676-79BB3F59FCB3}"/>
              </a:ext>
            </a:extLst>
          </p:cNvPr>
          <p:cNvSpPr txBox="1"/>
          <p:nvPr/>
        </p:nvSpPr>
        <p:spPr>
          <a:xfrm>
            <a:off x="445055" y="1484442"/>
            <a:ext cx="105277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sports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'soccer'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'swimming'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'hockey'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'basketball'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number_of_students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sort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number_of_students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sports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zip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sorted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zip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number_of_students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sports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))))</a:t>
            </a:r>
          </a:p>
          <a:p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pie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number_of_students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labels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sports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autopct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%1.1f%%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startangle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0EF92A-3010-FDBF-13C0-02190FF21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960" y="3719090"/>
            <a:ext cx="3856079" cy="293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7099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CBD02-60F2-2F7B-4D17-02F0C735F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BE2DC-82BC-2C03-09AB-BC9AEE3B2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These slides went over </a:t>
            </a:r>
            <a:r>
              <a:rPr lang="nl-BE" dirty="0" err="1"/>
              <a:t>the</a:t>
            </a:r>
            <a:r>
              <a:rPr lang="nl-BE" dirty="0"/>
              <a:t> different plots we </a:t>
            </a:r>
            <a:r>
              <a:rPr lang="nl-BE" dirty="0" err="1"/>
              <a:t>expect</a:t>
            </a:r>
            <a:r>
              <a:rPr lang="nl-BE" dirty="0"/>
              <a:t> </a:t>
            </a:r>
            <a:r>
              <a:rPr lang="nl-BE" dirty="0" err="1"/>
              <a:t>you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be</a:t>
            </a:r>
            <a:r>
              <a:rPr lang="nl-BE" dirty="0"/>
              <a:t> </a:t>
            </a:r>
            <a:r>
              <a:rPr lang="nl-BE" dirty="0" err="1"/>
              <a:t>able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produce on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exam</a:t>
            </a:r>
            <a:endParaRPr lang="nl-BE" dirty="0"/>
          </a:p>
          <a:p>
            <a:r>
              <a:rPr lang="nl-BE" dirty="0" err="1"/>
              <a:t>When</a:t>
            </a:r>
            <a:r>
              <a:rPr lang="nl-BE" dirty="0"/>
              <a:t> </a:t>
            </a:r>
            <a:r>
              <a:rPr lang="nl-BE" dirty="0" err="1"/>
              <a:t>using</a:t>
            </a:r>
            <a:r>
              <a:rPr lang="nl-BE" dirty="0"/>
              <a:t> AI on </a:t>
            </a:r>
            <a:r>
              <a:rPr lang="nl-BE" dirty="0" err="1"/>
              <a:t>an</a:t>
            </a:r>
            <a:r>
              <a:rPr lang="nl-BE" dirty="0"/>
              <a:t> </a:t>
            </a:r>
            <a:r>
              <a:rPr lang="nl-BE" dirty="0" err="1"/>
              <a:t>exam</a:t>
            </a:r>
            <a:r>
              <a:rPr lang="nl-BE" dirty="0"/>
              <a:t>, </a:t>
            </a:r>
            <a:r>
              <a:rPr lang="nl-BE" dirty="0" err="1"/>
              <a:t>consider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time </a:t>
            </a:r>
            <a:r>
              <a:rPr lang="nl-BE" dirty="0" err="1"/>
              <a:t>you’ll</a:t>
            </a:r>
            <a:r>
              <a:rPr lang="nl-BE" dirty="0"/>
              <a:t> </a:t>
            </a:r>
            <a:r>
              <a:rPr lang="nl-BE" dirty="0" err="1"/>
              <a:t>need</a:t>
            </a:r>
            <a:r>
              <a:rPr lang="nl-BE" dirty="0"/>
              <a:t> </a:t>
            </a:r>
            <a:r>
              <a:rPr lang="nl-BE" dirty="0" err="1"/>
              <a:t>for</a:t>
            </a:r>
            <a:endParaRPr lang="nl-BE" dirty="0"/>
          </a:p>
          <a:p>
            <a:pPr lvl="1"/>
            <a:r>
              <a:rPr lang="nl-BE" dirty="0" err="1"/>
              <a:t>Adding</a:t>
            </a:r>
            <a:r>
              <a:rPr lang="nl-BE" dirty="0"/>
              <a:t> a legend </a:t>
            </a:r>
            <a:r>
              <a:rPr lang="nl-BE" dirty="0" err="1"/>
              <a:t>manually</a:t>
            </a:r>
            <a:r>
              <a:rPr lang="nl-BE" dirty="0"/>
              <a:t> </a:t>
            </a:r>
            <a:r>
              <a:rPr lang="nl-BE" dirty="0" err="1"/>
              <a:t>if</a:t>
            </a:r>
            <a:r>
              <a:rPr lang="nl-BE" dirty="0"/>
              <a:t> </a:t>
            </a:r>
            <a:r>
              <a:rPr lang="nl-BE" dirty="0" err="1"/>
              <a:t>you</a:t>
            </a:r>
            <a:r>
              <a:rPr lang="nl-BE" dirty="0"/>
              <a:t> </a:t>
            </a:r>
            <a:r>
              <a:rPr lang="nl-BE" dirty="0" err="1"/>
              <a:t>know</a:t>
            </a:r>
            <a:r>
              <a:rPr lang="nl-BE" dirty="0"/>
              <a:t> </a:t>
            </a:r>
            <a:r>
              <a:rPr lang="nl-BE" dirty="0" err="1"/>
              <a:t>you’ll</a:t>
            </a:r>
            <a:r>
              <a:rPr lang="nl-BE" dirty="0"/>
              <a:t> </a:t>
            </a:r>
            <a:r>
              <a:rPr lang="nl-BE" dirty="0" err="1"/>
              <a:t>need</a:t>
            </a:r>
            <a:r>
              <a:rPr lang="nl-BE" dirty="0"/>
              <a:t> “.legend”</a:t>
            </a:r>
          </a:p>
          <a:p>
            <a:pPr lvl="1"/>
            <a:r>
              <a:rPr lang="nl-BE" dirty="0"/>
              <a:t>Prompt engineering </a:t>
            </a:r>
            <a:r>
              <a:rPr lang="nl-BE" dirty="0" err="1"/>
              <a:t>the</a:t>
            </a:r>
            <a:r>
              <a:rPr lang="nl-BE" dirty="0"/>
              <a:t> AI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generate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legend we are </a:t>
            </a:r>
            <a:r>
              <a:rPr lang="nl-BE" dirty="0" err="1"/>
              <a:t>asking</a:t>
            </a:r>
            <a:r>
              <a:rPr lang="nl-BE" dirty="0"/>
              <a:t> </a:t>
            </a:r>
            <a:r>
              <a:rPr lang="nl-BE" dirty="0" err="1"/>
              <a:t>for</a:t>
            </a:r>
            <a:endParaRPr lang="nl-BE" dirty="0"/>
          </a:p>
          <a:p>
            <a:r>
              <a:rPr lang="nl-BE" dirty="0" err="1"/>
              <a:t>Also</a:t>
            </a:r>
            <a:r>
              <a:rPr lang="nl-BE" dirty="0"/>
              <a:t> </a:t>
            </a:r>
            <a:r>
              <a:rPr lang="nl-BE" dirty="0" err="1"/>
              <a:t>bear</a:t>
            </a:r>
            <a:r>
              <a:rPr lang="nl-BE" dirty="0"/>
              <a:t> in </a:t>
            </a:r>
            <a:r>
              <a:rPr lang="nl-BE" dirty="0" err="1"/>
              <a:t>the</a:t>
            </a:r>
            <a:r>
              <a:rPr lang="nl-BE" dirty="0"/>
              <a:t> mind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rules</a:t>
            </a:r>
            <a:r>
              <a:rPr lang="nl-BE" dirty="0"/>
              <a:t> </a:t>
            </a:r>
            <a:r>
              <a:rPr lang="nl-BE" dirty="0" err="1"/>
              <a:t>for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different </a:t>
            </a:r>
            <a:r>
              <a:rPr lang="nl-BE" dirty="0" err="1"/>
              <a:t>graphs</a:t>
            </a:r>
            <a:endParaRPr lang="nl-BE" dirty="0"/>
          </a:p>
          <a:p>
            <a:pPr lvl="1"/>
            <a:r>
              <a:rPr lang="nl-BE" dirty="0"/>
              <a:t>Bar </a:t>
            </a:r>
            <a:r>
              <a:rPr lang="nl-BE" dirty="0" err="1"/>
              <a:t>vs</a:t>
            </a:r>
            <a:r>
              <a:rPr lang="nl-BE" dirty="0"/>
              <a:t> line</a:t>
            </a:r>
          </a:p>
          <a:p>
            <a:pPr lvl="1"/>
            <a:r>
              <a:rPr lang="nl-BE" dirty="0"/>
              <a:t>Bar </a:t>
            </a:r>
            <a:r>
              <a:rPr lang="nl-BE" dirty="0" err="1"/>
              <a:t>vs</a:t>
            </a:r>
            <a:r>
              <a:rPr lang="nl-BE" dirty="0"/>
              <a:t> histogram</a:t>
            </a:r>
          </a:p>
          <a:p>
            <a:pPr lvl="1"/>
            <a:r>
              <a:rPr lang="nl-BE" dirty="0" err="1"/>
              <a:t>Scatter</a:t>
            </a:r>
            <a:endParaRPr lang="nl-BE" dirty="0"/>
          </a:p>
          <a:p>
            <a:pPr lvl="1"/>
            <a:r>
              <a:rPr lang="nl-BE" dirty="0" err="1"/>
              <a:t>Pie</a:t>
            </a:r>
            <a:r>
              <a:rPr lang="nl-BE" dirty="0"/>
              <a:t> </a:t>
            </a:r>
            <a:r>
              <a:rPr lang="nl-BE" dirty="0" err="1"/>
              <a:t>chart</a:t>
            </a: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F96FD-C161-8711-0E95-AD8DAA4F5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132641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2b0f4be1-9f1f-4328-81a6-034cc34da24b"/>
</p:tagLst>
</file>

<file path=ppt/theme/theme1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2049</Words>
  <Application>Microsoft Office PowerPoint</Application>
  <PresentationFormat>Widescreen</PresentationFormat>
  <Paragraphs>235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Arial</vt:lpstr>
      <vt:lpstr>Calibri</vt:lpstr>
      <vt:lpstr>Cambria</vt:lpstr>
      <vt:lpstr>Consolas</vt:lpstr>
      <vt:lpstr>urw-din</vt:lpstr>
      <vt:lpstr>Kantoorthema</vt:lpstr>
      <vt:lpstr>Chapter 4 – Matplotlib </vt:lpstr>
      <vt:lpstr>Overview</vt:lpstr>
      <vt:lpstr>Matplotlib</vt:lpstr>
      <vt:lpstr>Matplotlib object hierarchy</vt:lpstr>
      <vt:lpstr>plt.figure() &amp; plt.plot()</vt:lpstr>
      <vt:lpstr>Plots with extra toppings</vt:lpstr>
      <vt:lpstr>Line chart</vt:lpstr>
      <vt:lpstr>subplot()</vt:lpstr>
      <vt:lpstr>subplots()</vt:lpstr>
      <vt:lpstr>Bar chart</vt:lpstr>
      <vt:lpstr>Bar chart with toppings</vt:lpstr>
      <vt:lpstr>Bar chart with a lot of toppings</vt:lpstr>
      <vt:lpstr>Histogram</vt:lpstr>
      <vt:lpstr>Histogram</vt:lpstr>
      <vt:lpstr>Scatter plot</vt:lpstr>
      <vt:lpstr>Scatter plot</vt:lpstr>
      <vt:lpstr>Scatter plot with toppings</vt:lpstr>
      <vt:lpstr>Pie chart</vt:lpstr>
      <vt:lpstr>Pie chart</vt:lpstr>
      <vt:lpstr>Summary</vt:lpstr>
    </vt:vector>
  </TitlesOfParts>
  <Company>Thomas More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Christel Maes</dc:creator>
  <cp:lastModifiedBy>Ellen Torfs</cp:lastModifiedBy>
  <cp:revision>5</cp:revision>
  <dcterms:created xsi:type="dcterms:W3CDTF">2018-02-21T07:41:18Z</dcterms:created>
  <dcterms:modified xsi:type="dcterms:W3CDTF">2025-09-21T13:09:46Z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337be75-dfbb-4261-9834-ac247c7dde13_Enabled">
    <vt:lpwstr>true</vt:lpwstr>
  </property>
  <property fmtid="{D5CDD505-2E9C-101B-9397-08002B2CF9AE}" pid="3" name="MSIP_Label_c337be75-dfbb-4261-9834-ac247c7dde13_SetDate">
    <vt:lpwstr>2023-09-20T11:23:29Z</vt:lpwstr>
  </property>
  <property fmtid="{D5CDD505-2E9C-101B-9397-08002B2CF9AE}" pid="4" name="MSIP_Label_c337be75-dfbb-4261-9834-ac247c7dde13_Method">
    <vt:lpwstr>Standard</vt:lpwstr>
  </property>
  <property fmtid="{D5CDD505-2E9C-101B-9397-08002B2CF9AE}" pid="5" name="MSIP_Label_c337be75-dfbb-4261-9834-ac247c7dde13_Name">
    <vt:lpwstr>Algemeen</vt:lpwstr>
  </property>
  <property fmtid="{D5CDD505-2E9C-101B-9397-08002B2CF9AE}" pid="6" name="MSIP_Label_c337be75-dfbb-4261-9834-ac247c7dde13_SiteId">
    <vt:lpwstr>77d33cc5-c9b4-4766-95c7-ed5b515e1cce</vt:lpwstr>
  </property>
  <property fmtid="{D5CDD505-2E9C-101B-9397-08002B2CF9AE}" pid="7" name="MSIP_Label_c337be75-dfbb-4261-9834-ac247c7dde13_ActionId">
    <vt:lpwstr>6b00b449-1989-44f7-9d4e-e36425b741eb</vt:lpwstr>
  </property>
  <property fmtid="{D5CDD505-2E9C-101B-9397-08002B2CF9AE}" pid="8" name="MSIP_Label_c337be75-dfbb-4261-9834-ac247c7dde13_ContentBits">
    <vt:lpwstr>0</vt:lpwstr>
  </property>
</Properties>
</file>