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5"/>
  </p:notesMasterIdLst>
  <p:handoutMasterIdLst>
    <p:handoutMasterId r:id="rId46"/>
  </p:handoutMasterIdLst>
  <p:sldIdLst>
    <p:sldId id="256" r:id="rId2"/>
    <p:sldId id="320" r:id="rId3"/>
    <p:sldId id="258" r:id="rId4"/>
    <p:sldId id="330" r:id="rId5"/>
    <p:sldId id="266" r:id="rId6"/>
    <p:sldId id="261" r:id="rId7"/>
    <p:sldId id="267" r:id="rId8"/>
    <p:sldId id="268" r:id="rId9"/>
    <p:sldId id="270" r:id="rId10"/>
    <p:sldId id="262" r:id="rId11"/>
    <p:sldId id="316" r:id="rId12"/>
    <p:sldId id="317" r:id="rId13"/>
    <p:sldId id="318" r:id="rId14"/>
    <p:sldId id="319" r:id="rId15"/>
    <p:sldId id="271" r:id="rId16"/>
    <p:sldId id="264" r:id="rId17"/>
    <p:sldId id="314" r:id="rId18"/>
    <p:sldId id="324" r:id="rId19"/>
    <p:sldId id="325" r:id="rId20"/>
    <p:sldId id="326" r:id="rId21"/>
    <p:sldId id="327" r:id="rId22"/>
    <p:sldId id="265" r:id="rId23"/>
    <p:sldId id="315" r:id="rId24"/>
    <p:sldId id="332" r:id="rId25"/>
    <p:sldId id="333" r:id="rId26"/>
    <p:sldId id="263" r:id="rId27"/>
    <p:sldId id="286" r:id="rId28"/>
    <p:sldId id="284" r:id="rId29"/>
    <p:sldId id="287" r:id="rId30"/>
    <p:sldId id="288" r:id="rId31"/>
    <p:sldId id="289" r:id="rId32"/>
    <p:sldId id="328" r:id="rId33"/>
    <p:sldId id="290" r:id="rId34"/>
    <p:sldId id="307" r:id="rId35"/>
    <p:sldId id="311" r:id="rId36"/>
    <p:sldId id="321" r:id="rId37"/>
    <p:sldId id="308" r:id="rId38"/>
    <p:sldId id="309" r:id="rId39"/>
    <p:sldId id="313" r:id="rId40"/>
    <p:sldId id="312" r:id="rId41"/>
    <p:sldId id="322" r:id="rId42"/>
    <p:sldId id="323" r:id="rId43"/>
    <p:sldId id="331" r:id="rId44"/>
  </p:sldIdLst>
  <p:sldSz cx="12192000" cy="6858000"/>
  <p:notesSz cx="6858000" cy="9144000"/>
  <p:custDataLst>
    <p:tags r:id="rId47"/>
  </p:custDataLst>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BEC22A0-526F-4899-B6EB-594FD6B2F54A}">
          <p14:sldIdLst>
            <p14:sldId id="256"/>
            <p14:sldId id="320"/>
            <p14:sldId id="258"/>
            <p14:sldId id="330"/>
            <p14:sldId id="266"/>
          </p14:sldIdLst>
        </p14:section>
        <p14:section name="Creating" id="{9B138D13-1F52-4EAC-A0BA-E7116653D168}">
          <p14:sldIdLst>
            <p14:sldId id="261"/>
            <p14:sldId id="267"/>
            <p14:sldId id="268"/>
          </p14:sldIdLst>
        </p14:section>
        <p14:section name="Properties" id="{5D1E14BF-207E-4F93-9826-7FD3A154BEFB}">
          <p14:sldIdLst>
            <p14:sldId id="270"/>
            <p14:sldId id="262"/>
          </p14:sldIdLst>
        </p14:section>
        <p14:section name="Arithmetics" id="{0234189A-D2F3-424C-BDAB-3C927D9E184D}">
          <p14:sldIdLst>
            <p14:sldId id="316"/>
            <p14:sldId id="317"/>
            <p14:sldId id="318"/>
            <p14:sldId id="319"/>
          </p14:sldIdLst>
        </p14:section>
        <p14:section name="Extract items" id="{35D601D9-74D8-4EA2-A23C-FA2D99F992C5}">
          <p14:sldIdLst>
            <p14:sldId id="271"/>
          </p14:sldIdLst>
        </p14:section>
        <p14:section name="Create new array" id="{35778CC5-5342-4F42-9B77-5348EA3D8324}">
          <p14:sldIdLst>
            <p14:sldId id="264"/>
            <p14:sldId id="314"/>
            <p14:sldId id="324"/>
            <p14:sldId id="325"/>
            <p14:sldId id="326"/>
            <p14:sldId id="327"/>
          </p14:sldIdLst>
        </p14:section>
        <p14:section name="Reshaping" id="{49DB8BA0-ABA7-409B-BCBF-29A3F926B771}">
          <p14:sldIdLst>
            <p14:sldId id="265"/>
            <p14:sldId id="315"/>
          </p14:sldIdLst>
        </p14:section>
        <p14:section name="Unique,intersect1d" id="{A617C5C6-3630-4FBA-B8F0-48A4D57057F7}">
          <p14:sldIdLst>
            <p14:sldId id="332"/>
            <p14:sldId id="333"/>
          </p14:sldIdLst>
        </p14:section>
        <p14:section name="Aggregations" id="{C3E086B1-A1A4-4CA8-80A3-44185614A369}">
          <p14:sldIdLst>
            <p14:sldId id="263"/>
            <p14:sldId id="286"/>
            <p14:sldId id="284"/>
            <p14:sldId id="287"/>
            <p14:sldId id="288"/>
            <p14:sldId id="289"/>
            <p14:sldId id="328"/>
            <p14:sldId id="290"/>
            <p14:sldId id="307"/>
            <p14:sldId id="311"/>
            <p14:sldId id="321"/>
            <p14:sldId id="308"/>
            <p14:sldId id="309"/>
            <p14:sldId id="313"/>
            <p14:sldId id="312"/>
            <p14:sldId id="322"/>
          </p14:sldIdLst>
        </p14:section>
        <p14:section name="Loading files" id="{ED3052D2-2717-4AD3-932B-5A4C63CE1752}">
          <p14:sldIdLst>
            <p14:sldId id="323"/>
          </p14:sldIdLst>
        </p14:section>
        <p14:section name="Summary" id="{19B6DFB7-8DE7-42A2-9044-97A9FC755CF2}">
          <p14:sldIdLst>
            <p14:sldId id="33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E5BF"/>
    <a:srgbClr val="53998E"/>
    <a:srgbClr val="E76B95"/>
    <a:srgbClr val="EF7A48"/>
    <a:srgbClr val="446785"/>
    <a:srgbClr val="4584B6"/>
    <a:srgbClr val="D5AD42"/>
    <a:srgbClr val="FFC000"/>
    <a:srgbClr val="FFDE57"/>
    <a:srgbClr val="6464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Stijl, gemiddeld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Stijl, gemiddeld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B4B98B0-60AC-42C2-AFA5-B58CD77FA1E5}" styleName="Stijl, licht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Stijl, licht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88799" autoAdjust="0"/>
  </p:normalViewPr>
  <p:slideViewPr>
    <p:cSldViewPr snapToGrid="0">
      <p:cViewPr>
        <p:scale>
          <a:sx n="75" d="100"/>
          <a:sy n="75" d="100"/>
        </p:scale>
        <p:origin x="835"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len Torfs" userId="c6aa1e10-4a12-4511-8c7c-135720d4f277" providerId="ADAL" clId="{96FE4D50-3959-4B58-A212-D6CC02D3BBDA}"/>
    <pc:docChg chg="custSel modSld">
      <pc:chgData name="Ellen Torfs" userId="c6aa1e10-4a12-4511-8c7c-135720d4f277" providerId="ADAL" clId="{96FE4D50-3959-4B58-A212-D6CC02D3BBDA}" dt="2022-01-21T10:21:14.623" v="362" actId="20577"/>
      <pc:docMkLst>
        <pc:docMk/>
      </pc:docMkLst>
      <pc:sldChg chg="modSp mod">
        <pc:chgData name="Ellen Torfs" userId="c6aa1e10-4a12-4511-8c7c-135720d4f277" providerId="ADAL" clId="{96FE4D50-3959-4B58-A212-D6CC02D3BBDA}" dt="2022-01-20T08:43:35.652" v="6" actId="20577"/>
        <pc:sldMkLst>
          <pc:docMk/>
          <pc:sldMk cId="54334544" sldId="256"/>
        </pc:sldMkLst>
      </pc:sldChg>
      <pc:sldChg chg="modSp mod">
        <pc:chgData name="Ellen Torfs" userId="c6aa1e10-4a12-4511-8c7c-135720d4f277" providerId="ADAL" clId="{96FE4D50-3959-4B58-A212-D6CC02D3BBDA}" dt="2022-01-21T10:21:14.623" v="362" actId="20577"/>
        <pc:sldMkLst>
          <pc:docMk/>
          <pc:sldMk cId="3503501734" sldId="257"/>
        </pc:sldMkLst>
      </pc:sldChg>
    </pc:docChg>
  </pc:docChgLst>
  <pc:docChgLst>
    <pc:chgData name="Jochen Mariën" userId="a4f8d9ed-3895-4365-b2d5-9432cb8a20d4" providerId="ADAL" clId="{BCDF92DB-AC3D-4A3F-A7F9-8705237CD6F8}"/>
    <pc:docChg chg="undo custSel addSld modSld">
      <pc:chgData name="Jochen Mariën" userId="a4f8d9ed-3895-4365-b2d5-9432cb8a20d4" providerId="ADAL" clId="{BCDF92DB-AC3D-4A3F-A7F9-8705237CD6F8}" dt="2023-01-23T21:15:51.011" v="400" actId="1076"/>
      <pc:docMkLst>
        <pc:docMk/>
      </pc:docMkLst>
      <pc:sldChg chg="addSp delSp modSp new mod">
        <pc:chgData name="Jochen Mariën" userId="a4f8d9ed-3895-4365-b2d5-9432cb8a20d4" providerId="ADAL" clId="{BCDF92DB-AC3D-4A3F-A7F9-8705237CD6F8}" dt="2023-01-23T21:15:51.011" v="400" actId="1076"/>
        <pc:sldMkLst>
          <pc:docMk/>
          <pc:sldMk cId="2941177551" sldId="328"/>
        </pc:sldMkLst>
      </pc:sldChg>
    </pc:docChg>
  </pc:docChgLst>
  <pc:docChgLst>
    <pc:chgData name="Christel Maes" userId="7e61469a-7c21-464c-bace-a1bda262211a" providerId="ADAL" clId="{87FE1885-60B7-40AF-827E-9207F68EA3B2}"/>
    <pc:docChg chg="custSel delSld modSld">
      <pc:chgData name="Christel Maes" userId="7e61469a-7c21-464c-bace-a1bda262211a" providerId="ADAL" clId="{87FE1885-60B7-40AF-827E-9207F68EA3B2}" dt="2019-09-04T13:45:00.670" v="144" actId="6549"/>
      <pc:docMkLst>
        <pc:docMk/>
      </pc:docMkLst>
      <pc:sldChg chg="modSp">
        <pc:chgData name="Christel Maes" userId="7e61469a-7c21-464c-bace-a1bda262211a" providerId="ADAL" clId="{87FE1885-60B7-40AF-827E-9207F68EA3B2}" dt="2019-09-04T13:45:00.670" v="144" actId="6549"/>
        <pc:sldMkLst>
          <pc:docMk/>
          <pc:sldMk cId="1055868665" sldId="257"/>
        </pc:sldMkLst>
      </pc:sldChg>
      <pc:sldChg chg="modSp">
        <pc:chgData name="Christel Maes" userId="7e61469a-7c21-464c-bace-a1bda262211a" providerId="ADAL" clId="{87FE1885-60B7-40AF-827E-9207F68EA3B2}" dt="2019-09-04T13:43:24.762" v="105" actId="20577"/>
        <pc:sldMkLst>
          <pc:docMk/>
          <pc:sldMk cId="556707363" sldId="265"/>
        </pc:sldMkLst>
      </pc:sldChg>
      <pc:sldChg chg="del">
        <pc:chgData name="Christel Maes" userId="7e61469a-7c21-464c-bace-a1bda262211a" providerId="ADAL" clId="{87FE1885-60B7-40AF-827E-9207F68EA3B2}" dt="2019-09-04T13:43:35.120" v="106" actId="2696"/>
        <pc:sldMkLst>
          <pc:docMk/>
          <pc:sldMk cId="3728208910" sldId="266"/>
        </pc:sldMkLst>
      </pc:sldChg>
      <pc:sldChg chg="modSp">
        <pc:chgData name="Christel Maes" userId="7e61469a-7c21-464c-bace-a1bda262211a" providerId="ADAL" clId="{87FE1885-60B7-40AF-827E-9207F68EA3B2}" dt="2019-09-04T13:44:43.963" v="135" actId="20577"/>
        <pc:sldMkLst>
          <pc:docMk/>
          <pc:sldMk cId="2513866126" sldId="267"/>
        </pc:sldMkLst>
      </pc:sldChg>
    </pc:docChg>
  </pc:docChgLst>
  <pc:docChgLst>
    <pc:chgData name="Jochen Mariën" userId="a4f8d9ed-3895-4365-b2d5-9432cb8a20d4" providerId="ADAL" clId="{41B982E9-6CEC-468B-8051-717A6402EC30}"/>
    <pc:docChg chg="undo custSel addSld delSld modSld sldOrd addSection delSection modSection">
      <pc:chgData name="Jochen Mariën" userId="a4f8d9ed-3895-4365-b2d5-9432cb8a20d4" providerId="ADAL" clId="{41B982E9-6CEC-468B-8051-717A6402EC30}" dt="2024-08-29T14:04:17.270" v="1082" actId="47"/>
      <pc:docMkLst>
        <pc:docMk/>
      </pc:docMkLst>
      <pc:sldChg chg="modSp mod">
        <pc:chgData name="Jochen Mariën" userId="a4f8d9ed-3895-4365-b2d5-9432cb8a20d4" providerId="ADAL" clId="{41B982E9-6CEC-468B-8051-717A6402EC30}" dt="2024-08-27T07:24:44.980" v="17" actId="20577"/>
        <pc:sldMkLst>
          <pc:docMk/>
          <pc:sldMk cId="54334544" sldId="256"/>
        </pc:sldMkLst>
      </pc:sldChg>
      <pc:sldChg chg="modSp mod">
        <pc:chgData name="Jochen Mariën" userId="a4f8d9ed-3895-4365-b2d5-9432cb8a20d4" providerId="ADAL" clId="{41B982E9-6CEC-468B-8051-717A6402EC30}" dt="2024-08-27T07:25:09.545" v="18" actId="1076"/>
        <pc:sldMkLst>
          <pc:docMk/>
          <pc:sldMk cId="414353988" sldId="258"/>
        </pc:sldMkLst>
      </pc:sldChg>
      <pc:sldChg chg="add del">
        <pc:chgData name="Jochen Mariën" userId="a4f8d9ed-3895-4365-b2d5-9432cb8a20d4" providerId="ADAL" clId="{41B982E9-6CEC-468B-8051-717A6402EC30}" dt="2024-08-27T07:37:23.747" v="254" actId="47"/>
        <pc:sldMkLst>
          <pc:docMk/>
          <pc:sldMk cId="498686144" sldId="260"/>
        </pc:sldMkLst>
      </pc:sldChg>
      <pc:sldChg chg="del">
        <pc:chgData name="Jochen Mariën" userId="a4f8d9ed-3895-4365-b2d5-9432cb8a20d4" providerId="ADAL" clId="{41B982E9-6CEC-468B-8051-717A6402EC30}" dt="2024-08-27T07:33:45.864" v="19" actId="2696"/>
        <pc:sldMkLst>
          <pc:docMk/>
          <pc:sldMk cId="3067917630" sldId="260"/>
        </pc:sldMkLst>
      </pc:sldChg>
      <pc:sldChg chg="addSp modSp mod">
        <pc:chgData name="Jochen Mariën" userId="a4f8d9ed-3895-4365-b2d5-9432cb8a20d4" providerId="ADAL" clId="{41B982E9-6CEC-468B-8051-717A6402EC30}" dt="2024-08-27T07:43:53.411" v="274" actId="692"/>
        <pc:sldMkLst>
          <pc:docMk/>
          <pc:sldMk cId="1786842315" sldId="261"/>
        </pc:sldMkLst>
      </pc:sldChg>
      <pc:sldChg chg="addSp delSp modSp mod">
        <pc:chgData name="Jochen Mariën" userId="a4f8d9ed-3895-4365-b2d5-9432cb8a20d4" providerId="ADAL" clId="{41B982E9-6CEC-468B-8051-717A6402EC30}" dt="2024-08-27T07:44:05.063" v="275" actId="692"/>
        <pc:sldMkLst>
          <pc:docMk/>
          <pc:sldMk cId="3800344756" sldId="262"/>
        </pc:sldMkLst>
      </pc:sldChg>
      <pc:sldChg chg="modSp mod">
        <pc:chgData name="Jochen Mariën" userId="a4f8d9ed-3895-4365-b2d5-9432cb8a20d4" providerId="ADAL" clId="{41B982E9-6CEC-468B-8051-717A6402EC30}" dt="2024-08-29T13:53:41.712" v="348" actId="113"/>
        <pc:sldMkLst>
          <pc:docMk/>
          <pc:sldMk cId="3149836567" sldId="263"/>
        </pc:sldMkLst>
      </pc:sldChg>
      <pc:sldChg chg="modSp mod">
        <pc:chgData name="Jochen Mariën" userId="a4f8d9ed-3895-4365-b2d5-9432cb8a20d4" providerId="ADAL" clId="{41B982E9-6CEC-468B-8051-717A6402EC30}" dt="2024-08-29T13:56:41.894" v="483" actId="113"/>
        <pc:sldMkLst>
          <pc:docMk/>
          <pc:sldMk cId="667628986" sldId="286"/>
        </pc:sldMkLst>
      </pc:sldChg>
      <pc:sldChg chg="modSp mod">
        <pc:chgData name="Jochen Mariën" userId="a4f8d9ed-3895-4365-b2d5-9432cb8a20d4" providerId="ADAL" clId="{41B982E9-6CEC-468B-8051-717A6402EC30}" dt="2024-08-29T13:57:44.888" v="486" actId="20577"/>
        <pc:sldMkLst>
          <pc:docMk/>
          <pc:sldMk cId="2962211546" sldId="288"/>
        </pc:sldMkLst>
      </pc:sldChg>
      <pc:sldChg chg="modSp mod">
        <pc:chgData name="Jochen Mariën" userId="a4f8d9ed-3895-4365-b2d5-9432cb8a20d4" providerId="ADAL" clId="{41B982E9-6CEC-468B-8051-717A6402EC30}" dt="2024-08-29T13:58:20.426" v="487" actId="20577"/>
        <pc:sldMkLst>
          <pc:docMk/>
          <pc:sldMk cId="3892042236" sldId="290"/>
        </pc:sldMkLst>
      </pc:sldChg>
      <pc:sldChg chg="modSp mod">
        <pc:chgData name="Jochen Mariën" userId="a4f8d9ed-3895-4365-b2d5-9432cb8a20d4" providerId="ADAL" clId="{41B982E9-6CEC-468B-8051-717A6402EC30}" dt="2024-08-27T14:54:34.242" v="343" actId="1076"/>
        <pc:sldMkLst>
          <pc:docMk/>
          <pc:sldMk cId="2674330935" sldId="315"/>
        </pc:sldMkLst>
      </pc:sldChg>
      <pc:sldChg chg="modSp mod">
        <pc:chgData name="Jochen Mariën" userId="a4f8d9ed-3895-4365-b2d5-9432cb8a20d4" providerId="ADAL" clId="{41B982E9-6CEC-468B-8051-717A6402EC30}" dt="2024-08-27T14:45:53.490" v="289" actId="20577"/>
        <pc:sldMkLst>
          <pc:docMk/>
          <pc:sldMk cId="2617469191" sldId="326"/>
        </pc:sldMkLst>
      </pc:sldChg>
      <pc:sldChg chg="addSp delSp modSp new del mod ord modClrScheme chgLayout">
        <pc:chgData name="Jochen Mariën" userId="a4f8d9ed-3895-4365-b2d5-9432cb8a20d4" providerId="ADAL" clId="{41B982E9-6CEC-468B-8051-717A6402EC30}" dt="2024-08-29T14:04:17.270" v="1082" actId="47"/>
        <pc:sldMkLst>
          <pc:docMk/>
          <pc:sldMk cId="3604124200" sldId="329"/>
        </pc:sldMkLst>
      </pc:sldChg>
      <pc:sldChg chg="modSp new mod">
        <pc:chgData name="Jochen Mariën" userId="a4f8d9ed-3895-4365-b2d5-9432cb8a20d4" providerId="ADAL" clId="{41B982E9-6CEC-468B-8051-717A6402EC30}" dt="2024-08-27T07:37:08.318" v="253" actId="27636"/>
        <pc:sldMkLst>
          <pc:docMk/>
          <pc:sldMk cId="3547665158" sldId="330"/>
        </pc:sldMkLst>
      </pc:sldChg>
      <pc:sldChg chg="new del">
        <pc:chgData name="Jochen Mariën" userId="a4f8d9ed-3895-4365-b2d5-9432cb8a20d4" providerId="ADAL" clId="{41B982E9-6CEC-468B-8051-717A6402EC30}" dt="2024-08-27T15:03:38.744" v="345" actId="680"/>
        <pc:sldMkLst>
          <pc:docMk/>
          <pc:sldMk cId="932958128" sldId="331"/>
        </pc:sldMkLst>
      </pc:sldChg>
      <pc:sldChg chg="new del">
        <pc:chgData name="Jochen Mariën" userId="a4f8d9ed-3895-4365-b2d5-9432cb8a20d4" providerId="ADAL" clId="{41B982E9-6CEC-468B-8051-717A6402EC30}" dt="2024-08-27T14:41:48.163" v="281" actId="680"/>
        <pc:sldMkLst>
          <pc:docMk/>
          <pc:sldMk cId="1813210286" sldId="331"/>
        </pc:sldMkLst>
      </pc:sldChg>
      <pc:sldChg chg="new del">
        <pc:chgData name="Jochen Mariën" userId="a4f8d9ed-3895-4365-b2d5-9432cb8a20d4" providerId="ADAL" clId="{41B982E9-6CEC-468B-8051-717A6402EC30}" dt="2024-08-29T13:59:48.685" v="489" actId="680"/>
        <pc:sldMkLst>
          <pc:docMk/>
          <pc:sldMk cId="3461908418" sldId="331"/>
        </pc:sldMkLst>
      </pc:sldChg>
      <pc:sldChg chg="modSp new mod">
        <pc:chgData name="Jochen Mariën" userId="a4f8d9ed-3895-4365-b2d5-9432cb8a20d4" providerId="ADAL" clId="{41B982E9-6CEC-468B-8051-717A6402EC30}" dt="2024-08-29T14:04:10.244" v="1081" actId="313"/>
        <pc:sldMkLst>
          <pc:docMk/>
          <pc:sldMk cId="3992728949" sldId="331"/>
        </pc:sldMkLst>
      </pc:sldChg>
    </pc:docChg>
  </pc:docChgLst>
  <pc:docChgLst>
    <pc:chgData name="Jochen Mariën" userId="a4f8d9ed-3895-4365-b2d5-9432cb8a20d4" providerId="ADAL" clId="{6FEC1757-F93A-4277-9371-69CC69AEF602}"/>
    <pc:docChg chg="delSld modSld">
      <pc:chgData name="Jochen Mariën" userId="a4f8d9ed-3895-4365-b2d5-9432cb8a20d4" providerId="ADAL" clId="{6FEC1757-F93A-4277-9371-69CC69AEF602}" dt="2022-09-01T12:20:34.503" v="7" actId="1076"/>
      <pc:docMkLst>
        <pc:docMk/>
      </pc:docMkLst>
      <pc:sldChg chg="del">
        <pc:chgData name="Jochen Mariën" userId="a4f8d9ed-3895-4365-b2d5-9432cb8a20d4" providerId="ADAL" clId="{6FEC1757-F93A-4277-9371-69CC69AEF602}" dt="2022-09-01T12:13:40.022" v="0" actId="47"/>
        <pc:sldMkLst>
          <pc:docMk/>
          <pc:sldMk cId="3503501734" sldId="257"/>
        </pc:sldMkLst>
      </pc:sldChg>
      <pc:sldChg chg="addSp modSp mod">
        <pc:chgData name="Jochen Mariën" userId="a4f8d9ed-3895-4365-b2d5-9432cb8a20d4" providerId="ADAL" clId="{6FEC1757-F93A-4277-9371-69CC69AEF602}" dt="2022-09-01T12:20:34.503" v="7" actId="1076"/>
        <pc:sldMkLst>
          <pc:docMk/>
          <pc:sldMk cId="414353988" sldId="258"/>
        </pc:sldMkLst>
      </pc:sldChg>
      <pc:sldChg chg="del">
        <pc:chgData name="Jochen Mariën" userId="a4f8d9ed-3895-4365-b2d5-9432cb8a20d4" providerId="ADAL" clId="{6FEC1757-F93A-4277-9371-69CC69AEF602}" dt="2022-09-01T12:13:59.199" v="1" actId="47"/>
        <pc:sldMkLst>
          <pc:docMk/>
          <pc:sldMk cId="2156780634" sldId="261"/>
        </pc:sldMkLst>
      </pc:sldChg>
      <pc:sldChg chg="del">
        <pc:chgData name="Jochen Mariën" userId="a4f8d9ed-3895-4365-b2d5-9432cb8a20d4" providerId="ADAL" clId="{6FEC1757-F93A-4277-9371-69CC69AEF602}" dt="2022-09-01T12:14:03.210" v="2" actId="47"/>
        <pc:sldMkLst>
          <pc:docMk/>
          <pc:sldMk cId="3636990925" sldId="262"/>
        </pc:sldMkLst>
      </pc:sldChg>
    </pc:docChg>
  </pc:docChgLst>
  <pc:docChgLst>
    <pc:chgData name="Ellen Torfs" userId="c6aa1e10-4a12-4511-8c7c-135720d4f277" providerId="ADAL" clId="{A34FAF8E-6267-48E0-9941-086A1623C187}"/>
    <pc:docChg chg="custSel addSld delSld modSld">
      <pc:chgData name="Ellen Torfs" userId="c6aa1e10-4a12-4511-8c7c-135720d4f277" providerId="ADAL" clId="{A34FAF8E-6267-48E0-9941-086A1623C187}" dt="2022-01-19T09:10:52.439" v="63" actId="20577"/>
      <pc:docMkLst>
        <pc:docMk/>
      </pc:docMkLst>
      <pc:sldChg chg="modSp mod">
        <pc:chgData name="Ellen Torfs" userId="c6aa1e10-4a12-4511-8c7c-135720d4f277" providerId="ADAL" clId="{A34FAF8E-6267-48E0-9941-086A1623C187}" dt="2022-01-19T09:10:41.096" v="45" actId="20577"/>
        <pc:sldMkLst>
          <pc:docMk/>
          <pc:sldMk cId="54334544" sldId="256"/>
        </pc:sldMkLst>
      </pc:sldChg>
      <pc:sldChg chg="modSp new mod">
        <pc:chgData name="Ellen Torfs" userId="c6aa1e10-4a12-4511-8c7c-135720d4f277" providerId="ADAL" clId="{A34FAF8E-6267-48E0-9941-086A1623C187}" dt="2022-01-19T09:10:52.439" v="63" actId="20577"/>
        <pc:sldMkLst>
          <pc:docMk/>
          <pc:sldMk cId="3503501734" sldId="257"/>
        </pc:sldMkLst>
      </pc:sldChg>
      <pc:sldChg chg="del">
        <pc:chgData name="Ellen Torfs" userId="c6aa1e10-4a12-4511-8c7c-135720d4f277" providerId="ADAL" clId="{A34FAF8E-6267-48E0-9941-086A1623C187}" dt="2022-01-19T09:10:24.151" v="0" actId="47"/>
        <pc:sldMkLst>
          <pc:docMk/>
          <pc:sldMk cId="620147385" sldId="258"/>
        </pc:sldMkLst>
      </pc:sldChg>
      <pc:sldChg chg="del">
        <pc:chgData name="Ellen Torfs" userId="c6aa1e10-4a12-4511-8c7c-135720d4f277" providerId="ADAL" clId="{A34FAF8E-6267-48E0-9941-086A1623C187}" dt="2022-01-19T09:10:24.151" v="0" actId="47"/>
        <pc:sldMkLst>
          <pc:docMk/>
          <pc:sldMk cId="2006118848" sldId="262"/>
        </pc:sldMkLst>
      </pc:sldChg>
      <pc:sldChg chg="del">
        <pc:chgData name="Ellen Torfs" userId="c6aa1e10-4a12-4511-8c7c-135720d4f277" providerId="ADAL" clId="{A34FAF8E-6267-48E0-9941-086A1623C187}" dt="2022-01-19T09:10:24.151" v="0" actId="47"/>
        <pc:sldMkLst>
          <pc:docMk/>
          <pc:sldMk cId="2513866126" sldId="267"/>
        </pc:sldMkLst>
      </pc:sldChg>
      <pc:sldChg chg="del">
        <pc:chgData name="Ellen Torfs" userId="c6aa1e10-4a12-4511-8c7c-135720d4f277" providerId="ADAL" clId="{A34FAF8E-6267-48E0-9941-086A1623C187}" dt="2022-01-19T09:10:24.151" v="0" actId="47"/>
        <pc:sldMkLst>
          <pc:docMk/>
          <pc:sldMk cId="1006678507" sldId="268"/>
        </pc:sldMkLst>
      </pc:sldChg>
      <pc:sldChg chg="del">
        <pc:chgData name="Ellen Torfs" userId="c6aa1e10-4a12-4511-8c7c-135720d4f277" providerId="ADAL" clId="{A34FAF8E-6267-48E0-9941-086A1623C187}" dt="2022-01-19T09:10:24.151" v="0" actId="47"/>
        <pc:sldMkLst>
          <pc:docMk/>
          <pc:sldMk cId="2571285731" sldId="269"/>
        </pc:sldMkLst>
      </pc:sldChg>
      <pc:sldChg chg="del">
        <pc:chgData name="Ellen Torfs" userId="c6aa1e10-4a12-4511-8c7c-135720d4f277" providerId="ADAL" clId="{A34FAF8E-6267-48E0-9941-086A1623C187}" dt="2022-01-19T09:10:24.151" v="0" actId="47"/>
        <pc:sldMkLst>
          <pc:docMk/>
          <pc:sldMk cId="839269463" sldId="271"/>
        </pc:sldMkLst>
      </pc:sldChg>
    </pc:docChg>
  </pc:docChgLst>
  <pc:docChgLst>
    <pc:chgData name="Ellen Torfs" userId="c6aa1e10-4a12-4511-8c7c-135720d4f277" providerId="ADAL" clId="{12CE8BF7-99A2-40E2-A9CB-C29267AE7EA3}"/>
    <pc:docChg chg="modSld">
      <pc:chgData name="Ellen Torfs" userId="c6aa1e10-4a12-4511-8c7c-135720d4f277" providerId="ADAL" clId="{12CE8BF7-99A2-40E2-A9CB-C29267AE7EA3}" dt="2019-05-27T11:40:26.634" v="5" actId="20577"/>
      <pc:docMkLst>
        <pc:docMk/>
      </pc:docMkLst>
      <pc:sldChg chg="modSp">
        <pc:chgData name="Ellen Torfs" userId="c6aa1e10-4a12-4511-8c7c-135720d4f277" providerId="ADAL" clId="{12CE8BF7-99A2-40E2-A9CB-C29267AE7EA3}" dt="2019-05-27T11:40:26.634" v="5" actId="20577"/>
        <pc:sldMkLst>
          <pc:docMk/>
          <pc:sldMk cId="2513866126" sldId="267"/>
        </pc:sldMkLst>
      </pc:sldChg>
    </pc:docChg>
  </pc:docChgLst>
  <pc:docChgLst>
    <pc:chgData name="Ellen Torfs" userId="c6aa1e10-4a12-4511-8c7c-135720d4f277" providerId="ADAL" clId="{9932D13E-6C5E-49FA-A144-75AC46F307EF}"/>
    <pc:docChg chg="undo custSel addSld delSld modSld sldOrd">
      <pc:chgData name="Ellen Torfs" userId="c6aa1e10-4a12-4511-8c7c-135720d4f277" providerId="ADAL" clId="{9932D13E-6C5E-49FA-A144-75AC46F307EF}" dt="2019-09-11T08:54:14.153" v="5135" actId="27636"/>
      <pc:docMkLst>
        <pc:docMk/>
      </pc:docMkLst>
      <pc:sldChg chg="modSp">
        <pc:chgData name="Ellen Torfs" userId="c6aa1e10-4a12-4511-8c7c-135720d4f277" providerId="ADAL" clId="{9932D13E-6C5E-49FA-A144-75AC46F307EF}" dt="2019-09-11T07:19:49.190" v="12" actId="20577"/>
        <pc:sldMkLst>
          <pc:docMk/>
          <pc:sldMk cId="54334544" sldId="256"/>
        </pc:sldMkLst>
      </pc:sldChg>
      <pc:sldChg chg="addSp modSp">
        <pc:chgData name="Ellen Torfs" userId="c6aa1e10-4a12-4511-8c7c-135720d4f277" providerId="ADAL" clId="{9932D13E-6C5E-49FA-A144-75AC46F307EF}" dt="2019-09-11T07:40:01.083" v="823" actId="1076"/>
        <pc:sldMkLst>
          <pc:docMk/>
          <pc:sldMk cId="1055868665" sldId="257"/>
        </pc:sldMkLst>
      </pc:sldChg>
      <pc:sldChg chg="addSp delSp modSp ord modNotesTx">
        <pc:chgData name="Ellen Torfs" userId="c6aa1e10-4a12-4511-8c7c-135720d4f277" providerId="ADAL" clId="{9932D13E-6C5E-49FA-A144-75AC46F307EF}" dt="2019-09-11T08:52:18.855" v="5016" actId="20577"/>
        <pc:sldMkLst>
          <pc:docMk/>
          <pc:sldMk cId="620147385" sldId="258"/>
        </pc:sldMkLst>
      </pc:sldChg>
      <pc:sldChg chg="del">
        <pc:chgData name="Ellen Torfs" userId="c6aa1e10-4a12-4511-8c7c-135720d4f277" providerId="ADAL" clId="{9932D13E-6C5E-49FA-A144-75AC46F307EF}" dt="2019-09-11T07:56:05.804" v="2100" actId="2696"/>
        <pc:sldMkLst>
          <pc:docMk/>
          <pc:sldMk cId="2303287502" sldId="259"/>
        </pc:sldMkLst>
      </pc:sldChg>
      <pc:sldChg chg="del">
        <pc:chgData name="Ellen Torfs" userId="c6aa1e10-4a12-4511-8c7c-135720d4f277" providerId="ADAL" clId="{9932D13E-6C5E-49FA-A144-75AC46F307EF}" dt="2019-09-11T08:06:35.910" v="2454" actId="2696"/>
        <pc:sldMkLst>
          <pc:docMk/>
          <pc:sldMk cId="1438263673" sldId="260"/>
        </pc:sldMkLst>
      </pc:sldChg>
      <pc:sldChg chg="del">
        <pc:chgData name="Ellen Torfs" userId="c6aa1e10-4a12-4511-8c7c-135720d4f277" providerId="ADAL" clId="{9932D13E-6C5E-49FA-A144-75AC46F307EF}" dt="2019-09-11T07:56:18.310" v="2101" actId="2696"/>
        <pc:sldMkLst>
          <pc:docMk/>
          <pc:sldMk cId="3855885531" sldId="261"/>
        </pc:sldMkLst>
      </pc:sldChg>
      <pc:sldChg chg="modSp ord">
        <pc:chgData name="Ellen Torfs" userId="c6aa1e10-4a12-4511-8c7c-135720d4f277" providerId="ADAL" clId="{9932D13E-6C5E-49FA-A144-75AC46F307EF}" dt="2019-09-11T08:28:29.113" v="3460" actId="20577"/>
        <pc:sldMkLst>
          <pc:docMk/>
          <pc:sldMk cId="2006118848" sldId="262"/>
        </pc:sldMkLst>
      </pc:sldChg>
      <pc:sldChg chg="ord">
        <pc:chgData name="Ellen Torfs" userId="c6aa1e10-4a12-4511-8c7c-135720d4f277" providerId="ADAL" clId="{9932D13E-6C5E-49FA-A144-75AC46F307EF}" dt="2019-09-11T08:29:15.782" v="3478" actId="27636"/>
        <pc:sldMkLst>
          <pc:docMk/>
          <pc:sldMk cId="977749703" sldId="263"/>
        </pc:sldMkLst>
      </pc:sldChg>
      <pc:sldChg chg="delSp modSp ord">
        <pc:chgData name="Ellen Torfs" userId="c6aa1e10-4a12-4511-8c7c-135720d4f277" providerId="ADAL" clId="{9932D13E-6C5E-49FA-A144-75AC46F307EF}" dt="2019-09-11T08:29:27.798" v="3481" actId="20577"/>
        <pc:sldMkLst>
          <pc:docMk/>
          <pc:sldMk cId="2290807259" sldId="264"/>
        </pc:sldMkLst>
      </pc:sldChg>
      <pc:sldChg chg="modSp">
        <pc:chgData name="Ellen Torfs" userId="c6aa1e10-4a12-4511-8c7c-135720d4f277" providerId="ADAL" clId="{9932D13E-6C5E-49FA-A144-75AC46F307EF}" dt="2019-09-11T08:35:30.349" v="4039" actId="20577"/>
        <pc:sldMkLst>
          <pc:docMk/>
          <pc:sldMk cId="556707363" sldId="265"/>
        </pc:sldMkLst>
      </pc:sldChg>
      <pc:sldChg chg="modSp">
        <pc:chgData name="Ellen Torfs" userId="c6aa1e10-4a12-4511-8c7c-135720d4f277" providerId="ADAL" clId="{9932D13E-6C5E-49FA-A144-75AC46F307EF}" dt="2019-09-11T07:24:53.109" v="227" actId="20577"/>
        <pc:sldMkLst>
          <pc:docMk/>
          <pc:sldMk cId="2513866126" sldId="267"/>
        </pc:sldMkLst>
      </pc:sldChg>
      <pc:sldChg chg="addSp delSp modSp add">
        <pc:chgData name="Ellen Torfs" userId="c6aa1e10-4a12-4511-8c7c-135720d4f277" providerId="ADAL" clId="{9932D13E-6C5E-49FA-A144-75AC46F307EF}" dt="2019-09-11T07:54:52.916" v="2099" actId="20577"/>
        <pc:sldMkLst>
          <pc:docMk/>
          <pc:sldMk cId="1006678507" sldId="268"/>
        </pc:sldMkLst>
      </pc:sldChg>
      <pc:sldChg chg="modSp add ord">
        <pc:chgData name="Ellen Torfs" userId="c6aa1e10-4a12-4511-8c7c-135720d4f277" providerId="ADAL" clId="{9932D13E-6C5E-49FA-A144-75AC46F307EF}" dt="2019-09-11T08:54:14.153" v="5135" actId="27636"/>
        <pc:sldMkLst>
          <pc:docMk/>
          <pc:sldMk cId="2571285731" sldId="269"/>
        </pc:sldMkLst>
      </pc:sldChg>
      <pc:sldChg chg="modSp add del">
        <pc:chgData name="Ellen Torfs" userId="c6aa1e10-4a12-4511-8c7c-135720d4f277" providerId="ADAL" clId="{9932D13E-6C5E-49FA-A144-75AC46F307EF}" dt="2019-09-11T08:41:26.851" v="4805" actId="2696"/>
        <pc:sldMkLst>
          <pc:docMk/>
          <pc:sldMk cId="2408717167" sldId="270"/>
        </pc:sldMkLst>
      </pc:sldChg>
    </pc:docChg>
  </pc:docChgLst>
  <pc:docChgLst>
    <pc:chgData name="Stef Van Wolputte" userId="53954008-e772-4081-b24d-77d1e8f1f00e" providerId="ADAL" clId="{E8F25B60-2B59-4F1A-8CFA-2EF0DC657086}"/>
    <pc:docChg chg="modSld">
      <pc:chgData name="Stef Van Wolputte" userId="53954008-e772-4081-b24d-77d1e8f1f00e" providerId="ADAL" clId="{E8F25B60-2B59-4F1A-8CFA-2EF0DC657086}" dt="2023-11-16T10:19:32.209" v="0" actId="14100"/>
      <pc:docMkLst>
        <pc:docMk/>
      </pc:docMkLst>
      <pc:sldChg chg="modSp mod">
        <pc:chgData name="Stef Van Wolputte" userId="53954008-e772-4081-b24d-77d1e8f1f00e" providerId="ADAL" clId="{E8F25B60-2B59-4F1A-8CFA-2EF0DC657086}" dt="2023-11-16T10:19:32.209" v="0" actId="14100"/>
        <pc:sldMkLst>
          <pc:docMk/>
          <pc:sldMk cId="2941177551" sldId="328"/>
        </pc:sldMkLst>
      </pc:sldChg>
    </pc:docChg>
  </pc:docChgLst>
  <pc:docChgLst>
    <pc:chgData name="Ellen Torfs" userId="c6aa1e10-4a12-4511-8c7c-135720d4f277" providerId="ADAL" clId="{E38E71A2-08A4-48AF-89DB-C74130CE98D2}"/>
    <pc:docChg chg="undo custSel addSld delSld modSld">
      <pc:chgData name="Ellen Torfs" userId="c6aa1e10-4a12-4511-8c7c-135720d4f277" providerId="ADAL" clId="{E38E71A2-08A4-48AF-89DB-C74130CE98D2}" dt="2020-09-14T14:32:16.911" v="2442" actId="20577"/>
      <pc:docMkLst>
        <pc:docMk/>
      </pc:docMkLst>
      <pc:sldChg chg="modSp">
        <pc:chgData name="Ellen Torfs" userId="c6aa1e10-4a12-4511-8c7c-135720d4f277" providerId="ADAL" clId="{E38E71A2-08A4-48AF-89DB-C74130CE98D2}" dt="2020-09-14T11:10:49.947" v="718" actId="20577"/>
        <pc:sldMkLst>
          <pc:docMk/>
          <pc:sldMk cId="54334544" sldId="256"/>
        </pc:sldMkLst>
      </pc:sldChg>
      <pc:sldChg chg="addSp modSp">
        <pc:chgData name="Ellen Torfs" userId="c6aa1e10-4a12-4511-8c7c-135720d4f277" providerId="ADAL" clId="{E38E71A2-08A4-48AF-89DB-C74130CE98D2}" dt="2020-09-14T11:11:39.137" v="745" actId="1076"/>
        <pc:sldMkLst>
          <pc:docMk/>
          <pc:sldMk cId="1055868665" sldId="257"/>
        </pc:sldMkLst>
      </pc:sldChg>
      <pc:sldChg chg="modSp">
        <pc:chgData name="Ellen Torfs" userId="c6aa1e10-4a12-4511-8c7c-135720d4f277" providerId="ADAL" clId="{E38E71A2-08A4-48AF-89DB-C74130CE98D2}" dt="2020-09-14T11:10:18.956" v="691" actId="6549"/>
        <pc:sldMkLst>
          <pc:docMk/>
          <pc:sldMk cId="620147385" sldId="258"/>
        </pc:sldMkLst>
      </pc:sldChg>
      <pc:sldChg chg="modSp">
        <pc:chgData name="Ellen Torfs" userId="c6aa1e10-4a12-4511-8c7c-135720d4f277" providerId="ADAL" clId="{E38E71A2-08A4-48AF-89DB-C74130CE98D2}" dt="2020-09-14T14:11:49.723" v="1294" actId="20577"/>
        <pc:sldMkLst>
          <pc:docMk/>
          <pc:sldMk cId="2006118848" sldId="262"/>
        </pc:sldMkLst>
      </pc:sldChg>
      <pc:sldChg chg="del">
        <pc:chgData name="Ellen Torfs" userId="c6aa1e10-4a12-4511-8c7c-135720d4f277" providerId="ADAL" clId="{E38E71A2-08A4-48AF-89DB-C74130CE98D2}" dt="2020-09-14T14:11:05.063" v="1291" actId="2696"/>
        <pc:sldMkLst>
          <pc:docMk/>
          <pc:sldMk cId="977749703" sldId="263"/>
        </pc:sldMkLst>
      </pc:sldChg>
      <pc:sldChg chg="del">
        <pc:chgData name="Ellen Torfs" userId="c6aa1e10-4a12-4511-8c7c-135720d4f277" providerId="ADAL" clId="{E38E71A2-08A4-48AF-89DB-C74130CE98D2}" dt="2020-09-14T14:11:05.057" v="1290" actId="2696"/>
        <pc:sldMkLst>
          <pc:docMk/>
          <pc:sldMk cId="2290807259" sldId="264"/>
        </pc:sldMkLst>
      </pc:sldChg>
      <pc:sldChg chg="del">
        <pc:chgData name="Ellen Torfs" userId="c6aa1e10-4a12-4511-8c7c-135720d4f277" providerId="ADAL" clId="{E38E71A2-08A4-48AF-89DB-C74130CE98D2}" dt="2020-09-14T14:13:15.755" v="1297" actId="2696"/>
        <pc:sldMkLst>
          <pc:docMk/>
          <pc:sldMk cId="556707363" sldId="265"/>
        </pc:sldMkLst>
      </pc:sldChg>
      <pc:sldChg chg="modSp">
        <pc:chgData name="Ellen Torfs" userId="c6aa1e10-4a12-4511-8c7c-135720d4f277" providerId="ADAL" clId="{E38E71A2-08A4-48AF-89DB-C74130CE98D2}" dt="2020-09-14T10:55:46.951" v="236" actId="20577"/>
        <pc:sldMkLst>
          <pc:docMk/>
          <pc:sldMk cId="2513866126" sldId="267"/>
        </pc:sldMkLst>
      </pc:sldChg>
      <pc:sldChg chg="modSp">
        <pc:chgData name="Ellen Torfs" userId="c6aa1e10-4a12-4511-8c7c-135720d4f277" providerId="ADAL" clId="{E38E71A2-08A4-48AF-89DB-C74130CE98D2}" dt="2020-09-14T11:05:34.423" v="519" actId="27636"/>
        <pc:sldMkLst>
          <pc:docMk/>
          <pc:sldMk cId="1006678507" sldId="268"/>
        </pc:sldMkLst>
      </pc:sldChg>
      <pc:sldChg chg="modSp">
        <pc:chgData name="Ellen Torfs" userId="c6aa1e10-4a12-4511-8c7c-135720d4f277" providerId="ADAL" clId="{E38E71A2-08A4-48AF-89DB-C74130CE98D2}" dt="2020-09-14T14:25:40.260" v="1794" actId="20577"/>
        <pc:sldMkLst>
          <pc:docMk/>
          <pc:sldMk cId="2571285731" sldId="269"/>
        </pc:sldMkLst>
      </pc:sldChg>
      <pc:sldChg chg="modSp add">
        <pc:chgData name="Ellen Torfs" userId="c6aa1e10-4a12-4511-8c7c-135720d4f277" providerId="ADAL" clId="{E38E71A2-08A4-48AF-89DB-C74130CE98D2}" dt="2020-09-14T14:12:11.785" v="1296" actId="6549"/>
        <pc:sldMkLst>
          <pc:docMk/>
          <pc:sldMk cId="981461507" sldId="270"/>
        </pc:sldMkLst>
      </pc:sldChg>
      <pc:sldChg chg="modSp add">
        <pc:chgData name="Ellen Torfs" userId="c6aa1e10-4a12-4511-8c7c-135720d4f277" providerId="ADAL" clId="{E38E71A2-08A4-48AF-89DB-C74130CE98D2}" dt="2020-09-14T14:32:16.911" v="2442" actId="20577"/>
        <pc:sldMkLst>
          <pc:docMk/>
          <pc:sldMk cId="839269463" sldId="271"/>
        </pc:sldMkLst>
      </pc:sldChg>
    </pc:docChg>
  </pc:docChgLst>
  <pc:docChgLst>
    <pc:chgData name="Ellen Torfs" userId="c6aa1e10-4a12-4511-8c7c-135720d4f277" providerId="ADAL" clId="{F82FCC81-A444-4B01-A1D8-4A3C9F17EF5E}"/>
    <pc:docChg chg="modSld">
      <pc:chgData name="Ellen Torfs" userId="c6aa1e10-4a12-4511-8c7c-135720d4f277" providerId="ADAL" clId="{F82FCC81-A444-4B01-A1D8-4A3C9F17EF5E}" dt="2018-09-19T06:48:35.840" v="0" actId="6549"/>
      <pc:docMkLst>
        <pc:docMk/>
      </pc:docMkLst>
      <pc:sldChg chg="modSp">
        <pc:chgData name="Ellen Torfs" userId="c6aa1e10-4a12-4511-8c7c-135720d4f277" providerId="ADAL" clId="{F82FCC81-A444-4B01-A1D8-4A3C9F17EF5E}" dt="2018-09-19T06:48:35.840" v="0" actId="6549"/>
        <pc:sldMkLst>
          <pc:docMk/>
          <pc:sldMk cId="2006118848" sldId="262"/>
        </pc:sldMkLst>
      </pc:sldChg>
    </pc:docChg>
  </pc:docChgLst>
  <pc:docChgLst>
    <pc:chgData name="Jochen Mariën" userId="a4f8d9ed-3895-4365-b2d5-9432cb8a20d4" providerId="ADAL" clId="{356E6382-9B20-433D-9953-01900B9EF39A}"/>
    <pc:docChg chg="undo custSel addSld modSld addSection modSection">
      <pc:chgData name="Jochen Mariën" userId="a4f8d9ed-3895-4365-b2d5-9432cb8a20d4" providerId="ADAL" clId="{356E6382-9B20-433D-9953-01900B9EF39A}" dt="2025-09-19T09:31:58.736" v="331" actId="14100"/>
      <pc:docMkLst>
        <pc:docMk/>
      </pc:docMkLst>
      <pc:sldChg chg="addSp modSp mod">
        <pc:chgData name="Jochen Mariën" userId="a4f8d9ed-3895-4365-b2d5-9432cb8a20d4" providerId="ADAL" clId="{356E6382-9B20-433D-9953-01900B9EF39A}" dt="2025-09-19T09:16:03.479" v="10" actId="1076"/>
        <pc:sldMkLst>
          <pc:docMk/>
          <pc:sldMk cId="414353988" sldId="258"/>
        </pc:sldMkLst>
        <pc:picChg chg="mod">
          <ac:chgData name="Jochen Mariën" userId="a4f8d9ed-3895-4365-b2d5-9432cb8a20d4" providerId="ADAL" clId="{356E6382-9B20-433D-9953-01900B9EF39A}" dt="2025-09-19T09:15:59.128" v="8" actId="1076"/>
          <ac:picMkLst>
            <pc:docMk/>
            <pc:sldMk cId="414353988" sldId="258"/>
            <ac:picMk id="5" creationId="{CE5D0BB3-E8BA-69E5-677E-3FE31EFBA431}"/>
          </ac:picMkLst>
        </pc:picChg>
        <pc:picChg chg="mod">
          <ac:chgData name="Jochen Mariën" userId="a4f8d9ed-3895-4365-b2d5-9432cb8a20d4" providerId="ADAL" clId="{356E6382-9B20-433D-9953-01900B9EF39A}" dt="2025-09-19T09:16:00.510" v="9" actId="1076"/>
          <ac:picMkLst>
            <pc:docMk/>
            <pc:sldMk cId="414353988" sldId="258"/>
            <ac:picMk id="8" creationId="{DFEF753E-3F25-EDA3-0D37-CD6FCD6FCB6B}"/>
          </ac:picMkLst>
        </pc:picChg>
        <pc:picChg chg="add mod">
          <ac:chgData name="Jochen Mariën" userId="a4f8d9ed-3895-4365-b2d5-9432cb8a20d4" providerId="ADAL" clId="{356E6382-9B20-433D-9953-01900B9EF39A}" dt="2025-09-19T09:16:03.479" v="10" actId="1076"/>
          <ac:picMkLst>
            <pc:docMk/>
            <pc:sldMk cId="414353988" sldId="258"/>
            <ac:picMk id="9" creationId="{A96B9313-079F-A45B-663E-3A5652D43B15}"/>
          </ac:picMkLst>
        </pc:picChg>
      </pc:sldChg>
      <pc:sldChg chg="addSp delSp modSp new mod">
        <pc:chgData name="Jochen Mariën" userId="a4f8d9ed-3895-4365-b2d5-9432cb8a20d4" providerId="ADAL" clId="{356E6382-9B20-433D-9953-01900B9EF39A}" dt="2025-09-19T09:31:58.736" v="331" actId="14100"/>
        <pc:sldMkLst>
          <pc:docMk/>
          <pc:sldMk cId="2883626537" sldId="332"/>
        </pc:sldMkLst>
        <pc:spChg chg="mod">
          <ac:chgData name="Jochen Mariën" userId="a4f8d9ed-3895-4365-b2d5-9432cb8a20d4" providerId="ADAL" clId="{356E6382-9B20-433D-9953-01900B9EF39A}" dt="2025-09-19T09:18:50.227" v="19" actId="20577"/>
          <ac:spMkLst>
            <pc:docMk/>
            <pc:sldMk cId="2883626537" sldId="332"/>
            <ac:spMk id="2" creationId="{4FF63964-C645-BEBE-C609-223234DD40F4}"/>
          </ac:spMkLst>
        </pc:spChg>
        <pc:spChg chg="mod">
          <ac:chgData name="Jochen Mariën" userId="a4f8d9ed-3895-4365-b2d5-9432cb8a20d4" providerId="ADAL" clId="{356E6382-9B20-433D-9953-01900B9EF39A}" dt="2025-09-19T09:30:30.043" v="319" actId="6549"/>
          <ac:spMkLst>
            <pc:docMk/>
            <pc:sldMk cId="2883626537" sldId="332"/>
            <ac:spMk id="3" creationId="{93553553-BC8D-D2D6-A48C-6F1302C3ED0C}"/>
          </ac:spMkLst>
        </pc:spChg>
        <pc:picChg chg="add mod">
          <ac:chgData name="Jochen Mariën" userId="a4f8d9ed-3895-4365-b2d5-9432cb8a20d4" providerId="ADAL" clId="{356E6382-9B20-433D-9953-01900B9EF39A}" dt="2025-09-19T09:30:03.188" v="301" actId="1076"/>
          <ac:picMkLst>
            <pc:docMk/>
            <pc:sldMk cId="2883626537" sldId="332"/>
            <ac:picMk id="11" creationId="{038F3F0A-29C9-8547-2776-B2AC9F0E98C5}"/>
          </ac:picMkLst>
        </pc:picChg>
        <pc:picChg chg="add mod">
          <ac:chgData name="Jochen Mariën" userId="a4f8d9ed-3895-4365-b2d5-9432cb8a20d4" providerId="ADAL" clId="{356E6382-9B20-433D-9953-01900B9EF39A}" dt="2025-09-19T09:31:58.736" v="331" actId="14100"/>
          <ac:picMkLst>
            <pc:docMk/>
            <pc:sldMk cId="2883626537" sldId="332"/>
            <ac:picMk id="13" creationId="{A6FBBB0C-8990-D570-DE44-95B2D98D1C30}"/>
          </ac:picMkLst>
        </pc:picChg>
        <pc:picChg chg="add mod">
          <ac:chgData name="Jochen Mariën" userId="a4f8d9ed-3895-4365-b2d5-9432cb8a20d4" providerId="ADAL" clId="{356E6382-9B20-433D-9953-01900B9EF39A}" dt="2025-09-19T09:31:55.957" v="330" actId="1076"/>
          <ac:picMkLst>
            <pc:docMk/>
            <pc:sldMk cId="2883626537" sldId="332"/>
            <ac:picMk id="15" creationId="{AD315C9F-9E81-4B32-6ABC-2165B6ADBF69}"/>
          </ac:picMkLst>
        </pc:picChg>
      </pc:sldChg>
      <pc:sldChg chg="addSp delSp modSp new mod">
        <pc:chgData name="Jochen Mariën" userId="a4f8d9ed-3895-4365-b2d5-9432cb8a20d4" providerId="ADAL" clId="{356E6382-9B20-433D-9953-01900B9EF39A}" dt="2025-09-19T09:29:55.948" v="297" actId="21"/>
        <pc:sldMkLst>
          <pc:docMk/>
          <pc:sldMk cId="2524983789" sldId="333"/>
        </pc:sldMkLst>
        <pc:spChg chg="mod">
          <ac:chgData name="Jochen Mariën" userId="a4f8d9ed-3895-4365-b2d5-9432cb8a20d4" providerId="ADAL" clId="{356E6382-9B20-433D-9953-01900B9EF39A}" dt="2025-09-19T09:28:55.413" v="237" actId="20577"/>
          <ac:spMkLst>
            <pc:docMk/>
            <pc:sldMk cId="2524983789" sldId="333"/>
            <ac:spMk id="2" creationId="{9F134DED-7B77-E6CF-BC3C-2FFC330D24F9}"/>
          </ac:spMkLst>
        </pc:spChg>
        <pc:spChg chg="mod">
          <ac:chgData name="Jochen Mariën" userId="a4f8d9ed-3895-4365-b2d5-9432cb8a20d4" providerId="ADAL" clId="{356E6382-9B20-433D-9953-01900B9EF39A}" dt="2025-09-19T09:29:48.749" v="294" actId="21"/>
          <ac:spMkLst>
            <pc:docMk/>
            <pc:sldMk cId="2524983789" sldId="333"/>
            <ac:spMk id="3" creationId="{425D2D4B-1C92-252B-0666-07EBF365FAEE}"/>
          </ac:spMkLst>
        </pc:spChg>
      </pc:sldChg>
    </pc:docChg>
  </pc:docChgLst>
  <pc:docChgLst>
    <pc:chgData name="Jochen Mariën" userId="a4f8d9ed-3895-4365-b2d5-9432cb8a20d4" providerId="ADAL" clId="{2FBA8512-98BF-4E1B-945F-84ECFD008D4A}"/>
    <pc:docChg chg="undo custSel addSld modSld">
      <pc:chgData name="Jochen Mariën" userId="a4f8d9ed-3895-4365-b2d5-9432cb8a20d4" providerId="ADAL" clId="{2FBA8512-98BF-4E1B-945F-84ECFD008D4A}" dt="2022-03-29T09:06:17.345" v="1530" actId="20577"/>
      <pc:docMkLst>
        <pc:docMk/>
      </pc:docMkLst>
      <pc:sldChg chg="modSp mod">
        <pc:chgData name="Jochen Mariën" userId="a4f8d9ed-3895-4365-b2d5-9432cb8a20d4" providerId="ADAL" clId="{2FBA8512-98BF-4E1B-945F-84ECFD008D4A}" dt="2022-03-28T14:45:17.039" v="998" actId="20577"/>
        <pc:sldMkLst>
          <pc:docMk/>
          <pc:sldMk cId="3503501734" sldId="257"/>
        </pc:sldMkLst>
      </pc:sldChg>
      <pc:sldChg chg="modSp new mod">
        <pc:chgData name="Jochen Mariën" userId="a4f8d9ed-3895-4365-b2d5-9432cb8a20d4" providerId="ADAL" clId="{2FBA8512-98BF-4E1B-945F-84ECFD008D4A}" dt="2022-03-28T14:30:01.355" v="341"/>
        <pc:sldMkLst>
          <pc:docMk/>
          <pc:sldMk cId="414353988" sldId="258"/>
        </pc:sldMkLst>
      </pc:sldChg>
      <pc:sldChg chg="modSp new mod">
        <pc:chgData name="Jochen Mariën" userId="a4f8d9ed-3895-4365-b2d5-9432cb8a20d4" providerId="ADAL" clId="{2FBA8512-98BF-4E1B-945F-84ECFD008D4A}" dt="2022-03-28T14:41:13.361" v="441"/>
        <pc:sldMkLst>
          <pc:docMk/>
          <pc:sldMk cId="3723266133" sldId="259"/>
        </pc:sldMkLst>
      </pc:sldChg>
      <pc:sldChg chg="modSp new mod">
        <pc:chgData name="Jochen Mariën" userId="a4f8d9ed-3895-4365-b2d5-9432cb8a20d4" providerId="ADAL" clId="{2FBA8512-98BF-4E1B-945F-84ECFD008D4A}" dt="2022-03-28T15:03:53.980" v="1285" actId="20577"/>
        <pc:sldMkLst>
          <pc:docMk/>
          <pc:sldMk cId="3067917630" sldId="260"/>
        </pc:sldMkLst>
      </pc:sldChg>
      <pc:sldChg chg="modSp new mod">
        <pc:chgData name="Jochen Mariën" userId="a4f8d9ed-3895-4365-b2d5-9432cb8a20d4" providerId="ADAL" clId="{2FBA8512-98BF-4E1B-945F-84ECFD008D4A}" dt="2022-03-29T08:46:01.386" v="1347" actId="15"/>
        <pc:sldMkLst>
          <pc:docMk/>
          <pc:sldMk cId="2156780634" sldId="261"/>
        </pc:sldMkLst>
      </pc:sldChg>
      <pc:sldChg chg="modSp new mod">
        <pc:chgData name="Jochen Mariën" userId="a4f8d9ed-3895-4365-b2d5-9432cb8a20d4" providerId="ADAL" clId="{2FBA8512-98BF-4E1B-945F-84ECFD008D4A}" dt="2022-03-29T09:06:17.345" v="1530" actId="20577"/>
        <pc:sldMkLst>
          <pc:docMk/>
          <pc:sldMk cId="3636990925" sldId="262"/>
        </pc:sldMkLst>
      </pc:sldChg>
      <pc:sldChg chg="modSp new mod">
        <pc:chgData name="Jochen Mariën" userId="a4f8d9ed-3895-4365-b2d5-9432cb8a20d4" providerId="ADAL" clId="{2FBA8512-98BF-4E1B-945F-84ECFD008D4A}" dt="2022-03-29T09:05:34.577" v="1408" actId="20577"/>
        <pc:sldMkLst>
          <pc:docMk/>
          <pc:sldMk cId="3684398187" sldId="263"/>
        </pc:sldMkLst>
      </pc:sldChg>
    </pc:docChg>
  </pc:docChgLst>
  <pc:docChgLst>
    <pc:chgData name="Stef Van Wolputte" userId="53954008-e772-4081-b24d-77d1e8f1f00e" providerId="ADAL" clId="{20A82507-24BF-4832-B169-B6E39B221631}"/>
    <pc:docChg chg="custSel modSld">
      <pc:chgData name="Stef Van Wolputte" userId="53954008-e772-4081-b24d-77d1e8f1f00e" providerId="ADAL" clId="{20A82507-24BF-4832-B169-B6E39B221631}" dt="2023-09-20T09:09:16.142" v="0" actId="33524"/>
      <pc:docMkLst>
        <pc:docMk/>
      </pc:docMkLst>
      <pc:sldChg chg="modSp mod">
        <pc:chgData name="Stef Van Wolputte" userId="53954008-e772-4081-b24d-77d1e8f1f00e" providerId="ADAL" clId="{20A82507-24BF-4832-B169-B6E39B221631}" dt="2023-09-20T09:09:16.142" v="0" actId="33524"/>
        <pc:sldMkLst>
          <pc:docMk/>
          <pc:sldMk cId="414353988" sldId="258"/>
        </pc:sldMkLst>
      </pc:sldChg>
    </pc:docChg>
  </pc:docChgLst>
  <pc:docChgLst>
    <pc:chgData name="Ellen Torfs" userId="c6aa1e10-4a12-4511-8c7c-135720d4f277" providerId="ADAL" clId="{586CB9EF-3197-478B-AC95-81148419BE42}"/>
    <pc:docChg chg="undo custSel modSld">
      <pc:chgData name="Ellen Torfs" userId="c6aa1e10-4a12-4511-8c7c-135720d4f277" providerId="ADAL" clId="{586CB9EF-3197-478B-AC95-81148419BE42}" dt="2023-11-16T14:11:23.110" v="547" actId="20577"/>
      <pc:docMkLst>
        <pc:docMk/>
      </pc:docMkLst>
      <pc:sldChg chg="modSp mod">
        <pc:chgData name="Ellen Torfs" userId="c6aa1e10-4a12-4511-8c7c-135720d4f277" providerId="ADAL" clId="{586CB9EF-3197-478B-AC95-81148419BE42}" dt="2023-11-16T12:26:01.399" v="3" actId="20577"/>
        <pc:sldMkLst>
          <pc:docMk/>
          <pc:sldMk cId="54334544" sldId="256"/>
        </pc:sldMkLst>
      </pc:sldChg>
      <pc:sldChg chg="addSp delSp modSp mod">
        <pc:chgData name="Ellen Torfs" userId="c6aa1e10-4a12-4511-8c7c-135720d4f277" providerId="ADAL" clId="{586CB9EF-3197-478B-AC95-81148419BE42}" dt="2023-11-16T13:12:15.412" v="126" actId="1076"/>
        <pc:sldMkLst>
          <pc:docMk/>
          <pc:sldMk cId="2464626473" sldId="265"/>
        </pc:sldMkLst>
      </pc:sldChg>
      <pc:sldChg chg="addSp delSp modSp mod">
        <pc:chgData name="Ellen Torfs" userId="c6aa1e10-4a12-4511-8c7c-135720d4f277" providerId="ADAL" clId="{586CB9EF-3197-478B-AC95-81148419BE42}" dt="2023-11-16T12:47:43.182" v="99" actId="164"/>
        <pc:sldMkLst>
          <pc:docMk/>
          <pc:sldMk cId="3677676600" sldId="267"/>
        </pc:sldMkLst>
      </pc:sldChg>
      <pc:sldChg chg="modSp mod modNotesTx">
        <pc:chgData name="Ellen Torfs" userId="c6aa1e10-4a12-4511-8c7c-135720d4f277" providerId="ADAL" clId="{586CB9EF-3197-478B-AC95-81148419BE42}" dt="2023-11-16T14:03:39.011" v="542" actId="20577"/>
        <pc:sldMkLst>
          <pc:docMk/>
          <pc:sldMk cId="2981412547" sldId="287"/>
        </pc:sldMkLst>
      </pc:sldChg>
      <pc:sldChg chg="modNotesTx">
        <pc:chgData name="Ellen Torfs" userId="c6aa1e10-4a12-4511-8c7c-135720d4f277" providerId="ADAL" clId="{586CB9EF-3197-478B-AC95-81148419BE42}" dt="2023-11-16T13:42:12.434" v="268" actId="6549"/>
        <pc:sldMkLst>
          <pc:docMk/>
          <pc:sldMk cId="2962211546" sldId="288"/>
        </pc:sldMkLst>
      </pc:sldChg>
      <pc:sldChg chg="modSp mod">
        <pc:chgData name="Ellen Torfs" userId="c6aa1e10-4a12-4511-8c7c-135720d4f277" providerId="ADAL" clId="{586CB9EF-3197-478B-AC95-81148419BE42}" dt="2023-11-16T12:50:31.080" v="101" actId="20577"/>
        <pc:sldMkLst>
          <pc:docMk/>
          <pc:sldMk cId="688847783" sldId="316"/>
        </pc:sldMkLst>
      </pc:sldChg>
      <pc:sldChg chg="modSp mod">
        <pc:chgData name="Ellen Torfs" userId="c6aa1e10-4a12-4511-8c7c-135720d4f277" providerId="ADAL" clId="{586CB9EF-3197-478B-AC95-81148419BE42}" dt="2023-11-16T14:11:23.110" v="547" actId="20577"/>
        <pc:sldMkLst>
          <pc:docMk/>
          <pc:sldMk cId="4202578129" sldId="323"/>
        </pc:sldMkLst>
      </pc:sldChg>
      <pc:sldChg chg="modSp mod modShow modNotesTx">
        <pc:chgData name="Ellen Torfs" userId="c6aa1e10-4a12-4511-8c7c-135720d4f277" providerId="ADAL" clId="{586CB9EF-3197-478B-AC95-81148419BE42}" dt="2023-11-16T13:51:02.594" v="469" actId="20577"/>
        <pc:sldMkLst>
          <pc:docMk/>
          <pc:sldMk cId="2941177551" sldId="328"/>
        </pc:sldMkLst>
      </pc:sldChg>
    </pc:docChg>
  </pc:docChgLst>
  <pc:docChgLst>
    <pc:chgData name="Ellen Torfs" userId="c6aa1e10-4a12-4511-8c7c-135720d4f277" providerId="ADAL" clId="{CFBFAF3E-81C7-4232-A2E8-8960E5F4C986}"/>
    <pc:docChg chg="delSld modSld">
      <pc:chgData name="Ellen Torfs" userId="c6aa1e10-4a12-4511-8c7c-135720d4f277" providerId="ADAL" clId="{CFBFAF3E-81C7-4232-A2E8-8960E5F4C986}" dt="2022-05-16T12:13:53.485" v="1" actId="20577"/>
      <pc:docMkLst>
        <pc:docMk/>
      </pc:docMkLst>
      <pc:sldChg chg="modSp mod">
        <pc:chgData name="Ellen Torfs" userId="c6aa1e10-4a12-4511-8c7c-135720d4f277" providerId="ADAL" clId="{CFBFAF3E-81C7-4232-A2E8-8960E5F4C986}" dt="2022-05-16T12:13:53.485" v="1" actId="20577"/>
        <pc:sldMkLst>
          <pc:docMk/>
          <pc:sldMk cId="54334544" sldId="256"/>
        </pc:sldMkLst>
      </pc:sldChg>
      <pc:sldChg chg="del">
        <pc:chgData name="Ellen Torfs" userId="c6aa1e10-4a12-4511-8c7c-135720d4f277" providerId="ADAL" clId="{CFBFAF3E-81C7-4232-A2E8-8960E5F4C986}" dt="2022-05-16T12:13:35.356" v="0" actId="47"/>
        <pc:sldMkLst>
          <pc:docMk/>
          <pc:sldMk cId="3684398187" sldId="263"/>
        </pc:sldMkLst>
      </pc:sldChg>
    </pc:docChg>
  </pc:docChgLst>
  <pc:docChgLst>
    <pc:chgData name="Ellen Torfs" userId="c6aa1e10-4a12-4511-8c7c-135720d4f277" providerId="ADAL" clId="{FCFA511A-2084-49D3-958E-7933DE88D371}"/>
    <pc:docChg chg="modSld">
      <pc:chgData name="Ellen Torfs" userId="c6aa1e10-4a12-4511-8c7c-135720d4f277" providerId="ADAL" clId="{FCFA511A-2084-49D3-958E-7933DE88D371}" dt="2025-10-10T13:17:44.688" v="97" actId="1076"/>
      <pc:docMkLst>
        <pc:docMk/>
      </pc:docMkLst>
      <pc:sldChg chg="modSp mod">
        <pc:chgData name="Ellen Torfs" userId="c6aa1e10-4a12-4511-8c7c-135720d4f277" providerId="ADAL" clId="{FCFA511A-2084-49D3-958E-7933DE88D371}" dt="2025-10-10T12:56:31.019" v="0" actId="20577"/>
        <pc:sldMkLst>
          <pc:docMk/>
          <pc:sldMk cId="1786842315" sldId="261"/>
        </pc:sldMkLst>
        <pc:spChg chg="mod">
          <ac:chgData name="Ellen Torfs" userId="c6aa1e10-4a12-4511-8c7c-135720d4f277" providerId="ADAL" clId="{FCFA511A-2084-49D3-958E-7933DE88D371}" dt="2025-10-10T12:56:31.019" v="0" actId="20577"/>
          <ac:spMkLst>
            <pc:docMk/>
            <pc:sldMk cId="1786842315" sldId="261"/>
            <ac:spMk id="3" creationId="{90C957B7-F180-59AA-56AD-9F976C900C1A}"/>
          </ac:spMkLst>
        </pc:spChg>
      </pc:sldChg>
      <pc:sldChg chg="modSp mod modNotesTx">
        <pc:chgData name="Ellen Torfs" userId="c6aa1e10-4a12-4511-8c7c-135720d4f277" providerId="ADAL" clId="{FCFA511A-2084-49D3-958E-7933DE88D371}" dt="2025-10-10T13:09:09.214" v="73" actId="1076"/>
        <pc:sldMkLst>
          <pc:docMk/>
          <pc:sldMk cId="195678403" sldId="318"/>
        </pc:sldMkLst>
        <pc:spChg chg="mod">
          <ac:chgData name="Ellen Torfs" userId="c6aa1e10-4a12-4511-8c7c-135720d4f277" providerId="ADAL" clId="{FCFA511A-2084-49D3-958E-7933DE88D371}" dt="2025-10-10T13:08:56.986" v="71" actId="20577"/>
          <ac:spMkLst>
            <pc:docMk/>
            <pc:sldMk cId="195678403" sldId="318"/>
            <ac:spMk id="3" creationId="{D0D09781-0868-63A3-4F62-651A30B0BC62}"/>
          </ac:spMkLst>
        </pc:spChg>
        <pc:picChg chg="mod">
          <ac:chgData name="Ellen Torfs" userId="c6aa1e10-4a12-4511-8c7c-135720d4f277" providerId="ADAL" clId="{FCFA511A-2084-49D3-958E-7933DE88D371}" dt="2025-10-10T13:09:09.214" v="73" actId="1076"/>
          <ac:picMkLst>
            <pc:docMk/>
            <pc:sldMk cId="195678403" sldId="318"/>
            <ac:picMk id="6" creationId="{D4CCD8F2-5EC6-8A74-7FC0-2229622FDD62}"/>
          </ac:picMkLst>
        </pc:picChg>
      </pc:sldChg>
      <pc:sldChg chg="modSp mod">
        <pc:chgData name="Ellen Torfs" userId="c6aa1e10-4a12-4511-8c7c-135720d4f277" providerId="ADAL" clId="{FCFA511A-2084-49D3-958E-7933DE88D371}" dt="2025-10-10T13:17:44.688" v="97" actId="1076"/>
        <pc:sldMkLst>
          <pc:docMk/>
          <pc:sldMk cId="2883626537" sldId="332"/>
        </pc:sldMkLst>
        <pc:spChg chg="mod">
          <ac:chgData name="Ellen Torfs" userId="c6aa1e10-4a12-4511-8c7c-135720d4f277" providerId="ADAL" clId="{FCFA511A-2084-49D3-958E-7933DE88D371}" dt="2025-10-10T13:16:49.974" v="94" actId="6549"/>
          <ac:spMkLst>
            <pc:docMk/>
            <pc:sldMk cId="2883626537" sldId="332"/>
            <ac:spMk id="3" creationId="{93553553-BC8D-D2D6-A48C-6F1302C3ED0C}"/>
          </ac:spMkLst>
        </pc:spChg>
        <pc:picChg chg="mod">
          <ac:chgData name="Ellen Torfs" userId="c6aa1e10-4a12-4511-8c7c-135720d4f277" providerId="ADAL" clId="{FCFA511A-2084-49D3-958E-7933DE88D371}" dt="2025-10-10T13:17:44.688" v="97" actId="1076"/>
          <ac:picMkLst>
            <pc:docMk/>
            <pc:sldMk cId="2883626537" sldId="332"/>
            <ac:picMk id="11" creationId="{038F3F0A-29C9-8547-2776-B2AC9F0E98C5}"/>
          </ac:picMkLst>
        </pc:picChg>
        <pc:picChg chg="mod">
          <ac:chgData name="Ellen Torfs" userId="c6aa1e10-4a12-4511-8c7c-135720d4f277" providerId="ADAL" clId="{FCFA511A-2084-49D3-958E-7933DE88D371}" dt="2025-10-10T13:17:09.893" v="95" actId="1076"/>
          <ac:picMkLst>
            <pc:docMk/>
            <pc:sldMk cId="2883626537" sldId="332"/>
            <ac:picMk id="13" creationId="{A6FBBB0C-8990-D570-DE44-95B2D98D1C30}"/>
          </ac:picMkLst>
        </pc:picChg>
      </pc:sldChg>
    </pc:docChg>
  </pc:docChgLst>
  <pc:docChgLst>
    <pc:chgData name="Ellen Torfs" userId="c6aa1e10-4a12-4511-8c7c-135720d4f277" providerId="ADAL" clId="{6CCC3E95-3852-4B6A-AA99-7E0120184691}"/>
    <pc:docChg chg="undo redo custSel addSld delSld modSld sldOrd">
      <pc:chgData name="Ellen Torfs" userId="c6aa1e10-4a12-4511-8c7c-135720d4f277" providerId="ADAL" clId="{6CCC3E95-3852-4B6A-AA99-7E0120184691}" dt="2022-10-05T15:52:49.919" v="6871" actId="1076"/>
      <pc:docMkLst>
        <pc:docMk/>
      </pc:docMkLst>
      <pc:sldChg chg="addSp modSp mod">
        <pc:chgData name="Ellen Torfs" userId="c6aa1e10-4a12-4511-8c7c-135720d4f277" providerId="ADAL" clId="{6CCC3E95-3852-4B6A-AA99-7E0120184691}" dt="2022-09-26T18:46:25.738" v="150" actId="1076"/>
        <pc:sldMkLst>
          <pc:docMk/>
          <pc:sldMk cId="54334544" sldId="256"/>
        </pc:sldMkLst>
      </pc:sldChg>
      <pc:sldChg chg="addSp delSp modSp mod">
        <pc:chgData name="Ellen Torfs" userId="c6aa1e10-4a12-4511-8c7c-135720d4f277" providerId="ADAL" clId="{6CCC3E95-3852-4B6A-AA99-7E0120184691}" dt="2022-09-26T19:01:28.851" v="246" actId="1076"/>
        <pc:sldMkLst>
          <pc:docMk/>
          <pc:sldMk cId="414353988" sldId="258"/>
        </pc:sldMkLst>
      </pc:sldChg>
      <pc:sldChg chg="del">
        <pc:chgData name="Ellen Torfs" userId="c6aa1e10-4a12-4511-8c7c-135720d4f277" providerId="ADAL" clId="{6CCC3E95-3852-4B6A-AA99-7E0120184691}" dt="2022-09-27T13:24:07.926" v="3351" actId="47"/>
        <pc:sldMkLst>
          <pc:docMk/>
          <pc:sldMk cId="3723266133" sldId="259"/>
        </pc:sldMkLst>
      </pc:sldChg>
      <pc:sldChg chg="modSp mod">
        <pc:chgData name="Ellen Torfs" userId="c6aa1e10-4a12-4511-8c7c-135720d4f277" providerId="ADAL" clId="{6CCC3E95-3852-4B6A-AA99-7E0120184691}" dt="2022-10-04T09:27:49.580" v="6245" actId="20577"/>
        <pc:sldMkLst>
          <pc:docMk/>
          <pc:sldMk cId="3067917630" sldId="260"/>
        </pc:sldMkLst>
      </pc:sldChg>
      <pc:sldChg chg="addSp modSp new mod">
        <pc:chgData name="Ellen Torfs" userId="c6aa1e10-4a12-4511-8c7c-135720d4f277" providerId="ADAL" clId="{6CCC3E95-3852-4B6A-AA99-7E0120184691}" dt="2022-09-27T06:18:26.920" v="414" actId="108"/>
        <pc:sldMkLst>
          <pc:docMk/>
          <pc:sldMk cId="1786842315" sldId="261"/>
        </pc:sldMkLst>
      </pc:sldChg>
      <pc:sldChg chg="addSp delSp modSp new mod">
        <pc:chgData name="Ellen Torfs" userId="c6aa1e10-4a12-4511-8c7c-135720d4f277" providerId="ADAL" clId="{6CCC3E95-3852-4B6A-AA99-7E0120184691}" dt="2022-09-27T10:57:22.386" v="1120" actId="1076"/>
        <pc:sldMkLst>
          <pc:docMk/>
          <pc:sldMk cId="3800344756" sldId="262"/>
        </pc:sldMkLst>
      </pc:sldChg>
      <pc:sldChg chg="addSp delSp modSp new mod chgLayout">
        <pc:chgData name="Ellen Torfs" userId="c6aa1e10-4a12-4511-8c7c-135720d4f277" providerId="ADAL" clId="{6CCC3E95-3852-4B6A-AA99-7E0120184691}" dt="2022-10-04T08:38:45.232" v="6010" actId="113"/>
        <pc:sldMkLst>
          <pc:docMk/>
          <pc:sldMk cId="3149836567" sldId="263"/>
        </pc:sldMkLst>
      </pc:sldChg>
      <pc:sldChg chg="addSp delSp modSp new del mod">
        <pc:chgData name="Ellen Torfs" userId="c6aa1e10-4a12-4511-8c7c-135720d4f277" providerId="ADAL" clId="{6CCC3E95-3852-4B6A-AA99-7E0120184691}" dt="2022-09-27T13:36:08.561" v="3352" actId="2696"/>
        <pc:sldMkLst>
          <pc:docMk/>
          <pc:sldMk cId="1506440877" sldId="264"/>
        </pc:sldMkLst>
      </pc:sldChg>
      <pc:sldChg chg="addSp delSp modSp add mod chgLayout">
        <pc:chgData name="Ellen Torfs" userId="c6aa1e10-4a12-4511-8c7c-135720d4f277" providerId="ADAL" clId="{6CCC3E95-3852-4B6A-AA99-7E0120184691}" dt="2022-09-27T19:39:57.388" v="4454" actId="6549"/>
        <pc:sldMkLst>
          <pc:docMk/>
          <pc:sldMk cId="4160845113" sldId="264"/>
        </pc:sldMkLst>
      </pc:sldChg>
      <pc:sldChg chg="addSp modSp add mod">
        <pc:chgData name="Ellen Torfs" userId="c6aa1e10-4a12-4511-8c7c-135720d4f277" providerId="ADAL" clId="{6CCC3E95-3852-4B6A-AA99-7E0120184691}" dt="2022-09-27T14:19:29.576" v="4142" actId="20577"/>
        <pc:sldMkLst>
          <pc:docMk/>
          <pc:sldMk cId="2464626473" sldId="265"/>
        </pc:sldMkLst>
      </pc:sldChg>
      <pc:sldChg chg="modSp new del mod">
        <pc:chgData name="Ellen Torfs" userId="c6aa1e10-4a12-4511-8c7c-135720d4f277" providerId="ADAL" clId="{6CCC3E95-3852-4B6A-AA99-7E0120184691}" dt="2022-09-27T13:36:08.561" v="3352" actId="2696"/>
        <pc:sldMkLst>
          <pc:docMk/>
          <pc:sldMk cId="2643302266" sldId="265"/>
        </pc:sldMkLst>
      </pc:sldChg>
      <pc:sldChg chg="modSp add mod">
        <pc:chgData name="Ellen Torfs" userId="c6aa1e10-4a12-4511-8c7c-135720d4f277" providerId="ADAL" clId="{6CCC3E95-3852-4B6A-AA99-7E0120184691}" dt="2022-09-26T19:17:03.337" v="325" actId="20577"/>
        <pc:sldMkLst>
          <pc:docMk/>
          <pc:sldMk cId="51768386" sldId="266"/>
        </pc:sldMkLst>
      </pc:sldChg>
      <pc:sldChg chg="add del">
        <pc:chgData name="Ellen Torfs" userId="c6aa1e10-4a12-4511-8c7c-135720d4f277" providerId="ADAL" clId="{6CCC3E95-3852-4B6A-AA99-7E0120184691}" dt="2022-09-26T19:15:51.094" v="299" actId="47"/>
        <pc:sldMkLst>
          <pc:docMk/>
          <pc:sldMk cId="2434462132" sldId="266"/>
        </pc:sldMkLst>
      </pc:sldChg>
      <pc:sldChg chg="addSp modSp new mod">
        <pc:chgData name="Ellen Torfs" userId="c6aa1e10-4a12-4511-8c7c-135720d4f277" providerId="ADAL" clId="{6CCC3E95-3852-4B6A-AA99-7E0120184691}" dt="2022-09-27T20:07:34.224" v="5045" actId="1037"/>
        <pc:sldMkLst>
          <pc:docMk/>
          <pc:sldMk cId="3677676600" sldId="267"/>
        </pc:sldMkLst>
      </pc:sldChg>
      <pc:sldChg chg="addSp modSp new mod">
        <pc:chgData name="Ellen Torfs" userId="c6aa1e10-4a12-4511-8c7c-135720d4f277" providerId="ADAL" clId="{6CCC3E95-3852-4B6A-AA99-7E0120184691}" dt="2022-09-27T10:11:02.846" v="774" actId="20577"/>
        <pc:sldMkLst>
          <pc:docMk/>
          <pc:sldMk cId="1178141935" sldId="268"/>
        </pc:sldMkLst>
      </pc:sldChg>
      <pc:sldChg chg="addSp modSp new del mod">
        <pc:chgData name="Ellen Torfs" userId="c6aa1e10-4a12-4511-8c7c-135720d4f277" providerId="ADAL" clId="{6CCC3E95-3852-4B6A-AA99-7E0120184691}" dt="2022-09-27T11:15:44.234" v="1399" actId="47"/>
        <pc:sldMkLst>
          <pc:docMk/>
          <pc:sldMk cId="2801479429" sldId="269"/>
        </pc:sldMkLst>
      </pc:sldChg>
      <pc:sldChg chg="addSp delSp modSp new mod chgLayout">
        <pc:chgData name="Ellen Torfs" userId="c6aa1e10-4a12-4511-8c7c-135720d4f277" providerId="ADAL" clId="{6CCC3E95-3852-4B6A-AA99-7E0120184691}" dt="2022-09-27T10:58:22.741" v="1156" actId="1076"/>
        <pc:sldMkLst>
          <pc:docMk/>
          <pc:sldMk cId="4072541113" sldId="270"/>
        </pc:sldMkLst>
      </pc:sldChg>
      <pc:sldChg chg="addSp delSp modSp add mod">
        <pc:chgData name="Ellen Torfs" userId="c6aa1e10-4a12-4511-8c7c-135720d4f277" providerId="ADAL" clId="{6CCC3E95-3852-4B6A-AA99-7E0120184691}" dt="2022-09-27T11:18:03.322" v="1417" actId="207"/>
        <pc:sldMkLst>
          <pc:docMk/>
          <pc:sldMk cId="3243872762" sldId="271"/>
        </pc:sldMkLst>
      </pc:sldChg>
      <pc:sldChg chg="modSp new del mod">
        <pc:chgData name="Ellen Torfs" userId="c6aa1e10-4a12-4511-8c7c-135720d4f277" providerId="ADAL" clId="{6CCC3E95-3852-4B6A-AA99-7E0120184691}" dt="2022-09-27T12:09:05.348" v="2396" actId="47"/>
        <pc:sldMkLst>
          <pc:docMk/>
          <pc:sldMk cId="2032874904" sldId="272"/>
        </pc:sldMkLst>
      </pc:sldChg>
      <pc:sldChg chg="modSp new del mod ord">
        <pc:chgData name="Ellen Torfs" userId="c6aa1e10-4a12-4511-8c7c-135720d4f277" providerId="ADAL" clId="{6CCC3E95-3852-4B6A-AA99-7E0120184691}" dt="2022-09-27T12:47:54.643" v="2791" actId="47"/>
        <pc:sldMkLst>
          <pc:docMk/>
          <pc:sldMk cId="2540399256" sldId="272"/>
        </pc:sldMkLst>
      </pc:sldChg>
      <pc:sldChg chg="modSp new del mod">
        <pc:chgData name="Ellen Torfs" userId="c6aa1e10-4a12-4511-8c7c-135720d4f277" providerId="ADAL" clId="{6CCC3E95-3852-4B6A-AA99-7E0120184691}" dt="2022-09-27T12:21:42.909" v="2658" actId="47"/>
        <pc:sldMkLst>
          <pc:docMk/>
          <pc:sldMk cId="1189969558" sldId="273"/>
        </pc:sldMkLst>
      </pc:sldChg>
      <pc:sldChg chg="modSp add mod">
        <pc:chgData name="Ellen Torfs" userId="c6aa1e10-4a12-4511-8c7c-135720d4f277" providerId="ADAL" clId="{6CCC3E95-3852-4B6A-AA99-7E0120184691}" dt="2022-09-27T12:26:51.230" v="2721" actId="20577"/>
        <pc:sldMkLst>
          <pc:docMk/>
          <pc:sldMk cId="3116280996" sldId="284"/>
        </pc:sldMkLst>
      </pc:sldChg>
      <pc:sldChg chg="addSp modSp add mod">
        <pc:chgData name="Ellen Torfs" userId="c6aa1e10-4a12-4511-8c7c-135720d4f277" providerId="ADAL" clId="{6CCC3E95-3852-4B6A-AA99-7E0120184691}" dt="2022-09-27T12:24:40.891" v="2710" actId="1036"/>
        <pc:sldMkLst>
          <pc:docMk/>
          <pc:sldMk cId="667628986" sldId="286"/>
        </pc:sldMkLst>
      </pc:sldChg>
      <pc:sldChg chg="modSp add mod">
        <pc:chgData name="Ellen Torfs" userId="c6aa1e10-4a12-4511-8c7c-135720d4f277" providerId="ADAL" clId="{6CCC3E95-3852-4B6A-AA99-7E0120184691}" dt="2022-10-04T08:08:37.694" v="5809" actId="6549"/>
        <pc:sldMkLst>
          <pc:docMk/>
          <pc:sldMk cId="2981412547" sldId="287"/>
        </pc:sldMkLst>
      </pc:sldChg>
      <pc:sldChg chg="modSp add mod">
        <pc:chgData name="Ellen Torfs" userId="c6aa1e10-4a12-4511-8c7c-135720d4f277" providerId="ADAL" clId="{6CCC3E95-3852-4B6A-AA99-7E0120184691}" dt="2022-10-04T07:42:58.335" v="5257"/>
        <pc:sldMkLst>
          <pc:docMk/>
          <pc:sldMk cId="2962211546" sldId="288"/>
        </pc:sldMkLst>
      </pc:sldChg>
      <pc:sldChg chg="addSp modSp add mod">
        <pc:chgData name="Ellen Torfs" userId="c6aa1e10-4a12-4511-8c7c-135720d4f277" providerId="ADAL" clId="{6CCC3E95-3852-4B6A-AA99-7E0120184691}" dt="2022-10-04T07:48:55.183" v="5378" actId="552"/>
        <pc:sldMkLst>
          <pc:docMk/>
          <pc:sldMk cId="2901926516" sldId="289"/>
        </pc:sldMkLst>
      </pc:sldChg>
      <pc:sldChg chg="addSp delSp modSp add mod chgLayout">
        <pc:chgData name="Ellen Torfs" userId="c6aa1e10-4a12-4511-8c7c-135720d4f277" providerId="ADAL" clId="{6CCC3E95-3852-4B6A-AA99-7E0120184691}" dt="2022-10-04T08:01:14.158" v="5800" actId="1076"/>
        <pc:sldMkLst>
          <pc:docMk/>
          <pc:sldMk cId="3892042236" sldId="290"/>
        </pc:sldMkLst>
      </pc:sldChg>
      <pc:sldChg chg="delSp modSp add mod modNotesTx">
        <pc:chgData name="Ellen Torfs" userId="c6aa1e10-4a12-4511-8c7c-135720d4f277" providerId="ADAL" clId="{6CCC3E95-3852-4B6A-AA99-7E0120184691}" dt="2022-09-27T12:57:57.078" v="3016" actId="20577"/>
        <pc:sldMkLst>
          <pc:docMk/>
          <pc:sldMk cId="2023221651" sldId="307"/>
        </pc:sldMkLst>
      </pc:sldChg>
      <pc:sldChg chg="modSp add mod">
        <pc:chgData name="Ellen Torfs" userId="c6aa1e10-4a12-4511-8c7c-135720d4f277" providerId="ADAL" clId="{6CCC3E95-3852-4B6A-AA99-7E0120184691}" dt="2022-09-27T12:50:10.058" v="2823" actId="1076"/>
        <pc:sldMkLst>
          <pc:docMk/>
          <pc:sldMk cId="2603233790" sldId="308"/>
        </pc:sldMkLst>
      </pc:sldChg>
      <pc:sldChg chg="modSp add mod">
        <pc:chgData name="Ellen Torfs" userId="c6aa1e10-4a12-4511-8c7c-135720d4f277" providerId="ADAL" clId="{6CCC3E95-3852-4B6A-AA99-7E0120184691}" dt="2022-09-27T12:50:55.714" v="2825" actId="14100"/>
        <pc:sldMkLst>
          <pc:docMk/>
          <pc:sldMk cId="1326377668" sldId="309"/>
        </pc:sldMkLst>
      </pc:sldChg>
      <pc:sldChg chg="modSp add del mod ord">
        <pc:chgData name="Ellen Torfs" userId="c6aa1e10-4a12-4511-8c7c-135720d4f277" providerId="ADAL" clId="{6CCC3E95-3852-4B6A-AA99-7E0120184691}" dt="2022-09-27T12:51:39.469" v="2826" actId="47"/>
        <pc:sldMkLst>
          <pc:docMk/>
          <pc:sldMk cId="4122032269" sldId="310"/>
        </pc:sldMkLst>
      </pc:sldChg>
      <pc:sldChg chg="modSp add mod ord modNotesTx">
        <pc:chgData name="Ellen Torfs" userId="c6aa1e10-4a12-4511-8c7c-135720d4f277" providerId="ADAL" clId="{6CCC3E95-3852-4B6A-AA99-7E0120184691}" dt="2022-09-27T13:01:55.978" v="3136"/>
        <pc:sldMkLst>
          <pc:docMk/>
          <pc:sldMk cId="616564403" sldId="311"/>
        </pc:sldMkLst>
      </pc:sldChg>
      <pc:sldChg chg="addSp delSp modSp new mod">
        <pc:chgData name="Ellen Torfs" userId="c6aa1e10-4a12-4511-8c7c-135720d4f277" providerId="ADAL" clId="{6CCC3E95-3852-4B6A-AA99-7E0120184691}" dt="2022-09-27T13:19:45.040" v="3318" actId="1076"/>
        <pc:sldMkLst>
          <pc:docMk/>
          <pc:sldMk cId="3981851237" sldId="312"/>
        </pc:sldMkLst>
      </pc:sldChg>
      <pc:sldChg chg="addSp delSp modSp add mod ord">
        <pc:chgData name="Ellen Torfs" userId="c6aa1e10-4a12-4511-8c7c-135720d4f277" providerId="ADAL" clId="{6CCC3E95-3852-4B6A-AA99-7E0120184691}" dt="2022-10-04T09:00:22.678" v="6097" actId="732"/>
        <pc:sldMkLst>
          <pc:docMk/>
          <pc:sldMk cId="3433568649" sldId="313"/>
        </pc:sldMkLst>
      </pc:sldChg>
      <pc:sldChg chg="modSp add mod">
        <pc:chgData name="Ellen Torfs" userId="c6aa1e10-4a12-4511-8c7c-135720d4f277" providerId="ADAL" clId="{6CCC3E95-3852-4B6A-AA99-7E0120184691}" dt="2022-09-27T13:55:10.304" v="4045" actId="20577"/>
        <pc:sldMkLst>
          <pc:docMk/>
          <pc:sldMk cId="707672358" sldId="314"/>
        </pc:sldMkLst>
      </pc:sldChg>
      <pc:sldChg chg="add del">
        <pc:chgData name="Ellen Torfs" userId="c6aa1e10-4a12-4511-8c7c-135720d4f277" providerId="ADAL" clId="{6CCC3E95-3852-4B6A-AA99-7E0120184691}" dt="2022-09-27T13:20:54.655" v="3320" actId="47"/>
        <pc:sldMkLst>
          <pc:docMk/>
          <pc:sldMk cId="3277835337" sldId="314"/>
        </pc:sldMkLst>
      </pc:sldChg>
      <pc:sldChg chg="addSp modSp new mod">
        <pc:chgData name="Ellen Torfs" userId="c6aa1e10-4a12-4511-8c7c-135720d4f277" providerId="ADAL" clId="{6CCC3E95-3852-4B6A-AA99-7E0120184691}" dt="2022-09-27T14:33:16.836" v="4423" actId="20577"/>
        <pc:sldMkLst>
          <pc:docMk/>
          <pc:sldMk cId="2674330935" sldId="315"/>
        </pc:sldMkLst>
      </pc:sldChg>
      <pc:sldChg chg="addSp delSp modSp new mod">
        <pc:chgData name="Ellen Torfs" userId="c6aa1e10-4a12-4511-8c7c-135720d4f277" providerId="ADAL" clId="{6CCC3E95-3852-4B6A-AA99-7E0120184691}" dt="2022-09-27T20:02:14.740" v="4912" actId="6549"/>
        <pc:sldMkLst>
          <pc:docMk/>
          <pc:sldMk cId="688847783" sldId="316"/>
        </pc:sldMkLst>
      </pc:sldChg>
      <pc:sldChg chg="addSp delSp modSp new mod">
        <pc:chgData name="Ellen Torfs" userId="c6aa1e10-4a12-4511-8c7c-135720d4f277" providerId="ADAL" clId="{6CCC3E95-3852-4B6A-AA99-7E0120184691}" dt="2022-09-27T20:02:19.787" v="4913" actId="6549"/>
        <pc:sldMkLst>
          <pc:docMk/>
          <pc:sldMk cId="2219686758" sldId="317"/>
        </pc:sldMkLst>
      </pc:sldChg>
      <pc:sldChg chg="addSp modSp new mod">
        <pc:chgData name="Ellen Torfs" userId="c6aa1e10-4a12-4511-8c7c-135720d4f277" providerId="ADAL" clId="{6CCC3E95-3852-4B6A-AA99-7E0120184691}" dt="2022-09-27T20:04:45.711" v="4961" actId="1076"/>
        <pc:sldMkLst>
          <pc:docMk/>
          <pc:sldMk cId="195678403" sldId="318"/>
        </pc:sldMkLst>
      </pc:sldChg>
      <pc:sldChg chg="addSp delSp modSp new mod">
        <pc:chgData name="Ellen Torfs" userId="c6aa1e10-4a12-4511-8c7c-135720d4f277" providerId="ADAL" clId="{6CCC3E95-3852-4B6A-AA99-7E0120184691}" dt="2022-09-27T20:45:26.269" v="5164" actId="6549"/>
        <pc:sldMkLst>
          <pc:docMk/>
          <pc:sldMk cId="2498421148" sldId="319"/>
        </pc:sldMkLst>
      </pc:sldChg>
      <pc:sldChg chg="modSp new mod">
        <pc:chgData name="Ellen Torfs" userId="c6aa1e10-4a12-4511-8c7c-135720d4f277" providerId="ADAL" clId="{6CCC3E95-3852-4B6A-AA99-7E0120184691}" dt="2022-10-05T14:07:45.929" v="6264" actId="20577"/>
        <pc:sldMkLst>
          <pc:docMk/>
          <pc:sldMk cId="3191736518" sldId="320"/>
        </pc:sldMkLst>
      </pc:sldChg>
      <pc:sldChg chg="modSp new mod">
        <pc:chgData name="Ellen Torfs" userId="c6aa1e10-4a12-4511-8c7c-135720d4f277" providerId="ADAL" clId="{6CCC3E95-3852-4B6A-AA99-7E0120184691}" dt="2022-10-04T07:38:16.839" v="5205" actId="6549"/>
        <pc:sldMkLst>
          <pc:docMk/>
          <pc:sldMk cId="3030424674" sldId="321"/>
        </pc:sldMkLst>
      </pc:sldChg>
      <pc:sldChg chg="addSp delSp modSp new mod">
        <pc:chgData name="Ellen Torfs" userId="c6aa1e10-4a12-4511-8c7c-135720d4f277" providerId="ADAL" clId="{6CCC3E95-3852-4B6A-AA99-7E0120184691}" dt="2022-10-04T09:01:31.329" v="6098" actId="207"/>
        <pc:sldMkLst>
          <pc:docMk/>
          <pc:sldMk cId="3049282492" sldId="322"/>
        </pc:sldMkLst>
      </pc:sldChg>
      <pc:sldChg chg="modSp new del mod">
        <pc:chgData name="Ellen Torfs" userId="c6aa1e10-4a12-4511-8c7c-135720d4f277" providerId="ADAL" clId="{6CCC3E95-3852-4B6A-AA99-7E0120184691}" dt="2022-10-04T08:58:35.747" v="6083" actId="47"/>
        <pc:sldMkLst>
          <pc:docMk/>
          <pc:sldMk cId="2615770320" sldId="323"/>
        </pc:sldMkLst>
      </pc:sldChg>
      <pc:sldChg chg="modSp new mod">
        <pc:chgData name="Ellen Torfs" userId="c6aa1e10-4a12-4511-8c7c-135720d4f277" providerId="ADAL" clId="{6CCC3E95-3852-4B6A-AA99-7E0120184691}" dt="2022-10-04T09:26:41.112" v="6231" actId="20577"/>
        <pc:sldMkLst>
          <pc:docMk/>
          <pc:sldMk cId="4202578129" sldId="323"/>
        </pc:sldMkLst>
      </pc:sldChg>
      <pc:sldChg chg="addSp delSp modSp new mod ord">
        <pc:chgData name="Ellen Torfs" userId="c6aa1e10-4a12-4511-8c7c-135720d4f277" providerId="ADAL" clId="{6CCC3E95-3852-4B6A-AA99-7E0120184691}" dt="2022-10-05T15:35:54.850" v="6707" actId="6549"/>
        <pc:sldMkLst>
          <pc:docMk/>
          <pc:sldMk cId="179021777" sldId="324"/>
        </pc:sldMkLst>
      </pc:sldChg>
      <pc:sldChg chg="addSp delSp modSp new mod modNotesTx">
        <pc:chgData name="Ellen Torfs" userId="c6aa1e10-4a12-4511-8c7c-135720d4f277" providerId="ADAL" clId="{6CCC3E95-3852-4B6A-AA99-7E0120184691}" dt="2022-10-05T15:29:28.473" v="6613"/>
        <pc:sldMkLst>
          <pc:docMk/>
          <pc:sldMk cId="11117730" sldId="325"/>
        </pc:sldMkLst>
      </pc:sldChg>
      <pc:sldChg chg="modSp new mod">
        <pc:chgData name="Ellen Torfs" userId="c6aa1e10-4a12-4511-8c7c-135720d4f277" providerId="ADAL" clId="{6CCC3E95-3852-4B6A-AA99-7E0120184691}" dt="2022-10-05T15:41:09.102" v="6813" actId="20577"/>
        <pc:sldMkLst>
          <pc:docMk/>
          <pc:sldMk cId="2617469191" sldId="326"/>
        </pc:sldMkLst>
      </pc:sldChg>
      <pc:sldChg chg="addSp delSp modSp new mod">
        <pc:chgData name="Ellen Torfs" userId="c6aa1e10-4a12-4511-8c7c-135720d4f277" providerId="ADAL" clId="{6CCC3E95-3852-4B6A-AA99-7E0120184691}" dt="2022-10-05T15:52:49.919" v="6871" actId="1076"/>
        <pc:sldMkLst>
          <pc:docMk/>
          <pc:sldMk cId="2773265451" sldId="327"/>
        </pc:sldMkLst>
      </pc:sldChg>
    </pc:docChg>
  </pc:docChgLst>
  <pc:docChgLst>
    <pc:chgData name="Ellen Torfs" userId="c6aa1e10-4a12-4511-8c7c-135720d4f277" providerId="ADAL" clId="{214A502F-9E29-43F9-9CAB-F5A2DFA76F4E}"/>
    <pc:docChg chg="undo custSel addSld delSld modSld modMainMaster">
      <pc:chgData name="Ellen Torfs" userId="c6aa1e10-4a12-4511-8c7c-135720d4f277" providerId="ADAL" clId="{214A502F-9E29-43F9-9CAB-F5A2DFA76F4E}" dt="2022-01-19T09:08:31.393" v="405" actId="20577"/>
      <pc:docMkLst>
        <pc:docMk/>
      </pc:docMkLst>
      <pc:sldChg chg="modSp mod">
        <pc:chgData name="Ellen Torfs" userId="c6aa1e10-4a12-4511-8c7c-135720d4f277" providerId="ADAL" clId="{214A502F-9E29-43F9-9CAB-F5A2DFA76F4E}" dt="2022-01-19T09:08:08.565" v="403" actId="20577"/>
        <pc:sldMkLst>
          <pc:docMk/>
          <pc:sldMk cId="54334544" sldId="256"/>
        </pc:sldMkLst>
      </pc:sldChg>
      <pc:sldChg chg="del">
        <pc:chgData name="Ellen Torfs" userId="c6aa1e10-4a12-4511-8c7c-135720d4f277" providerId="ADAL" clId="{214A502F-9E29-43F9-9CAB-F5A2DFA76F4E}" dt="2022-01-19T09:03:50.394" v="323" actId="47"/>
        <pc:sldMkLst>
          <pc:docMk/>
          <pc:sldMk cId="1055868665" sldId="257"/>
        </pc:sldMkLst>
      </pc:sldChg>
      <pc:sldChg chg="modSp mod">
        <pc:chgData name="Ellen Torfs" userId="c6aa1e10-4a12-4511-8c7c-135720d4f277" providerId="ADAL" clId="{214A502F-9E29-43F9-9CAB-F5A2DFA76F4E}" dt="2022-01-19T09:04:52.510" v="333" actId="13926"/>
        <pc:sldMkLst>
          <pc:docMk/>
          <pc:sldMk cId="620147385" sldId="258"/>
        </pc:sldMkLst>
      </pc:sldChg>
      <pc:sldChg chg="modSp mod">
        <pc:chgData name="Ellen Torfs" userId="c6aa1e10-4a12-4511-8c7c-135720d4f277" providerId="ADAL" clId="{214A502F-9E29-43F9-9CAB-F5A2DFA76F4E}" dt="2022-01-19T09:05:56.409" v="352" actId="13926"/>
        <pc:sldMkLst>
          <pc:docMk/>
          <pc:sldMk cId="2006118848" sldId="262"/>
        </pc:sldMkLst>
      </pc:sldChg>
      <pc:sldChg chg="modSp mod">
        <pc:chgData name="Ellen Torfs" userId="c6aa1e10-4a12-4511-8c7c-135720d4f277" providerId="ADAL" clId="{214A502F-9E29-43F9-9CAB-F5A2DFA76F4E}" dt="2022-01-19T09:08:31.393" v="405" actId="20577"/>
        <pc:sldMkLst>
          <pc:docMk/>
          <pc:sldMk cId="2513866126" sldId="267"/>
        </pc:sldMkLst>
      </pc:sldChg>
      <pc:sldChg chg="modSp mod">
        <pc:chgData name="Ellen Torfs" userId="c6aa1e10-4a12-4511-8c7c-135720d4f277" providerId="ADAL" clId="{214A502F-9E29-43F9-9CAB-F5A2DFA76F4E}" dt="2022-01-19T09:06:52.032" v="357" actId="20577"/>
        <pc:sldMkLst>
          <pc:docMk/>
          <pc:sldMk cId="2571285731" sldId="269"/>
        </pc:sldMkLst>
      </pc:sldChg>
      <pc:sldChg chg="del">
        <pc:chgData name="Ellen Torfs" userId="c6aa1e10-4a12-4511-8c7c-135720d4f277" providerId="ADAL" clId="{214A502F-9E29-43F9-9CAB-F5A2DFA76F4E}" dt="2022-01-19T09:06:11.686" v="353" actId="47"/>
        <pc:sldMkLst>
          <pc:docMk/>
          <pc:sldMk cId="981461507" sldId="270"/>
        </pc:sldMkLst>
      </pc:sldChg>
      <pc:sldChg chg="modSp new del mod">
        <pc:chgData name="Ellen Torfs" userId="c6aa1e10-4a12-4511-8c7c-135720d4f277" providerId="ADAL" clId="{214A502F-9E29-43F9-9CAB-F5A2DFA76F4E}" dt="2022-01-19T09:08:12.070" v="404" actId="47"/>
        <pc:sldMkLst>
          <pc:docMk/>
          <pc:sldMk cId="4175316598" sldId="272"/>
        </pc:sldMkLst>
      </pc:sldChg>
      <pc:sldMasterChg chg="modSldLayout">
        <pc:chgData name="Ellen Torfs" userId="c6aa1e10-4a12-4511-8c7c-135720d4f277" providerId="ADAL" clId="{214A502F-9E29-43F9-9CAB-F5A2DFA76F4E}" dt="2022-01-19T08:56:19.361" v="92" actId="1076"/>
        <pc:sldMasterMkLst>
          <pc:docMk/>
          <pc:sldMasterMk cId="898952359" sldId="2147483648"/>
        </pc:sldMasterMkLst>
        <pc:sldLayoutChg chg="addSp delSp modSp mod">
          <pc:chgData name="Ellen Torfs" userId="c6aa1e10-4a12-4511-8c7c-135720d4f277" providerId="ADAL" clId="{214A502F-9E29-43F9-9CAB-F5A2DFA76F4E}" dt="2022-01-19T08:56:19.361" v="92" actId="1076"/>
          <pc:sldLayoutMkLst>
            <pc:docMk/>
            <pc:sldMasterMk cId="898952359" sldId="2147483648"/>
            <pc:sldLayoutMk cId="2661203413" sldId="2147483649"/>
          </pc:sldLayoutMkLst>
        </pc:sldLayoutChg>
      </pc:sldMasterChg>
    </pc:docChg>
  </pc:docChgLst>
  <pc:docChgLst>
    <pc:chgData name="Ellen Torfs" userId="c6aa1e10-4a12-4511-8c7c-135720d4f277" providerId="ADAL" clId="{7A402A7C-42CA-4CD6-9D23-A6E1FCBF9CEF}"/>
    <pc:docChg chg="modSld">
      <pc:chgData name="Ellen Torfs" userId="c6aa1e10-4a12-4511-8c7c-135720d4f277" providerId="ADAL" clId="{7A402A7C-42CA-4CD6-9D23-A6E1FCBF9CEF}" dt="2022-11-19T15:30:07.459" v="150" actId="20577"/>
      <pc:docMkLst>
        <pc:docMk/>
      </pc:docMkLst>
      <pc:sldChg chg="modSp mod">
        <pc:chgData name="Ellen Torfs" userId="c6aa1e10-4a12-4511-8c7c-135720d4f277" providerId="ADAL" clId="{7A402A7C-42CA-4CD6-9D23-A6E1FCBF9CEF}" dt="2022-11-18T13:44:40.690" v="1" actId="1076"/>
        <pc:sldMkLst>
          <pc:docMk/>
          <pc:sldMk cId="2464626473" sldId="265"/>
        </pc:sldMkLst>
      </pc:sldChg>
      <pc:sldChg chg="modNotesTx">
        <pc:chgData name="Ellen Torfs" userId="c6aa1e10-4a12-4511-8c7c-135720d4f277" providerId="ADAL" clId="{7A402A7C-42CA-4CD6-9D23-A6E1FCBF9CEF}" dt="2022-11-19T15:30:07.459" v="150" actId="20577"/>
        <pc:sldMkLst>
          <pc:docMk/>
          <pc:sldMk cId="3677676600" sldId="267"/>
        </pc:sldMkLst>
      </pc:sldChg>
      <pc:sldChg chg="modSp mod">
        <pc:chgData name="Ellen Torfs" userId="c6aa1e10-4a12-4511-8c7c-135720d4f277" providerId="ADAL" clId="{7A402A7C-42CA-4CD6-9D23-A6E1FCBF9CEF}" dt="2022-11-19T15:05:59.759" v="2" actId="732"/>
        <pc:sldMkLst>
          <pc:docMk/>
          <pc:sldMk cId="3433568649" sldId="313"/>
        </pc:sldMkLst>
      </pc:sldChg>
    </pc:docChg>
  </pc:docChgLst>
  <pc:docChgLst>
    <pc:chgData name="Ellen Torfs" userId="c6aa1e10-4a12-4511-8c7c-135720d4f277" providerId="ADAL" clId="{FF95A89B-2AB9-47A5-A5A2-46B9549F1166}"/>
    <pc:docChg chg="custSel addSld delSld modSld replTag delTag">
      <pc:chgData name="Ellen Torfs" userId="c6aa1e10-4a12-4511-8c7c-135720d4f277" providerId="ADAL" clId="{FF95A89B-2AB9-47A5-A5A2-46B9549F1166}" dt="2021-09-20T16:12:03.447" v="575"/>
      <pc:docMkLst>
        <pc:docMk/>
      </pc:docMkLst>
      <pc:sldChg chg="modSp mod">
        <pc:chgData name="Ellen Torfs" userId="c6aa1e10-4a12-4511-8c7c-135720d4f277" providerId="ADAL" clId="{FF95A89B-2AB9-47A5-A5A2-46B9549F1166}" dt="2021-09-20T16:01:10.342" v="30" actId="20577"/>
        <pc:sldMkLst>
          <pc:docMk/>
          <pc:sldMk cId="620147385" sldId="258"/>
        </pc:sldMkLst>
      </pc:sldChg>
      <pc:sldChg chg="modSp mod">
        <pc:chgData name="Ellen Torfs" userId="c6aa1e10-4a12-4511-8c7c-135720d4f277" providerId="ADAL" clId="{FF95A89B-2AB9-47A5-A5A2-46B9549F1166}" dt="2021-09-20T16:01:49.303" v="36" actId="20577"/>
        <pc:sldMkLst>
          <pc:docMk/>
          <pc:sldMk cId="2006118848" sldId="262"/>
        </pc:sldMkLst>
      </pc:sldChg>
      <pc:sldChg chg="modSp mod">
        <pc:chgData name="Ellen Torfs" userId="c6aa1e10-4a12-4511-8c7c-135720d4f277" providerId="ADAL" clId="{FF95A89B-2AB9-47A5-A5A2-46B9549F1166}" dt="2021-09-20T16:11:47.840" v="572" actId="20577"/>
        <pc:sldMkLst>
          <pc:docMk/>
          <pc:sldMk cId="2513866126" sldId="267"/>
        </pc:sldMkLst>
      </pc:sldChg>
      <pc:sldChg chg="modSp mod">
        <pc:chgData name="Ellen Torfs" userId="c6aa1e10-4a12-4511-8c7c-135720d4f277" providerId="ADAL" clId="{FF95A89B-2AB9-47A5-A5A2-46B9549F1166}" dt="2021-09-20T15:59:37.065" v="19" actId="20577"/>
        <pc:sldMkLst>
          <pc:docMk/>
          <pc:sldMk cId="1006678507" sldId="268"/>
        </pc:sldMkLst>
      </pc:sldChg>
      <pc:sldChg chg="modSp mod">
        <pc:chgData name="Ellen Torfs" userId="c6aa1e10-4a12-4511-8c7c-135720d4f277" providerId="ADAL" clId="{FF95A89B-2AB9-47A5-A5A2-46B9549F1166}" dt="2021-09-20T16:11:00.360" v="566" actId="20577"/>
        <pc:sldMkLst>
          <pc:docMk/>
          <pc:sldMk cId="2571285731" sldId="269"/>
        </pc:sldMkLst>
      </pc:sldChg>
      <pc:sldChg chg="modSp new del mod">
        <pc:chgData name="Ellen Torfs" userId="c6aa1e10-4a12-4511-8c7c-135720d4f277" providerId="ADAL" clId="{FF95A89B-2AB9-47A5-A5A2-46B9549F1166}" dt="2021-09-20T16:11:04.389" v="567" actId="47"/>
        <pc:sldMkLst>
          <pc:docMk/>
          <pc:sldMk cId="2783466768" sldId="272"/>
        </pc:sldMkLst>
      </pc:sldChg>
    </pc:docChg>
  </pc:docChgLst>
  <pc:docChgLst>
    <pc:chgData name="Ellen Torfs" userId="c6aa1e10-4a12-4511-8c7c-135720d4f277" providerId="ADAL" clId="{768FC7C2-F920-440A-B678-F18A8E1311B7}"/>
    <pc:docChg chg="custSel modSld replTag delTag">
      <pc:chgData name="Ellen Torfs" userId="c6aa1e10-4a12-4511-8c7c-135720d4f277" providerId="ADAL" clId="{768FC7C2-F920-440A-B678-F18A8E1311B7}" dt="2021-09-17T15:05:07.352" v="20"/>
      <pc:docMkLst>
        <pc:docMk/>
      </pc:docMkLst>
    </pc:docChg>
  </pc:docChgLst>
  <pc:docChgLst>
    <pc:chgData name="Kristine Mangelschots" userId="f3152f8f-1017-4733-9e76-33dd9c43a1dc" providerId="ADAL" clId="{5C401088-0C65-42C3-A3E0-E90FF3626B83}"/>
    <pc:docChg chg="modSld">
      <pc:chgData name="Kristine Mangelschots" userId="f3152f8f-1017-4733-9e76-33dd9c43a1dc" providerId="ADAL" clId="{5C401088-0C65-42C3-A3E0-E90FF3626B83}" dt="2022-10-25T08:08:47.489" v="0" actId="208"/>
      <pc:docMkLst>
        <pc:docMk/>
      </pc:docMkLst>
      <pc:sldChg chg="modSp mod">
        <pc:chgData name="Kristine Mangelschots" userId="f3152f8f-1017-4733-9e76-33dd9c43a1dc" providerId="ADAL" clId="{5C401088-0C65-42C3-A3E0-E90FF3626B83}" dt="2022-10-25T08:08:47.489" v="0" actId="208"/>
        <pc:sldMkLst>
          <pc:docMk/>
          <pc:sldMk cId="3800344756" sldId="262"/>
        </pc:sldMkLst>
      </pc:sldChg>
    </pc:docChg>
  </pc:docChgLst>
  <pc:docChgLst>
    <pc:chgData name="Ellen Torfs" userId="c6aa1e10-4a12-4511-8c7c-135720d4f277" providerId="ADAL" clId="{2C672AC5-86B3-43C3-A151-9355990BC4DF}"/>
    <pc:docChg chg="modSld">
      <pc:chgData name="Ellen Torfs" userId="c6aa1e10-4a12-4511-8c7c-135720d4f277" providerId="ADAL" clId="{2C672AC5-86B3-43C3-A151-9355990BC4DF}" dt="2025-09-21T13:09:17.524" v="3" actId="20577"/>
      <pc:docMkLst>
        <pc:docMk/>
      </pc:docMkLst>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CF443226-E9FA-4009-BBB5-4E5E237B044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a:extLst>
              <a:ext uri="{FF2B5EF4-FFF2-40B4-BE49-F238E27FC236}">
                <a16:creationId xmlns:a16="http://schemas.microsoft.com/office/drawing/2014/main" id="{09910BF9-BC8A-4B24-9330-67EAC1E9747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E4F5CE-CB34-4A0C-9595-867A2C0DB20E}" type="datetimeFigureOut">
              <a:rPr lang="nl-BE" smtClean="0"/>
              <a:t>10/10/2025</a:t>
            </a:fld>
            <a:endParaRPr lang="nl-BE"/>
          </a:p>
        </p:txBody>
      </p:sp>
      <p:sp>
        <p:nvSpPr>
          <p:cNvPr id="4" name="Tijdelijke aanduiding voor voettekst 3">
            <a:extLst>
              <a:ext uri="{FF2B5EF4-FFF2-40B4-BE49-F238E27FC236}">
                <a16:creationId xmlns:a16="http://schemas.microsoft.com/office/drawing/2014/main" id="{DD8A7516-5705-4629-A699-3DF8CFBEECA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5" name="Tijdelijke aanduiding voor dianummer 4">
            <a:extLst>
              <a:ext uri="{FF2B5EF4-FFF2-40B4-BE49-F238E27FC236}">
                <a16:creationId xmlns:a16="http://schemas.microsoft.com/office/drawing/2014/main" id="{24C8A117-749A-4619-8630-3F24E93BDE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CABF38-3E8C-439D-9643-BC9C6AAC1984}" type="slidenum">
              <a:rPr lang="nl-BE" smtClean="0"/>
              <a:t>‹#›</a:t>
            </a:fld>
            <a:endParaRPr lang="nl-BE"/>
          </a:p>
        </p:txBody>
      </p:sp>
    </p:spTree>
    <p:extLst>
      <p:ext uri="{BB962C8B-B14F-4D97-AF65-F5344CB8AC3E}">
        <p14:creationId xmlns:p14="http://schemas.microsoft.com/office/powerpoint/2010/main" val="39876697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53584B-980D-4F7D-BA36-682FCDF648BB}" type="datetimeFigureOut">
              <a:rPr lang="nl-BE" smtClean="0"/>
              <a:t>10/10/2025</a:t>
            </a:fld>
            <a:endParaRPr lang="nl-B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1A7F70-BA74-4B93-A504-6802F0D0CD34}" type="slidenum">
              <a:rPr lang="nl-BE" smtClean="0"/>
              <a:t>‹#›</a:t>
            </a:fld>
            <a:endParaRPr lang="nl-BE"/>
          </a:p>
        </p:txBody>
      </p:sp>
    </p:spTree>
    <p:extLst>
      <p:ext uri="{BB962C8B-B14F-4D97-AF65-F5344CB8AC3E}">
        <p14:creationId xmlns:p14="http://schemas.microsoft.com/office/powerpoint/2010/main" val="4172190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numpy.org/doc/stable/reference/generated/numpy.percentile.html"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2F1A7F70-BA74-4B93-A504-6802F0D0CD34}" type="slidenum">
              <a:rPr lang="nl-BE" smtClean="0"/>
              <a:t>1</a:t>
            </a:fld>
            <a:endParaRPr lang="nl-BE"/>
          </a:p>
        </p:txBody>
      </p:sp>
    </p:spTree>
    <p:extLst>
      <p:ext uri="{BB962C8B-B14F-4D97-AF65-F5344CB8AC3E}">
        <p14:creationId xmlns:p14="http://schemas.microsoft.com/office/powerpoint/2010/main" val="4081586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2F1A7F70-BA74-4B93-A504-6802F0D0CD34}" type="slidenum">
              <a:rPr lang="nl-BE" smtClean="0"/>
              <a:t>6</a:t>
            </a:fld>
            <a:endParaRPr lang="nl-BE"/>
          </a:p>
        </p:txBody>
      </p:sp>
    </p:spTree>
    <p:extLst>
      <p:ext uri="{BB962C8B-B14F-4D97-AF65-F5344CB8AC3E}">
        <p14:creationId xmlns:p14="http://schemas.microsoft.com/office/powerpoint/2010/main" val="4116024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NumPy full() is used in exercise 2.</a:t>
            </a:r>
            <a:br>
              <a:rPr lang="en-US"/>
            </a:br>
            <a:r>
              <a:rPr lang="en-US" b="0">
                <a:solidFill>
                  <a:srgbClr val="001080"/>
                </a:solidFill>
                <a:effectLst/>
                <a:latin typeface="Consolas" panose="020B0609020204030204" pitchFamily="49" charset="0"/>
              </a:rPr>
              <a:t>array</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full</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5</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fill_value</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a:t>
            </a:r>
            <a:r>
              <a:rPr lang="en-US" b="0">
                <a:solidFill>
                  <a:srgbClr val="000000"/>
                </a:solidFill>
                <a:effectLst/>
                <a:latin typeface="Consolas" panose="020B0609020204030204" pitchFamily="49" charset="0"/>
              </a:rPr>
              <a:t>)   creates an array of 3 rows and 5 columns where every cell equals 2</a:t>
            </a:r>
          </a:p>
          <a:p>
            <a:endParaRPr lang="en-US"/>
          </a:p>
        </p:txBody>
      </p:sp>
      <p:sp>
        <p:nvSpPr>
          <p:cNvPr id="4" name="Slide Number Placeholder 3"/>
          <p:cNvSpPr>
            <a:spLocks noGrp="1"/>
          </p:cNvSpPr>
          <p:nvPr>
            <p:ph type="sldNum" sz="quarter" idx="5"/>
          </p:nvPr>
        </p:nvSpPr>
        <p:spPr/>
        <p:txBody>
          <a:bodyPr/>
          <a:lstStyle/>
          <a:p>
            <a:fld id="{2F1A7F70-BA74-4B93-A504-6802F0D0CD34}" type="slidenum">
              <a:rPr lang="nl-BE" smtClean="0"/>
              <a:t>7</a:t>
            </a:fld>
            <a:endParaRPr lang="nl-BE"/>
          </a:p>
        </p:txBody>
      </p:sp>
    </p:spTree>
    <p:extLst>
      <p:ext uri="{BB962C8B-B14F-4D97-AF65-F5344CB8AC3E}">
        <p14:creationId xmlns:p14="http://schemas.microsoft.com/office/powerpoint/2010/main" val="13306717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F1A7F70-BA74-4B93-A504-6802F0D0CD34}" type="slidenum">
              <a:rPr lang="nl-BE" smtClean="0"/>
              <a:t>13</a:t>
            </a:fld>
            <a:endParaRPr lang="nl-BE"/>
          </a:p>
        </p:txBody>
      </p:sp>
    </p:spTree>
    <p:extLst>
      <p:ext uri="{BB962C8B-B14F-4D97-AF65-F5344CB8AC3E}">
        <p14:creationId xmlns:p14="http://schemas.microsoft.com/office/powerpoint/2010/main" val="528474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https://datascienceparichay.com/article/filter-numpy-array-with-examples/</a:t>
            </a:r>
          </a:p>
        </p:txBody>
      </p:sp>
      <p:sp>
        <p:nvSpPr>
          <p:cNvPr id="4" name="Slide Number Placeholder 3"/>
          <p:cNvSpPr>
            <a:spLocks noGrp="1"/>
          </p:cNvSpPr>
          <p:nvPr>
            <p:ph type="sldNum" sz="quarter" idx="5"/>
          </p:nvPr>
        </p:nvSpPr>
        <p:spPr/>
        <p:txBody>
          <a:bodyPr/>
          <a:lstStyle/>
          <a:p>
            <a:fld id="{2F1A7F70-BA74-4B93-A504-6802F0D0CD34}" type="slidenum">
              <a:rPr lang="nl-BE" smtClean="0"/>
              <a:t>19</a:t>
            </a:fld>
            <a:endParaRPr lang="nl-BE"/>
          </a:p>
        </p:txBody>
      </p:sp>
    </p:spTree>
    <p:extLst>
      <p:ext uri="{BB962C8B-B14F-4D97-AF65-F5344CB8AC3E}">
        <p14:creationId xmlns:p14="http://schemas.microsoft.com/office/powerpoint/2010/main" val="3536552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20</a:t>
            </a:fld>
            <a:endParaRPr lang="nl-BE"/>
          </a:p>
        </p:txBody>
      </p:sp>
    </p:spTree>
    <p:extLst>
      <p:ext uri="{BB962C8B-B14F-4D97-AF65-F5344CB8AC3E}">
        <p14:creationId xmlns:p14="http://schemas.microsoft.com/office/powerpoint/2010/main" val="380752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F1A7F70-BA74-4B93-A504-6802F0D0CD34}" type="slidenum">
              <a:rPr lang="nl-BE" smtClean="0"/>
              <a:t>26</a:t>
            </a:fld>
            <a:endParaRPr lang="nl-BE"/>
          </a:p>
        </p:txBody>
      </p:sp>
    </p:spTree>
    <p:extLst>
      <p:ext uri="{BB962C8B-B14F-4D97-AF65-F5344CB8AC3E}">
        <p14:creationId xmlns:p14="http://schemas.microsoft.com/office/powerpoint/2010/main" val="3331115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rgbClr val="000000"/>
                </a:solidFill>
                <a:effectLst/>
                <a:latin typeface="Titillium"/>
              </a:rPr>
              <a:t>Percentiles are the values that divide a distribution into 100 equal parts. </a:t>
            </a:r>
          </a:p>
          <a:p>
            <a:endParaRPr lang="en-US" b="0" i="0">
              <a:solidFill>
                <a:srgbClr val="000000"/>
              </a:solidFill>
              <a:effectLst/>
              <a:latin typeface="Titillium"/>
            </a:endParaRPr>
          </a:p>
          <a:p>
            <a:br>
              <a:rPr lang="en-US" b="0" i="0">
                <a:solidFill>
                  <a:srgbClr val="444444"/>
                </a:solidFill>
                <a:effectLst/>
                <a:latin typeface="Roboto" panose="02000000000000000000" pitchFamily="2" charset="0"/>
              </a:rPr>
            </a:br>
            <a:r>
              <a:rPr lang="en-US" b="0" i="0">
                <a:solidFill>
                  <a:srgbClr val="444444"/>
                </a:solidFill>
                <a:effectLst/>
                <a:latin typeface="Roboto" panose="02000000000000000000" pitchFamily="2" charset="0"/>
              </a:rPr>
              <a:t>Quantiles and </a:t>
            </a:r>
            <a:r>
              <a:rPr lang="en-US" b="0" i="0" err="1">
                <a:solidFill>
                  <a:srgbClr val="444444"/>
                </a:solidFill>
                <a:effectLst/>
                <a:latin typeface="Roboto" panose="02000000000000000000" pitchFamily="2" charset="0"/>
              </a:rPr>
              <a:t>fractiles</a:t>
            </a:r>
            <a:r>
              <a:rPr lang="en-US" b="0" i="0">
                <a:solidFill>
                  <a:srgbClr val="444444"/>
                </a:solidFill>
                <a:effectLst/>
                <a:latin typeface="Roboto" panose="02000000000000000000" pitchFamily="2" charset="0"/>
              </a:rPr>
              <a:t> are essentially the same. They refer to dividing a sample or probability distribution into equal-sized, adjacent subgroups or areas of equal probability. The median, quartiles, deciles, percentiles, and other partition values are collectively called quantiles or </a:t>
            </a:r>
            <a:r>
              <a:rPr lang="en-US" b="0" i="0" err="1">
                <a:solidFill>
                  <a:srgbClr val="444444"/>
                </a:solidFill>
                <a:effectLst/>
                <a:latin typeface="Roboto" panose="02000000000000000000" pitchFamily="2" charset="0"/>
              </a:rPr>
              <a:t>fractiles</a:t>
            </a:r>
            <a:r>
              <a:rPr lang="en-US" b="0" i="0">
                <a:solidFill>
                  <a:srgbClr val="444444"/>
                </a:solidFill>
                <a:effectLst/>
                <a:latin typeface="Roboto" panose="02000000000000000000" pitchFamily="2" charset="0"/>
              </a:rPr>
              <a:t>. All quantiles are percentages, and they can be expressed as quartiles, deciles, or percentiles by expressing the decimal or fraction α in terms of quarters, tenths, or hundredths respectively.</a:t>
            </a:r>
          </a:p>
          <a:p>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29</a:t>
            </a:fld>
            <a:endParaRPr lang="nl-BE"/>
          </a:p>
        </p:txBody>
      </p:sp>
    </p:spTree>
    <p:extLst>
      <p:ext uri="{BB962C8B-B14F-4D97-AF65-F5344CB8AC3E}">
        <p14:creationId xmlns:p14="http://schemas.microsoft.com/office/powerpoint/2010/main" val="182327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30</a:t>
            </a:fld>
            <a:endParaRPr lang="nl-BE"/>
          </a:p>
        </p:txBody>
      </p:sp>
    </p:spTree>
    <p:extLst>
      <p:ext uri="{BB962C8B-B14F-4D97-AF65-F5344CB8AC3E}">
        <p14:creationId xmlns:p14="http://schemas.microsoft.com/office/powerpoint/2010/main" val="2424599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err="1">
                <a:hlinkClick r:id="rId3"/>
              </a:rPr>
              <a:t>numpy.percentile</a:t>
            </a:r>
            <a:r>
              <a:rPr lang="nl-BE">
                <a:hlinkClick r:id="rId3"/>
              </a:rPr>
              <a:t> — </a:t>
            </a:r>
            <a:r>
              <a:rPr lang="nl-BE" err="1">
                <a:hlinkClick r:id="rId3"/>
              </a:rPr>
              <a:t>NumPy</a:t>
            </a:r>
            <a:r>
              <a:rPr lang="nl-BE">
                <a:hlinkClick r:id="rId3"/>
              </a:rPr>
              <a:t> v1.26 Manual</a:t>
            </a:r>
            <a:endParaRPr lang="nl-BE"/>
          </a:p>
        </p:txBody>
      </p:sp>
      <p:sp>
        <p:nvSpPr>
          <p:cNvPr id="4" name="Slide Number Placeholder 3"/>
          <p:cNvSpPr>
            <a:spLocks noGrp="1"/>
          </p:cNvSpPr>
          <p:nvPr>
            <p:ph type="sldNum" sz="quarter" idx="5"/>
          </p:nvPr>
        </p:nvSpPr>
        <p:spPr/>
        <p:txBody>
          <a:bodyPr/>
          <a:lstStyle/>
          <a:p>
            <a:fld id="{2F1A7F70-BA74-4B93-A504-6802F0D0CD34}" type="slidenum">
              <a:rPr lang="nl-BE" smtClean="0"/>
              <a:t>32</a:t>
            </a:fld>
            <a:endParaRPr lang="nl-BE"/>
          </a:p>
        </p:txBody>
      </p:sp>
    </p:spTree>
    <p:extLst>
      <p:ext uri="{BB962C8B-B14F-4D97-AF65-F5344CB8AC3E}">
        <p14:creationId xmlns:p14="http://schemas.microsoft.com/office/powerpoint/2010/main" val="6024600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a:t>Standard </a:t>
            </a:r>
            <a:r>
              <a:rPr lang="nl-BE" err="1"/>
              <a:t>deviation</a:t>
            </a:r>
            <a:r>
              <a:rPr lang="nl-BE"/>
              <a:t> is </a:t>
            </a:r>
            <a:r>
              <a:rPr lang="nl-BE" err="1"/>
              <a:t>presented</a:t>
            </a:r>
            <a:r>
              <a:rPr lang="nl-BE"/>
              <a:t> </a:t>
            </a:r>
            <a:r>
              <a:rPr lang="nl-BE" err="1"/>
              <a:t>by</a:t>
            </a:r>
            <a:r>
              <a:rPr lang="nl-BE"/>
              <a:t> </a:t>
            </a:r>
            <a:r>
              <a:rPr lang="nl-BE" err="1"/>
              <a:t>the</a:t>
            </a:r>
            <a:r>
              <a:rPr lang="nl-BE"/>
              <a:t> </a:t>
            </a:r>
            <a:r>
              <a:rPr lang="nl-BE" err="1"/>
              <a:t>Greec</a:t>
            </a:r>
            <a:r>
              <a:rPr lang="nl-BE"/>
              <a:t> letter sigma</a:t>
            </a:r>
          </a:p>
          <a:p>
            <a:r>
              <a:rPr lang="nl-BE"/>
              <a:t>The </a:t>
            </a:r>
            <a:r>
              <a:rPr lang="nl-BE" err="1"/>
              <a:t>mean</a:t>
            </a:r>
            <a:r>
              <a:rPr lang="nl-BE"/>
              <a:t> </a:t>
            </a:r>
            <a:r>
              <a:rPr lang="nl-BE" err="1"/>
              <a:t>by</a:t>
            </a:r>
            <a:r>
              <a:rPr lang="nl-BE"/>
              <a:t> </a:t>
            </a:r>
            <a:r>
              <a:rPr lang="nl-BE" err="1"/>
              <a:t>the</a:t>
            </a:r>
            <a:r>
              <a:rPr lang="nl-BE"/>
              <a:t> </a:t>
            </a:r>
            <a:r>
              <a:rPr lang="nl-BE" err="1"/>
              <a:t>greec</a:t>
            </a:r>
            <a:r>
              <a:rPr lang="nl-BE"/>
              <a:t> letter mu</a:t>
            </a:r>
          </a:p>
          <a:p>
            <a:endParaRPr lang="nl-BE"/>
          </a:p>
          <a:p>
            <a:r>
              <a:rPr lang="en-US" b="0" i="0">
                <a:solidFill>
                  <a:srgbClr val="333333"/>
                </a:solidFill>
                <a:effectLst/>
                <a:latin typeface="Verdana" panose="020B0604030504040204" pitchFamily="34" charset="0"/>
              </a:rPr>
              <a:t>The Standard Deviation is a measure of how spread out numbers are.</a:t>
            </a:r>
            <a:br>
              <a:rPr lang="nl-BE" b="0" i="0">
                <a:solidFill>
                  <a:srgbClr val="333333"/>
                </a:solidFill>
                <a:effectLst/>
                <a:latin typeface="Verdana" panose="020B0604030504040204" pitchFamily="34" charset="0"/>
              </a:rPr>
            </a:br>
            <a:r>
              <a:rPr lang="en-US" b="0" i="0">
                <a:solidFill>
                  <a:srgbClr val="333333"/>
                </a:solidFill>
                <a:effectLst/>
                <a:latin typeface="Verdana" panose="020B0604030504040204" pitchFamily="34" charset="0"/>
              </a:rPr>
              <a:t> Standard </a:t>
            </a:r>
            <a:r>
              <a:rPr lang="en-US" b="0" i="0" err="1">
                <a:solidFill>
                  <a:srgbClr val="333333"/>
                </a:solidFill>
                <a:effectLst/>
                <a:latin typeface="Verdana" panose="020B0604030504040204" pitchFamily="34" charset="0"/>
              </a:rPr>
              <a:t>deviaton</a:t>
            </a:r>
            <a:r>
              <a:rPr lang="en-US" b="0" i="0">
                <a:solidFill>
                  <a:srgbClr val="333333"/>
                </a:solidFill>
                <a:effectLst/>
                <a:latin typeface="Verdana" panose="020B0604030504040204" pitchFamily="34" charset="0"/>
              </a:rPr>
              <a:t> is the</a:t>
            </a:r>
            <a:r>
              <a:rPr lang="en-US" b="1" i="0">
                <a:solidFill>
                  <a:srgbClr val="333333"/>
                </a:solidFill>
                <a:effectLst/>
                <a:latin typeface="Verdana" panose="020B0604030504040204" pitchFamily="34" charset="0"/>
              </a:rPr>
              <a:t> square root</a:t>
            </a:r>
            <a:r>
              <a:rPr lang="en-US" b="0" i="0">
                <a:solidFill>
                  <a:srgbClr val="333333"/>
                </a:solidFill>
                <a:effectLst/>
                <a:latin typeface="Verdana" panose="020B0604030504040204" pitchFamily="34" charset="0"/>
              </a:rPr>
              <a:t> of the </a:t>
            </a:r>
            <a:r>
              <a:rPr lang="en-US" b="1" i="0">
                <a:solidFill>
                  <a:srgbClr val="333333"/>
                </a:solidFill>
                <a:effectLst/>
                <a:latin typeface="Verdana" panose="020B0604030504040204" pitchFamily="34" charset="0"/>
              </a:rPr>
              <a:t>Variance</a:t>
            </a:r>
            <a:br>
              <a:rPr lang="en-US" b="1" i="0">
                <a:solidFill>
                  <a:srgbClr val="333333"/>
                </a:solidFill>
                <a:effectLst/>
                <a:latin typeface="Verdana" panose="020B0604030504040204" pitchFamily="34" charset="0"/>
              </a:rPr>
            </a:br>
            <a:br>
              <a:rPr lang="en-US" b="1" i="0">
                <a:solidFill>
                  <a:srgbClr val="333333"/>
                </a:solidFill>
                <a:effectLst/>
                <a:latin typeface="Verdana" panose="020B0604030504040204" pitchFamily="34" charset="0"/>
              </a:rPr>
            </a:br>
            <a:r>
              <a:rPr lang="en-US" b="1" i="0">
                <a:solidFill>
                  <a:srgbClr val="333333"/>
                </a:solidFill>
                <a:effectLst/>
                <a:latin typeface="Verdana" panose="020B0604030504040204" pitchFamily="34" charset="0"/>
              </a:rPr>
              <a:t>Variation </a:t>
            </a:r>
            <a:r>
              <a:rPr lang="en-US" b="0" i="0">
                <a:solidFill>
                  <a:srgbClr val="333333"/>
                </a:solidFill>
                <a:effectLst/>
                <a:latin typeface="Verdana" panose="020B0604030504040204" pitchFamily="34" charset="0"/>
              </a:rPr>
              <a:t>is t</a:t>
            </a:r>
            <a:r>
              <a:rPr lang="en-US" b="0" i="0">
                <a:solidFill>
                  <a:srgbClr val="339900"/>
                </a:solidFill>
                <a:effectLst/>
                <a:latin typeface="Verdana" panose="020B0604030504040204" pitchFamily="34" charset="0"/>
              </a:rPr>
              <a:t>he average of the </a:t>
            </a:r>
            <a:r>
              <a:rPr lang="en-US" b="1" i="0">
                <a:solidFill>
                  <a:srgbClr val="339900"/>
                </a:solidFill>
                <a:effectLst/>
                <a:latin typeface="Verdana" panose="020B0604030504040204" pitchFamily="34" charset="0"/>
              </a:rPr>
              <a:t>squared</a:t>
            </a:r>
            <a:r>
              <a:rPr lang="en-US" b="0" i="0">
                <a:solidFill>
                  <a:srgbClr val="339900"/>
                </a:solidFill>
                <a:effectLst/>
                <a:latin typeface="Verdana" panose="020B0604030504040204" pitchFamily="34" charset="0"/>
              </a:rPr>
              <a:t> differences from the Mean.</a:t>
            </a:r>
          </a:p>
          <a:p>
            <a:endParaRPr lang="en-US" b="0" i="0">
              <a:solidFill>
                <a:srgbClr val="339900"/>
              </a:solidFill>
              <a:effectLst/>
              <a:latin typeface="Verdana" panose="020B0604030504040204" pitchFamily="34" charset="0"/>
            </a:endParaRPr>
          </a:p>
          <a:p>
            <a:r>
              <a:rPr lang="en-US" b="0" i="0">
                <a:solidFill>
                  <a:srgbClr val="339900"/>
                </a:solidFill>
                <a:effectLst/>
                <a:latin typeface="Verdana" panose="020B0604030504040204" pitchFamily="34" charset="0"/>
              </a:rPr>
              <a:t>Show: https://www.mathsisfun.com/data/standard-deviation.html</a:t>
            </a:r>
            <a:endParaRPr lang="en-GB"/>
          </a:p>
        </p:txBody>
      </p:sp>
      <p:sp>
        <p:nvSpPr>
          <p:cNvPr id="4" name="Slide Number Placeholder 3"/>
          <p:cNvSpPr>
            <a:spLocks noGrp="1"/>
          </p:cNvSpPr>
          <p:nvPr>
            <p:ph type="sldNum" sz="quarter" idx="10"/>
          </p:nvPr>
        </p:nvSpPr>
        <p:spPr/>
        <p:txBody>
          <a:bodyPr/>
          <a:lstStyle/>
          <a:p>
            <a:fld id="{5F8E77A5-036B-4D1A-B663-89BE776A84F5}" type="slidenum">
              <a:rPr lang="nl-BE" smtClean="0"/>
              <a:t>34</a:t>
            </a:fld>
            <a:endParaRPr lang="nl-BE"/>
          </a:p>
        </p:txBody>
      </p:sp>
    </p:spTree>
    <p:extLst>
      <p:ext uri="{BB962C8B-B14F-4D97-AF65-F5344CB8AC3E}">
        <p14:creationId xmlns:p14="http://schemas.microsoft.com/office/powerpoint/2010/main" val="19828849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F1A7F70-BA74-4B93-A504-6802F0D0CD34}" type="slidenum">
              <a:rPr lang="nl-BE" smtClean="0"/>
              <a:t>35</a:t>
            </a:fld>
            <a:endParaRPr lang="nl-BE"/>
          </a:p>
        </p:txBody>
      </p:sp>
    </p:spTree>
    <p:extLst>
      <p:ext uri="{BB962C8B-B14F-4D97-AF65-F5344CB8AC3E}">
        <p14:creationId xmlns:p14="http://schemas.microsoft.com/office/powerpoint/2010/main" val="34133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err="1"/>
              <a:t>Lbs</a:t>
            </a:r>
            <a:r>
              <a:rPr lang="nl-BE"/>
              <a:t> = </a:t>
            </a:r>
            <a:r>
              <a:rPr lang="nl-BE" err="1"/>
              <a:t>pounds</a:t>
            </a:r>
            <a:endParaRPr lang="nl-BE"/>
          </a:p>
          <a:p>
            <a:endParaRPr lang="nl-BE"/>
          </a:p>
          <a:p>
            <a:r>
              <a:rPr lang="nl-BE"/>
              <a:t>+/- 1 standard </a:t>
            </a:r>
            <a:r>
              <a:rPr lang="nl-BE" err="1"/>
              <a:t>deviation</a:t>
            </a:r>
            <a:r>
              <a:rPr lang="nl-BE"/>
              <a:t> </a:t>
            </a:r>
            <a:r>
              <a:rPr lang="nl-BE" err="1"/>
              <a:t>away</a:t>
            </a:r>
            <a:r>
              <a:rPr lang="nl-BE"/>
              <a:t> </a:t>
            </a:r>
            <a:r>
              <a:rPr lang="nl-BE" err="1"/>
              <a:t>from</a:t>
            </a:r>
            <a:r>
              <a:rPr lang="nl-BE"/>
              <a:t> </a:t>
            </a:r>
            <a:r>
              <a:rPr lang="nl-BE" err="1"/>
              <a:t>the</a:t>
            </a:r>
            <a:r>
              <a:rPr lang="nl-BE"/>
              <a:t> </a:t>
            </a:r>
            <a:r>
              <a:rPr lang="nl-BE" err="1"/>
              <a:t>mean</a:t>
            </a:r>
            <a:r>
              <a:rPr lang="nl-BE"/>
              <a:t> covers </a:t>
            </a:r>
            <a:r>
              <a:rPr lang="nl-BE" err="1"/>
              <a:t>all</a:t>
            </a:r>
            <a:r>
              <a:rPr lang="nl-BE"/>
              <a:t> </a:t>
            </a:r>
            <a:r>
              <a:rPr lang="nl-BE" err="1"/>
              <a:t>values</a:t>
            </a:r>
            <a:r>
              <a:rPr lang="nl-BE"/>
              <a:t> </a:t>
            </a:r>
            <a:r>
              <a:rPr lang="nl-BE" err="1"/>
              <a:t>from</a:t>
            </a:r>
            <a:r>
              <a:rPr lang="nl-BE"/>
              <a:t> 173 </a:t>
            </a:r>
            <a:r>
              <a:rPr lang="nl-BE" err="1"/>
              <a:t>to</a:t>
            </a:r>
            <a:r>
              <a:rPr lang="nl-BE"/>
              <a:t> 197 </a:t>
            </a:r>
            <a:r>
              <a:rPr lang="nl-BE" err="1"/>
              <a:t>and</a:t>
            </a:r>
            <a:r>
              <a:rPr lang="nl-BE"/>
              <a:t> covers 68% of </a:t>
            </a:r>
            <a:r>
              <a:rPr lang="nl-BE" err="1"/>
              <a:t>all</a:t>
            </a:r>
            <a:r>
              <a:rPr lang="nl-BE"/>
              <a:t> data points</a:t>
            </a:r>
          </a:p>
          <a:p>
            <a:endParaRPr lang="nl-BE"/>
          </a:p>
          <a:p>
            <a:r>
              <a:rPr lang="en-GB" sz="1200" b="0" i="0" kern="1200">
                <a:solidFill>
                  <a:schemeClr val="tx1"/>
                </a:solidFill>
                <a:effectLst/>
                <a:latin typeface="+mn-lt"/>
                <a:ea typeface="+mn-ea"/>
                <a:cs typeface="+mn-cs"/>
              </a:rPr>
              <a:t>The </a:t>
            </a:r>
            <a:r>
              <a:rPr lang="en-GB" sz="1200" b="1" i="0" kern="1200">
                <a:solidFill>
                  <a:schemeClr val="tx1"/>
                </a:solidFill>
                <a:effectLst/>
                <a:latin typeface="+mn-lt"/>
                <a:ea typeface="+mn-ea"/>
                <a:cs typeface="+mn-cs"/>
              </a:rPr>
              <a:t>empirical rule,</a:t>
            </a:r>
            <a:r>
              <a:rPr lang="en-GB" sz="1200" b="0" i="0" kern="1200">
                <a:solidFill>
                  <a:schemeClr val="tx1"/>
                </a:solidFill>
                <a:effectLst/>
                <a:latin typeface="+mn-lt"/>
                <a:ea typeface="+mn-ea"/>
                <a:cs typeface="+mn-cs"/>
              </a:rPr>
              <a:t> or the 68-95-99.7 rule, tells you where your values lie:</a:t>
            </a:r>
          </a:p>
          <a:p>
            <a:r>
              <a:rPr lang="en-GB" sz="1200" b="0" i="0" kern="1200">
                <a:solidFill>
                  <a:schemeClr val="tx1"/>
                </a:solidFill>
                <a:effectLst/>
                <a:latin typeface="+mn-lt"/>
                <a:ea typeface="+mn-ea"/>
                <a:cs typeface="+mn-cs"/>
              </a:rPr>
              <a:t>Around 68% of scores are within +/-1 standard deviations of the mean,</a:t>
            </a:r>
          </a:p>
          <a:p>
            <a:r>
              <a:rPr lang="en-GB" sz="1200" b="0" i="0" kern="1200">
                <a:solidFill>
                  <a:schemeClr val="tx1"/>
                </a:solidFill>
                <a:effectLst/>
                <a:latin typeface="+mn-lt"/>
                <a:ea typeface="+mn-ea"/>
                <a:cs typeface="+mn-cs"/>
              </a:rPr>
              <a:t>Around 95% of scores are within +/- 2 standard deviations of the mean,</a:t>
            </a:r>
          </a:p>
          <a:p>
            <a:r>
              <a:rPr lang="en-GB" sz="1200" b="0" i="0" kern="1200">
                <a:solidFill>
                  <a:schemeClr val="tx1"/>
                </a:solidFill>
                <a:effectLst/>
                <a:latin typeface="+mn-lt"/>
                <a:ea typeface="+mn-ea"/>
                <a:cs typeface="+mn-cs"/>
              </a:rPr>
              <a:t>Around 99.7% of scores are within +/- 3 standard deviations of the mean.</a:t>
            </a:r>
          </a:p>
          <a:p>
            <a:endParaRPr lang="en-GB"/>
          </a:p>
        </p:txBody>
      </p:sp>
      <p:sp>
        <p:nvSpPr>
          <p:cNvPr id="4" name="Slide Number Placeholder 3"/>
          <p:cNvSpPr>
            <a:spLocks noGrp="1"/>
          </p:cNvSpPr>
          <p:nvPr>
            <p:ph type="sldNum" sz="quarter" idx="10"/>
          </p:nvPr>
        </p:nvSpPr>
        <p:spPr/>
        <p:txBody>
          <a:bodyPr/>
          <a:lstStyle/>
          <a:p>
            <a:fld id="{5F8E77A5-036B-4D1A-B663-89BE776A84F5}" type="slidenum">
              <a:rPr lang="nl-BE" smtClean="0"/>
              <a:t>37</a:t>
            </a:fld>
            <a:endParaRPr lang="nl-BE"/>
          </a:p>
        </p:txBody>
      </p:sp>
    </p:spTree>
    <p:extLst>
      <p:ext uri="{BB962C8B-B14F-4D97-AF65-F5344CB8AC3E}">
        <p14:creationId xmlns:p14="http://schemas.microsoft.com/office/powerpoint/2010/main" val="5323210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BE" err="1"/>
              <a:t>Lbs</a:t>
            </a:r>
            <a:r>
              <a:rPr lang="nl-BE"/>
              <a:t> = </a:t>
            </a:r>
            <a:r>
              <a:rPr lang="nl-BE" err="1"/>
              <a:t>pounds</a:t>
            </a:r>
            <a:endParaRPr lang="nl-BE"/>
          </a:p>
          <a:p>
            <a:endParaRPr lang="nl-BE"/>
          </a:p>
          <a:p>
            <a:pPr marL="0" marR="0" lvl="0" indent="0" algn="l" defTabSz="914400" rtl="0" eaLnBrk="1" fontAlgn="auto" latinLnBrk="0" hangingPunct="1">
              <a:lnSpc>
                <a:spcPct val="100000"/>
              </a:lnSpc>
              <a:spcBef>
                <a:spcPts val="0"/>
              </a:spcBef>
              <a:spcAft>
                <a:spcPts val="0"/>
              </a:spcAft>
              <a:buClrTx/>
              <a:buSzTx/>
              <a:buFontTx/>
              <a:buNone/>
              <a:tabLst/>
              <a:defRPr/>
            </a:pPr>
            <a:r>
              <a:rPr lang="nl-BE"/>
              <a:t>+/- 2 standard </a:t>
            </a:r>
            <a:r>
              <a:rPr lang="nl-BE" err="1"/>
              <a:t>deviation</a:t>
            </a:r>
            <a:r>
              <a:rPr lang="nl-BE"/>
              <a:t> </a:t>
            </a:r>
            <a:r>
              <a:rPr lang="nl-BE" err="1"/>
              <a:t>away</a:t>
            </a:r>
            <a:r>
              <a:rPr lang="nl-BE"/>
              <a:t> </a:t>
            </a:r>
            <a:r>
              <a:rPr lang="nl-BE" err="1"/>
              <a:t>from</a:t>
            </a:r>
            <a:r>
              <a:rPr lang="nl-BE"/>
              <a:t> </a:t>
            </a:r>
            <a:r>
              <a:rPr lang="nl-BE" err="1"/>
              <a:t>the</a:t>
            </a:r>
            <a:r>
              <a:rPr lang="nl-BE"/>
              <a:t> </a:t>
            </a:r>
            <a:r>
              <a:rPr lang="nl-BE" err="1"/>
              <a:t>mean</a:t>
            </a:r>
            <a:r>
              <a:rPr lang="nl-BE"/>
              <a:t> covers </a:t>
            </a:r>
            <a:r>
              <a:rPr lang="nl-BE" err="1"/>
              <a:t>all</a:t>
            </a:r>
            <a:r>
              <a:rPr lang="nl-BE"/>
              <a:t> </a:t>
            </a:r>
            <a:r>
              <a:rPr lang="nl-BE" err="1"/>
              <a:t>values</a:t>
            </a:r>
            <a:r>
              <a:rPr lang="nl-BE"/>
              <a:t> </a:t>
            </a:r>
            <a:r>
              <a:rPr lang="nl-BE" err="1"/>
              <a:t>from</a:t>
            </a:r>
            <a:r>
              <a:rPr lang="nl-BE"/>
              <a:t> 161 </a:t>
            </a:r>
            <a:r>
              <a:rPr lang="nl-BE" err="1"/>
              <a:t>to</a:t>
            </a:r>
            <a:r>
              <a:rPr lang="nl-BE"/>
              <a:t> 209 </a:t>
            </a:r>
            <a:r>
              <a:rPr lang="nl-BE" err="1"/>
              <a:t>lbs</a:t>
            </a:r>
            <a:r>
              <a:rPr lang="nl-BE"/>
              <a:t> </a:t>
            </a:r>
            <a:r>
              <a:rPr lang="nl-BE" err="1"/>
              <a:t>and</a:t>
            </a:r>
            <a:r>
              <a:rPr lang="nl-BE"/>
              <a:t> covers 95% of </a:t>
            </a:r>
            <a:r>
              <a:rPr lang="nl-BE" err="1"/>
              <a:t>all</a:t>
            </a:r>
            <a:r>
              <a:rPr lang="nl-BE"/>
              <a:t> data points</a:t>
            </a:r>
          </a:p>
          <a:p>
            <a:br>
              <a:rPr lang="nl-BE"/>
            </a:br>
            <a:endParaRPr lang="nl-BE"/>
          </a:p>
          <a:p>
            <a:endParaRPr lang="en-GB"/>
          </a:p>
        </p:txBody>
      </p:sp>
      <p:sp>
        <p:nvSpPr>
          <p:cNvPr id="4" name="Slide Number Placeholder 3"/>
          <p:cNvSpPr>
            <a:spLocks noGrp="1"/>
          </p:cNvSpPr>
          <p:nvPr>
            <p:ph type="sldNum" sz="quarter" idx="10"/>
          </p:nvPr>
        </p:nvSpPr>
        <p:spPr/>
        <p:txBody>
          <a:bodyPr/>
          <a:lstStyle/>
          <a:p>
            <a:fld id="{5F8E77A5-036B-4D1A-B663-89BE776A84F5}" type="slidenum">
              <a:rPr lang="nl-BE" smtClean="0"/>
              <a:t>38</a:t>
            </a:fld>
            <a:endParaRPr lang="nl-BE"/>
          </a:p>
        </p:txBody>
      </p:sp>
    </p:spTree>
    <p:extLst>
      <p:ext uri="{BB962C8B-B14F-4D97-AF65-F5344CB8AC3E}">
        <p14:creationId xmlns:p14="http://schemas.microsoft.com/office/powerpoint/2010/main" val="18471190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2626659" y="3433481"/>
            <a:ext cx="9144000" cy="890839"/>
          </a:xfrm>
        </p:spPr>
        <p:txBody>
          <a:bodyPr anchor="b">
            <a:normAutofit/>
          </a:bodyPr>
          <a:lstStyle>
            <a:lvl1pPr algn="r">
              <a:defRPr lang="nl-BE" sz="4400" kern="1200" dirty="0">
                <a:solidFill>
                  <a:srgbClr val="4584B6"/>
                </a:solidFill>
                <a:latin typeface="+mn-lt"/>
                <a:ea typeface="+mn-ea"/>
                <a:cs typeface="+mn-cs"/>
              </a:defRPr>
            </a:lvl1pPr>
          </a:lstStyle>
          <a:p>
            <a:r>
              <a:rPr lang="nl-NL"/>
              <a:t>Klik om de stijl te bewerken</a:t>
            </a:r>
            <a:endParaRPr lang="nl-BE"/>
          </a:p>
        </p:txBody>
      </p:sp>
      <p:sp>
        <p:nvSpPr>
          <p:cNvPr id="3" name="Ondertitel 2"/>
          <p:cNvSpPr>
            <a:spLocks noGrp="1"/>
          </p:cNvSpPr>
          <p:nvPr>
            <p:ph type="subTitle" idx="1"/>
          </p:nvPr>
        </p:nvSpPr>
        <p:spPr>
          <a:xfrm>
            <a:off x="2626659" y="4690378"/>
            <a:ext cx="9144000" cy="698557"/>
          </a:xfrm>
        </p:spPr>
        <p:txBody>
          <a:bodyPr>
            <a:normAutofit/>
          </a:bodyPr>
          <a:lstStyle>
            <a:lvl1pPr marL="0" indent="0" algn="r">
              <a:buNone/>
              <a:defRPr lang="nl-BE" sz="3200" kern="1200" dirty="0">
                <a:solidFill>
                  <a:srgbClr val="FFDE57"/>
                </a:solidFill>
                <a:latin typeface="+mn-lt"/>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 om de ondertitelstijl van het model te bewerken</a:t>
            </a:r>
            <a:endParaRPr lang="nl-BE"/>
          </a:p>
        </p:txBody>
      </p:sp>
      <p:sp>
        <p:nvSpPr>
          <p:cNvPr id="4" name="Tijdelijke aanduiding voor datum 3"/>
          <p:cNvSpPr>
            <a:spLocks noGrp="1"/>
          </p:cNvSpPr>
          <p:nvPr>
            <p:ph type="dt" sz="half" idx="10"/>
          </p:nvPr>
        </p:nvSpPr>
        <p:spPr/>
        <p:txBody>
          <a:bodyPr/>
          <a:lstStyle/>
          <a:p>
            <a:fld id="{F456E141-11F1-487F-A892-18B8A63336C7}" type="datetime1">
              <a:rPr lang="nl-BE" smtClean="0"/>
              <a:t>10/10/2025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
        <p:nvSpPr>
          <p:cNvPr id="9" name="Rechthoek 8"/>
          <p:cNvSpPr/>
          <p:nvPr userDrawn="1"/>
        </p:nvSpPr>
        <p:spPr>
          <a:xfrm>
            <a:off x="10502153" y="0"/>
            <a:ext cx="1559859" cy="12196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1" name="Afbeelding 9">
            <a:extLst>
              <a:ext uri="{FF2B5EF4-FFF2-40B4-BE49-F238E27FC236}">
                <a16:creationId xmlns:a16="http://schemas.microsoft.com/office/drawing/2014/main" id="{FBAF35B5-7E2F-489C-AA38-83D52B9A7B5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334" t="17522" r="3803" b="23654"/>
          <a:stretch/>
        </p:blipFill>
        <p:spPr>
          <a:xfrm>
            <a:off x="582705" y="1832120"/>
            <a:ext cx="1461245" cy="1135182"/>
          </a:xfrm>
          <a:prstGeom prst="rect">
            <a:avLst/>
          </a:prstGeom>
        </p:spPr>
      </p:pic>
      <p:sp>
        <p:nvSpPr>
          <p:cNvPr id="7" name="TextBox 6">
            <a:extLst>
              <a:ext uri="{FF2B5EF4-FFF2-40B4-BE49-F238E27FC236}">
                <a16:creationId xmlns:a16="http://schemas.microsoft.com/office/drawing/2014/main" id="{FD350454-2D85-403C-B5B4-870BA60949E0}"/>
              </a:ext>
            </a:extLst>
          </p:cNvPr>
          <p:cNvSpPr txBox="1"/>
          <p:nvPr userDrawn="1"/>
        </p:nvSpPr>
        <p:spPr>
          <a:xfrm>
            <a:off x="1836761" y="1938046"/>
            <a:ext cx="8044370" cy="923330"/>
          </a:xfrm>
          <a:prstGeom prst="rect">
            <a:avLst/>
          </a:prstGeom>
          <a:noFill/>
        </p:spPr>
        <p:txBody>
          <a:bodyPr wrap="square" rtlCol="0">
            <a:spAutoFit/>
          </a:bodyPr>
          <a:lstStyle/>
          <a:p>
            <a:pPr algn="l"/>
            <a:r>
              <a:rPr lang="nl-BE" sz="5400" b="0">
                <a:solidFill>
                  <a:schemeClr val="bg2">
                    <a:lumMod val="50000"/>
                  </a:schemeClr>
                </a:solidFill>
                <a:latin typeface="Cambria" panose="02040503050406030204" pitchFamily="18" charset="0"/>
                <a:ea typeface="Cambria" panose="02040503050406030204" pitchFamily="18" charset="0"/>
              </a:rPr>
              <a:t>Data </a:t>
            </a:r>
            <a:r>
              <a:rPr lang="nl-BE" sz="5400" b="0" err="1">
                <a:solidFill>
                  <a:schemeClr val="bg2">
                    <a:lumMod val="50000"/>
                  </a:schemeClr>
                </a:solidFill>
                <a:latin typeface="Cambria" panose="02040503050406030204" pitchFamily="18" charset="0"/>
                <a:ea typeface="Cambria" panose="02040503050406030204" pitchFamily="18" charset="0"/>
              </a:rPr>
              <a:t>science</a:t>
            </a:r>
            <a:endParaRPr lang="nl-BE" sz="5400" b="0">
              <a:solidFill>
                <a:schemeClr val="bg2">
                  <a:lumMod val="50000"/>
                </a:schemeClr>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1203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atin typeface="Calibri" panose="020F0502020204030204" pitchFamily="34" charset="0"/>
                <a:cs typeface="Calibri" panose="020F0502020204030204" pitchFamily="34" charset="0"/>
              </a:defRPr>
            </a:lvl1pPr>
          </a:lstStyle>
          <a:p>
            <a:r>
              <a:rPr lang="nl-NL"/>
              <a:t>Klik om de stijl te bewerken</a:t>
            </a:r>
            <a:endParaRPr lang="nl-BE"/>
          </a:p>
        </p:txBody>
      </p:sp>
      <p:sp>
        <p:nvSpPr>
          <p:cNvPr id="3" name="Tijdelijke aanduiding voor inhoud 2"/>
          <p:cNvSpPr>
            <a:spLocks noGrp="1"/>
          </p:cNvSpPr>
          <p:nvPr>
            <p:ph idx="1"/>
          </p:nvPr>
        </p:nvSpPr>
        <p:spPr/>
        <p:txBody>
          <a:bodyPr/>
          <a:lstStyle>
            <a:lvl1pPr>
              <a:buClr>
                <a:srgbClr val="4584B6"/>
              </a:buClr>
              <a:defRPr/>
            </a:lvl1pPr>
            <a:lvl2pPr>
              <a:buClr>
                <a:srgbClr val="FFDE57"/>
              </a:buClr>
              <a:defRPr sz="2600"/>
            </a:lvl2pPr>
            <a:lvl3pPr>
              <a:defRPr sz="2400"/>
            </a:lvl3pPr>
            <a:lvl4pPr>
              <a:defRPr sz="2200"/>
            </a:lvl4pPr>
            <a:lvl5pPr>
              <a:defRPr sz="2000"/>
            </a:lvl5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B7AA89A6-C9B9-4556-BC9E-5E3CF3322A33}" type="datetime1">
              <a:rPr lang="nl-BE" smtClean="0"/>
              <a:t>10/10/2025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lvl1pPr>
              <a:defRPr/>
            </a:lvl1pPr>
          </a:lstStyle>
          <a:p>
            <a:fld id="{FE1B3154-47D9-4402-8EDB-E791933DC0B9}" type="slidenum">
              <a:rPr lang="nl-BE" smtClean="0"/>
              <a:pPr/>
              <a:t>‹#›</a:t>
            </a:fld>
            <a:endParaRPr lang="nl-BE"/>
          </a:p>
        </p:txBody>
      </p:sp>
    </p:spTree>
    <p:extLst>
      <p:ext uri="{BB962C8B-B14F-4D97-AF65-F5344CB8AC3E}">
        <p14:creationId xmlns:p14="http://schemas.microsoft.com/office/powerpoint/2010/main" val="698906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nl-NL"/>
              <a:t>Klik om de stijl te bewerken</a:t>
            </a:r>
            <a:endParaRPr lang="nl-BE"/>
          </a:p>
        </p:txBody>
      </p:sp>
      <p:sp>
        <p:nvSpPr>
          <p:cNvPr id="3" name="Tijdelijke aanduiding voor tekst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Tekststijl van het model bewerken</a:t>
            </a:r>
          </a:p>
        </p:txBody>
      </p:sp>
      <p:sp>
        <p:nvSpPr>
          <p:cNvPr id="4" name="Tijdelijke aanduiding voor datum 3"/>
          <p:cNvSpPr>
            <a:spLocks noGrp="1"/>
          </p:cNvSpPr>
          <p:nvPr>
            <p:ph type="dt" sz="half" idx="10"/>
          </p:nvPr>
        </p:nvSpPr>
        <p:spPr/>
        <p:txBody>
          <a:bodyPr/>
          <a:lstStyle/>
          <a:p>
            <a:fld id="{6CEB42D4-4FBB-465F-AE58-8ADBDBF671C8}" type="datetime1">
              <a:rPr lang="nl-BE" smtClean="0"/>
              <a:t>10/10/2025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2727828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inhoud 2"/>
          <p:cNvSpPr>
            <a:spLocks noGrp="1"/>
          </p:cNvSpPr>
          <p:nvPr>
            <p:ph sz="half" idx="1"/>
          </p:nvPr>
        </p:nvSpPr>
        <p:spPr>
          <a:xfrm>
            <a:off x="838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p:cNvSpPr>
            <a:spLocks noGrp="1"/>
          </p:cNvSpPr>
          <p:nvPr>
            <p:ph sz="half" idx="2"/>
          </p:nvPr>
        </p:nvSpPr>
        <p:spPr>
          <a:xfrm>
            <a:off x="6172200" y="1825625"/>
            <a:ext cx="5181600" cy="435133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p:cNvSpPr>
            <a:spLocks noGrp="1"/>
          </p:cNvSpPr>
          <p:nvPr>
            <p:ph type="dt" sz="half" idx="10"/>
          </p:nvPr>
        </p:nvSpPr>
        <p:spPr/>
        <p:txBody>
          <a:bodyPr/>
          <a:lstStyle/>
          <a:p>
            <a:fld id="{64B405D5-C0FD-42E0-9EB1-2670F471B7BB}" type="datetime1">
              <a:rPr lang="nl-BE" smtClean="0"/>
              <a:t>10/10/2025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64679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nl-NL"/>
              <a:t>Klik om de stijl te bewerken</a:t>
            </a:r>
            <a:endParaRPr lang="nl-BE"/>
          </a:p>
        </p:txBody>
      </p:sp>
      <p:sp>
        <p:nvSpPr>
          <p:cNvPr id="3" name="Tijdelijke aanduiding voor tekst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4" name="Tijdelijke aanduiding voor inhoud 3"/>
          <p:cNvSpPr>
            <a:spLocks noGrp="1"/>
          </p:cNvSpPr>
          <p:nvPr>
            <p:ph sz="half" idx="2"/>
          </p:nvPr>
        </p:nvSpPr>
        <p:spPr>
          <a:xfrm>
            <a:off x="839788" y="2505075"/>
            <a:ext cx="5157787"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tekst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Tekststijl van het model bewerken</a:t>
            </a:r>
          </a:p>
        </p:txBody>
      </p:sp>
      <p:sp>
        <p:nvSpPr>
          <p:cNvPr id="6" name="Tijdelijke aanduiding voor inhoud 5"/>
          <p:cNvSpPr>
            <a:spLocks noGrp="1"/>
          </p:cNvSpPr>
          <p:nvPr>
            <p:ph sz="quarter" idx="4"/>
          </p:nvPr>
        </p:nvSpPr>
        <p:spPr>
          <a:xfrm>
            <a:off x="6172200" y="2505075"/>
            <a:ext cx="5183188" cy="3684588"/>
          </a:xfrm>
        </p:spPr>
        <p:txBody>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7" name="Tijdelijke aanduiding voor datum 6"/>
          <p:cNvSpPr>
            <a:spLocks noGrp="1"/>
          </p:cNvSpPr>
          <p:nvPr>
            <p:ph type="dt" sz="half" idx="10"/>
          </p:nvPr>
        </p:nvSpPr>
        <p:spPr/>
        <p:txBody>
          <a:bodyPr/>
          <a:lstStyle/>
          <a:p>
            <a:fld id="{4CB55C39-C031-448F-A58F-CA88F7B6F786}" type="datetime1">
              <a:rPr lang="nl-BE" smtClean="0"/>
              <a:t>10/10/2025</a:t>
            </a:fld>
            <a:endParaRPr lang="nl-BE"/>
          </a:p>
        </p:txBody>
      </p:sp>
      <p:sp>
        <p:nvSpPr>
          <p:cNvPr id="8" name="Tijdelijke aanduiding voor voettekst 7"/>
          <p:cNvSpPr>
            <a:spLocks noGrp="1"/>
          </p:cNvSpPr>
          <p:nvPr>
            <p:ph type="ftr" sz="quarter" idx="11"/>
          </p:nvPr>
        </p:nvSpPr>
        <p:spPr/>
        <p:txBody>
          <a:bodyPr/>
          <a:lstStyle/>
          <a:p>
            <a:endParaRPr lang="nl-BE"/>
          </a:p>
        </p:txBody>
      </p:sp>
      <p:sp>
        <p:nvSpPr>
          <p:cNvPr id="9" name="Tijdelijke aanduiding voor dianummer 8"/>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509857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datum 2"/>
          <p:cNvSpPr>
            <a:spLocks noGrp="1"/>
          </p:cNvSpPr>
          <p:nvPr>
            <p:ph type="dt" sz="half" idx="10"/>
          </p:nvPr>
        </p:nvSpPr>
        <p:spPr/>
        <p:txBody>
          <a:bodyPr/>
          <a:lstStyle/>
          <a:p>
            <a:fld id="{E29307F5-1DF0-4FFF-91A4-1E1A6A26A94A}" type="datetime1">
              <a:rPr lang="nl-BE" smtClean="0"/>
              <a:t>10/10/2025</a:t>
            </a:fld>
            <a:endParaRPr lang="nl-BE"/>
          </a:p>
        </p:txBody>
      </p:sp>
      <p:sp>
        <p:nvSpPr>
          <p:cNvPr id="4" name="Tijdelijke aanduiding voor voettekst 3"/>
          <p:cNvSpPr>
            <a:spLocks noGrp="1"/>
          </p:cNvSpPr>
          <p:nvPr>
            <p:ph type="ftr" sz="quarter" idx="11"/>
          </p:nvPr>
        </p:nvSpPr>
        <p:spPr/>
        <p:txBody>
          <a:bodyPr/>
          <a:lstStyle/>
          <a:p>
            <a:endParaRPr lang="nl-BE"/>
          </a:p>
        </p:txBody>
      </p:sp>
      <p:sp>
        <p:nvSpPr>
          <p:cNvPr id="5" name="Tijdelijke aanduiding voor dianummer 4"/>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5514924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00A9168B-A159-4E9D-A6C6-C6786C6AB2EB}" type="datetime1">
              <a:rPr lang="nl-BE" smtClean="0"/>
              <a:t>10/10/2025</a:t>
            </a:fld>
            <a:endParaRPr lang="nl-BE"/>
          </a:p>
        </p:txBody>
      </p:sp>
      <p:sp>
        <p:nvSpPr>
          <p:cNvPr id="3" name="Tijdelijke aanduiding voor voettekst 2"/>
          <p:cNvSpPr>
            <a:spLocks noGrp="1"/>
          </p:cNvSpPr>
          <p:nvPr>
            <p:ph type="ftr" sz="quarter" idx="11"/>
          </p:nvPr>
        </p:nvSpPr>
        <p:spPr/>
        <p:txBody>
          <a:bodyPr/>
          <a:lstStyle/>
          <a:p>
            <a:endParaRPr lang="nl-BE"/>
          </a:p>
        </p:txBody>
      </p:sp>
      <p:sp>
        <p:nvSpPr>
          <p:cNvPr id="4" name="Tijdelijke aanduiding voor dianummer 3"/>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875177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inhoud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E9D22159-AF82-4D23-BC06-D4277BDD9BAD}" type="datetime1">
              <a:rPr lang="nl-BE" smtClean="0"/>
              <a:t>10/10/2025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3845905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nl-NL"/>
              <a:t>Klik om de stijl te bewerken</a:t>
            </a:r>
            <a:endParaRPr lang="nl-BE"/>
          </a:p>
        </p:txBody>
      </p:sp>
      <p:sp>
        <p:nvSpPr>
          <p:cNvPr id="3" name="Tijdelijke aanduiding voor afbeelding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BE"/>
          </a:p>
        </p:txBody>
      </p:sp>
      <p:sp>
        <p:nvSpPr>
          <p:cNvPr id="4" name="Tijdelijke aanduiding voor tekst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Tekststijl van het model bewerken</a:t>
            </a:r>
          </a:p>
        </p:txBody>
      </p:sp>
      <p:sp>
        <p:nvSpPr>
          <p:cNvPr id="5" name="Tijdelijke aanduiding voor datum 4"/>
          <p:cNvSpPr>
            <a:spLocks noGrp="1"/>
          </p:cNvSpPr>
          <p:nvPr>
            <p:ph type="dt" sz="half" idx="10"/>
          </p:nvPr>
        </p:nvSpPr>
        <p:spPr/>
        <p:txBody>
          <a:bodyPr/>
          <a:lstStyle/>
          <a:p>
            <a:fld id="{D08A7014-C292-4E4F-926C-1A31F538B52A}" type="datetime1">
              <a:rPr lang="nl-BE" smtClean="0"/>
              <a:t>10/10/2025</a:t>
            </a:fld>
            <a:endParaRPr lang="nl-BE"/>
          </a:p>
        </p:txBody>
      </p:sp>
      <p:sp>
        <p:nvSpPr>
          <p:cNvPr id="6" name="Tijdelijke aanduiding voor voettekst 5"/>
          <p:cNvSpPr>
            <a:spLocks noGrp="1"/>
          </p:cNvSpPr>
          <p:nvPr>
            <p:ph type="ftr" sz="quarter" idx="11"/>
          </p:nvPr>
        </p:nvSpPr>
        <p:spPr/>
        <p:txBody>
          <a:bodyPr/>
          <a:lstStyle/>
          <a:p>
            <a:endParaRPr lang="nl-BE"/>
          </a:p>
        </p:txBody>
      </p:sp>
      <p:sp>
        <p:nvSpPr>
          <p:cNvPr id="7" name="Tijdelijke aanduiding voor dianummer 6"/>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186757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endParaRPr lang="nl-BE"/>
          </a:p>
        </p:txBody>
      </p:sp>
      <p:sp>
        <p:nvSpPr>
          <p:cNvPr id="3" name="Tijdelijke aanduiding voor verticale tekst 2"/>
          <p:cNvSpPr>
            <a:spLocks noGrp="1"/>
          </p:cNvSpPr>
          <p:nvPr>
            <p:ph type="body" orient="vert" idx="1"/>
          </p:nvPr>
        </p:nvSpPr>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85CAFD92-94F2-4CD0-8A1D-AA3295115CEC}" type="datetime1">
              <a:rPr lang="nl-BE" smtClean="0"/>
              <a:t>10/10/2025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4234140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724900" y="365125"/>
            <a:ext cx="2628900" cy="5811838"/>
          </a:xfrm>
        </p:spPr>
        <p:txBody>
          <a:bodyPr vert="eaVert"/>
          <a:lstStyle/>
          <a:p>
            <a:r>
              <a:rPr lang="nl-NL"/>
              <a:t>Klik om de stijl te bewerken</a:t>
            </a:r>
            <a:endParaRPr lang="nl-BE"/>
          </a:p>
        </p:txBody>
      </p:sp>
      <p:sp>
        <p:nvSpPr>
          <p:cNvPr id="3" name="Tijdelijke aanduiding voor verticale tekst 2"/>
          <p:cNvSpPr>
            <a:spLocks noGrp="1"/>
          </p:cNvSpPr>
          <p:nvPr>
            <p:ph type="body" orient="vert" idx="1"/>
          </p:nvPr>
        </p:nvSpPr>
        <p:spPr>
          <a:xfrm>
            <a:off x="838200" y="365125"/>
            <a:ext cx="7734300" cy="5811838"/>
          </a:xfrm>
        </p:spPr>
        <p:txBody>
          <a:bodyPr vert="eaVert"/>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10"/>
          </p:nvPr>
        </p:nvSpPr>
        <p:spPr/>
        <p:txBody>
          <a:bodyPr/>
          <a:lstStyle/>
          <a:p>
            <a:fld id="{02B84EFA-B363-4043-A12E-44B39EC7D05B}" type="datetime1">
              <a:rPr lang="nl-BE" smtClean="0"/>
              <a:t>10/10/2025</a:t>
            </a:fld>
            <a:endParaRPr lang="nl-BE"/>
          </a:p>
        </p:txBody>
      </p:sp>
      <p:sp>
        <p:nvSpPr>
          <p:cNvPr id="5" name="Tijdelijke aanduiding voor voettekst 4"/>
          <p:cNvSpPr>
            <a:spLocks noGrp="1"/>
          </p:cNvSpPr>
          <p:nvPr>
            <p:ph type="ftr" sz="quarter" idx="11"/>
          </p:nvPr>
        </p:nvSpPr>
        <p:spPr/>
        <p:txBody>
          <a:bodyPr/>
          <a:lstStyle/>
          <a:p>
            <a:endParaRPr lang="nl-BE"/>
          </a:p>
        </p:txBody>
      </p:sp>
      <p:sp>
        <p:nvSpPr>
          <p:cNvPr id="6" name="Tijdelijke aanduiding voor dianummer 5"/>
          <p:cNvSpPr>
            <a:spLocks noGrp="1"/>
          </p:cNvSpPr>
          <p:nvPr>
            <p:ph type="sldNum" sz="quarter" idx="12"/>
          </p:nvPr>
        </p:nvSpPr>
        <p:spPr/>
        <p:txBody>
          <a:bodyPr/>
          <a:lstStyle/>
          <a:p>
            <a:fld id="{B105FAA3-C3E4-40D0-B2B7-65B62F79F625}" type="slidenum">
              <a:rPr lang="nl-BE" smtClean="0"/>
              <a:t>‹#›</a:t>
            </a:fld>
            <a:endParaRPr lang="nl-BE"/>
          </a:p>
        </p:txBody>
      </p:sp>
    </p:spTree>
    <p:extLst>
      <p:ext uri="{BB962C8B-B14F-4D97-AF65-F5344CB8AC3E}">
        <p14:creationId xmlns:p14="http://schemas.microsoft.com/office/powerpoint/2010/main" val="30468295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582706" y="365125"/>
            <a:ext cx="10771094" cy="920015"/>
          </a:xfrm>
          <a:prstGeom prst="rect">
            <a:avLst/>
          </a:prstGeom>
        </p:spPr>
        <p:txBody>
          <a:bodyPr vert="horz" lIns="91440" tIns="45720" rIns="91440" bIns="45720" rtlCol="0" anchor="ctr">
            <a:normAutofit/>
          </a:bodyPr>
          <a:lstStyle/>
          <a:p>
            <a:r>
              <a:rPr lang="nl-NL"/>
              <a:t>Klik om de stijl te bewerken</a:t>
            </a:r>
            <a:endParaRPr lang="nl-BE"/>
          </a:p>
        </p:txBody>
      </p:sp>
      <p:sp>
        <p:nvSpPr>
          <p:cNvPr id="3" name="Tijdelijke aanduiding voor tekst 2"/>
          <p:cNvSpPr>
            <a:spLocks noGrp="1"/>
          </p:cNvSpPr>
          <p:nvPr>
            <p:ph type="body" idx="1"/>
          </p:nvPr>
        </p:nvSpPr>
        <p:spPr>
          <a:xfrm>
            <a:off x="582705" y="1550894"/>
            <a:ext cx="11291048" cy="4626069"/>
          </a:xfrm>
          <a:prstGeom prst="rect">
            <a:avLst/>
          </a:prstGeom>
        </p:spPr>
        <p:txBody>
          <a:bodyPr vert="horz" lIns="91440" tIns="45720" rIns="91440" bIns="45720" rtlCol="0">
            <a:normAutofit/>
          </a:bodyPr>
          <a:lstStyle/>
          <a:p>
            <a:pPr lvl="0"/>
            <a:r>
              <a:rPr lang="nl-NL"/>
              <a:t>Tekststijl van het model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datum 3"/>
          <p:cNvSpPr>
            <a:spLocks noGrp="1"/>
          </p:cNvSpPr>
          <p:nvPr>
            <p:ph type="dt" sz="half" idx="2"/>
          </p:nvPr>
        </p:nvSpPr>
        <p:spPr>
          <a:xfrm>
            <a:off x="582705" y="6356350"/>
            <a:ext cx="1353671"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7161-F687-474C-905A-3CCBBA535086}" type="datetime1">
              <a:rPr lang="nl-BE" smtClean="0"/>
              <a:t>10/10/2025</a:t>
            </a:fld>
            <a:endParaRPr lang="nl-BE"/>
          </a:p>
        </p:txBody>
      </p:sp>
      <p:sp>
        <p:nvSpPr>
          <p:cNvPr id="5" name="Tijdelijke aanduiding voor voettekst 4"/>
          <p:cNvSpPr>
            <a:spLocks noGrp="1"/>
          </p:cNvSpPr>
          <p:nvPr>
            <p:ph type="ftr" sz="quarter" idx="3"/>
          </p:nvPr>
        </p:nvSpPr>
        <p:spPr>
          <a:xfrm>
            <a:off x="2384611" y="6356350"/>
            <a:ext cx="6436659"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nl-BE"/>
          </a:p>
        </p:txBody>
      </p:sp>
      <p:sp>
        <p:nvSpPr>
          <p:cNvPr id="6" name="Tijdelijke aanduiding voor dianummer 5"/>
          <p:cNvSpPr>
            <a:spLocks noGrp="1"/>
          </p:cNvSpPr>
          <p:nvPr>
            <p:ph type="sldNum" sz="quarter" idx="4"/>
          </p:nvPr>
        </p:nvSpPr>
        <p:spPr>
          <a:xfrm>
            <a:off x="9130553"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05FAA3-C3E4-40D0-B2B7-65B62F79F625}" type="slidenum">
              <a:rPr lang="nl-BE" smtClean="0"/>
              <a:t>‹#›</a:t>
            </a:fld>
            <a:endParaRPr lang="nl-BE"/>
          </a:p>
        </p:txBody>
      </p:sp>
      <p:sp>
        <p:nvSpPr>
          <p:cNvPr id="7" name="Rechthoek 6"/>
          <p:cNvSpPr/>
          <p:nvPr userDrawn="1"/>
        </p:nvSpPr>
        <p:spPr>
          <a:xfrm rot="5400000">
            <a:off x="6145210" y="-4660629"/>
            <a:ext cx="72000" cy="1202158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8" name="Rechthoek 7">
            <a:extLst>
              <a:ext uri="{FF2B5EF4-FFF2-40B4-BE49-F238E27FC236}">
                <a16:creationId xmlns:a16="http://schemas.microsoft.com/office/drawing/2014/main" id="{07FE2247-7A25-44B0-854B-AE1E11CA90FA}"/>
              </a:ext>
            </a:extLst>
          </p:cNvPr>
          <p:cNvSpPr/>
          <p:nvPr userDrawn="1"/>
        </p:nvSpPr>
        <p:spPr>
          <a:xfrm>
            <a:off x="105303" y="-171400"/>
            <a:ext cx="72000" cy="7200800"/>
          </a:xfrm>
          <a:prstGeom prst="rect">
            <a:avLst/>
          </a:prstGeom>
          <a:solidFill>
            <a:srgbClr val="4584B6"/>
          </a:solidFill>
          <a:ln>
            <a:solidFill>
              <a:srgbClr val="4584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9" name="Rechthoek 8"/>
          <p:cNvSpPr/>
          <p:nvPr userDrawn="1"/>
        </p:nvSpPr>
        <p:spPr>
          <a:xfrm>
            <a:off x="185989" y="-171400"/>
            <a:ext cx="72000" cy="7200800"/>
          </a:xfrm>
          <a:prstGeom prst="rect">
            <a:avLst/>
          </a:prstGeom>
          <a:solidFill>
            <a:srgbClr val="FFDE57"/>
          </a:solidFill>
          <a:ln>
            <a:solidFill>
              <a:srgbClr val="FFDE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a:p>
        </p:txBody>
      </p:sp>
      <p:pic>
        <p:nvPicPr>
          <p:cNvPr id="10" name="Afbeelding 9">
            <a:extLst>
              <a:ext uri="{FF2B5EF4-FFF2-40B4-BE49-F238E27FC236}">
                <a16:creationId xmlns:a16="http://schemas.microsoft.com/office/drawing/2014/main" id="{9D656C7A-8563-4AB3-B098-D72F316041E9}"/>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63334" t="17522" r="3803" b="23654"/>
          <a:stretch/>
        </p:blipFill>
        <p:spPr>
          <a:xfrm>
            <a:off x="10650071" y="110811"/>
            <a:ext cx="1461245" cy="1135182"/>
          </a:xfrm>
          <a:prstGeom prst="rect">
            <a:avLst/>
          </a:prstGeom>
        </p:spPr>
      </p:pic>
    </p:spTree>
    <p:extLst>
      <p:ext uri="{BB962C8B-B14F-4D97-AF65-F5344CB8AC3E}">
        <p14:creationId xmlns:p14="http://schemas.microsoft.com/office/powerpoint/2010/main" val="8989523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rgbClr val="646464"/>
          </a:solidFill>
          <a:latin typeface="+mn-lt"/>
          <a:ea typeface="+mj-ea"/>
          <a:cs typeface="+mj-cs"/>
        </a:defRPr>
      </a:lvl1pPr>
    </p:titleStyle>
    <p:bodyStyle>
      <a:lvl1pPr marL="228600" indent="-228600" algn="l" defTabSz="914400" rtl="0" eaLnBrk="1" latinLnBrk="0" hangingPunct="1">
        <a:lnSpc>
          <a:spcPct val="90000"/>
        </a:lnSpc>
        <a:spcBef>
          <a:spcPts val="1000"/>
        </a:spcBef>
        <a:buClr>
          <a:srgbClr val="4584B6"/>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rgbClr val="FFDE57"/>
        </a:buClr>
        <a:buFont typeface="Arial" panose="020B0604020202020204" pitchFamily="34" charset="0"/>
        <a:buChar char="•"/>
        <a:defRPr sz="26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rgbClr val="646464"/>
        </a:buClr>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2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robjhyndman.com/publications/quantiles/"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hyperlink" Target="https://www.youtube.com/watch?v=IFKQLDmRK0Y" TargetMode="Externa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numpy.org/doc/stable/reference/generated/numpy.genfromtxt.html" TargetMode="External"/><Relationship Id="rId2" Type="http://schemas.openxmlformats.org/officeDocument/2006/relationships/hyperlink" Target="https://numpy.org/doc/stable/reference/generated/numpy.loadtxt.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normAutofit/>
          </a:bodyPr>
          <a:lstStyle/>
          <a:p>
            <a:r>
              <a:rPr lang="en-US" noProof="0"/>
              <a:t>Chapter 4 – </a:t>
            </a:r>
            <a:r>
              <a:rPr lang="en-US" noProof="0" err="1"/>
              <a:t>Numpy</a:t>
            </a:r>
            <a:r>
              <a:rPr lang="en-US" noProof="0"/>
              <a:t> </a:t>
            </a:r>
          </a:p>
        </p:txBody>
      </p:sp>
      <p:sp>
        <p:nvSpPr>
          <p:cNvPr id="3" name="Ondertitel 2"/>
          <p:cNvSpPr>
            <a:spLocks noGrp="1"/>
          </p:cNvSpPr>
          <p:nvPr>
            <p:ph type="subTitle" idx="1"/>
          </p:nvPr>
        </p:nvSpPr>
        <p:spPr/>
        <p:txBody>
          <a:bodyPr/>
          <a:lstStyle/>
          <a:p>
            <a:r>
              <a:rPr lang="en-US" noProof="0" dirty="0"/>
              <a:t>2025-2026</a:t>
            </a:r>
          </a:p>
        </p:txBody>
      </p:sp>
      <p:pic>
        <p:nvPicPr>
          <p:cNvPr id="4" name="Picture 3">
            <a:extLst>
              <a:ext uri="{FF2B5EF4-FFF2-40B4-BE49-F238E27FC236}">
                <a16:creationId xmlns:a16="http://schemas.microsoft.com/office/drawing/2014/main" id="{FDEE27B5-6E37-B081-1CC2-FB809FB8270E}"/>
              </a:ext>
            </a:extLst>
          </p:cNvPr>
          <p:cNvPicPr>
            <a:picLocks noChangeAspect="1"/>
          </p:cNvPicPr>
          <p:nvPr/>
        </p:nvPicPr>
        <p:blipFill>
          <a:blip r:embed="rId3"/>
          <a:stretch>
            <a:fillRect/>
          </a:stretch>
        </p:blipFill>
        <p:spPr>
          <a:xfrm>
            <a:off x="2520064" y="2863120"/>
            <a:ext cx="2411606" cy="774665"/>
          </a:xfrm>
          <a:prstGeom prst="rect">
            <a:avLst/>
          </a:prstGeom>
        </p:spPr>
      </p:pic>
    </p:spTree>
    <p:extLst>
      <p:ext uri="{BB962C8B-B14F-4D97-AF65-F5344CB8AC3E}">
        <p14:creationId xmlns:p14="http://schemas.microsoft.com/office/powerpoint/2010/main" val="543345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3A799-C74E-EF80-435A-3D42CC768A67}"/>
              </a:ext>
            </a:extLst>
          </p:cNvPr>
          <p:cNvSpPr>
            <a:spLocks noGrp="1"/>
          </p:cNvSpPr>
          <p:nvPr>
            <p:ph type="title"/>
          </p:nvPr>
        </p:nvSpPr>
        <p:spPr/>
        <p:txBody>
          <a:bodyPr/>
          <a:lstStyle/>
          <a:p>
            <a:r>
              <a:rPr lang="en-US" noProof="0"/>
              <a:t>Overview</a:t>
            </a:r>
          </a:p>
        </p:txBody>
      </p:sp>
      <p:sp>
        <p:nvSpPr>
          <p:cNvPr id="3" name="Content Placeholder 2">
            <a:extLst>
              <a:ext uri="{FF2B5EF4-FFF2-40B4-BE49-F238E27FC236}">
                <a16:creationId xmlns:a16="http://schemas.microsoft.com/office/drawing/2014/main" id="{3A5C1B09-5CE0-496A-117D-91276F1D7943}"/>
              </a:ext>
            </a:extLst>
          </p:cNvPr>
          <p:cNvSpPr>
            <a:spLocks noGrp="1"/>
          </p:cNvSpPr>
          <p:nvPr>
            <p:ph idx="1"/>
          </p:nvPr>
        </p:nvSpPr>
        <p:spPr/>
        <p:txBody>
          <a:bodyPr/>
          <a:lstStyle/>
          <a:p>
            <a:pPr marL="514350" indent="-514350">
              <a:buFont typeface="+mj-lt"/>
              <a:buAutoNum type="arabicPeriod"/>
            </a:pPr>
            <a:r>
              <a:rPr lang="en-US" noProof="0"/>
              <a:t>Creating a NumPy array</a:t>
            </a:r>
          </a:p>
          <a:p>
            <a:pPr marL="514350" indent="-514350">
              <a:buFont typeface="+mj-lt"/>
              <a:buAutoNum type="arabicPeriod"/>
            </a:pPr>
            <a:r>
              <a:rPr lang="en-US" noProof="0"/>
              <a:t>Properties of a NumPy array</a:t>
            </a:r>
          </a:p>
          <a:p>
            <a:pPr marL="514350" indent="-514350">
              <a:buFont typeface="+mj-lt"/>
              <a:buAutoNum type="arabicPeriod"/>
            </a:pPr>
            <a:r>
              <a:rPr lang="en-US" noProof="0"/>
              <a:t>Arithmetic operations</a:t>
            </a:r>
          </a:p>
          <a:p>
            <a:pPr marL="514350" indent="-514350">
              <a:buFont typeface="+mj-lt"/>
              <a:buAutoNum type="arabicPeriod"/>
            </a:pPr>
            <a:r>
              <a:rPr lang="en-US" noProof="0"/>
              <a:t>Extracting specific items from an array</a:t>
            </a:r>
          </a:p>
          <a:p>
            <a:pPr marL="514350" indent="-514350">
              <a:buFont typeface="+mj-lt"/>
              <a:buAutoNum type="arabicPeriod"/>
            </a:pPr>
            <a:r>
              <a:rPr lang="en-US" noProof="0"/>
              <a:t>Creating a new array from an existing array</a:t>
            </a:r>
          </a:p>
          <a:p>
            <a:pPr marL="514350" indent="-514350">
              <a:buFont typeface="+mj-lt"/>
              <a:buAutoNum type="arabicPeriod"/>
            </a:pPr>
            <a:r>
              <a:rPr lang="en-US" noProof="0"/>
              <a:t>Reshaping and flattening multidimensional arrays</a:t>
            </a:r>
          </a:p>
          <a:p>
            <a:pPr marL="514350" indent="-514350">
              <a:buFont typeface="+mj-lt"/>
              <a:buAutoNum type="arabicPeriod"/>
            </a:pPr>
            <a:r>
              <a:rPr lang="en-US" noProof="0"/>
              <a:t>Filtering arrays</a:t>
            </a:r>
          </a:p>
          <a:p>
            <a:pPr marL="514350" indent="-514350">
              <a:buFont typeface="+mj-lt"/>
              <a:buAutoNum type="arabicPeriod"/>
            </a:pPr>
            <a:r>
              <a:rPr lang="en-US" noProof="0"/>
              <a:t>Aggregations</a:t>
            </a:r>
          </a:p>
          <a:p>
            <a:pPr marL="514350" indent="-514350">
              <a:buFont typeface="+mj-lt"/>
              <a:buAutoNum type="arabicPeriod"/>
            </a:pPr>
            <a:r>
              <a:rPr lang="en-US" noProof="0"/>
              <a:t>Read csv file into NumPy array</a:t>
            </a:r>
          </a:p>
          <a:p>
            <a:pPr marL="514350" indent="-514350">
              <a:buFont typeface="+mj-lt"/>
              <a:buAutoNum type="arabicPeriod"/>
            </a:pPr>
            <a:endParaRPr lang="en-US" noProof="0"/>
          </a:p>
        </p:txBody>
      </p:sp>
      <p:sp>
        <p:nvSpPr>
          <p:cNvPr id="4" name="Slide Number Placeholder 3">
            <a:extLst>
              <a:ext uri="{FF2B5EF4-FFF2-40B4-BE49-F238E27FC236}">
                <a16:creationId xmlns:a16="http://schemas.microsoft.com/office/drawing/2014/main" id="{6AB8C980-2FF0-58A7-0023-C34648485332}"/>
              </a:ext>
            </a:extLst>
          </p:cNvPr>
          <p:cNvSpPr>
            <a:spLocks noGrp="1"/>
          </p:cNvSpPr>
          <p:nvPr>
            <p:ph type="sldNum" sz="quarter" idx="12"/>
          </p:nvPr>
        </p:nvSpPr>
        <p:spPr/>
        <p:txBody>
          <a:bodyPr/>
          <a:lstStyle/>
          <a:p>
            <a:fld id="{FE1B3154-47D9-4402-8EDB-E791933DC0B9}" type="slidenum">
              <a:rPr lang="nl-BE" smtClean="0"/>
              <a:pPr/>
              <a:t>2</a:t>
            </a:fld>
            <a:endParaRPr lang="nl-BE"/>
          </a:p>
        </p:txBody>
      </p:sp>
    </p:spTree>
    <p:extLst>
      <p:ext uri="{BB962C8B-B14F-4D97-AF65-F5344CB8AC3E}">
        <p14:creationId xmlns:p14="http://schemas.microsoft.com/office/powerpoint/2010/main" val="3191736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C912E-D180-4743-8479-CE8F9BC88B54}"/>
              </a:ext>
            </a:extLst>
          </p:cNvPr>
          <p:cNvSpPr>
            <a:spLocks noGrp="1"/>
          </p:cNvSpPr>
          <p:nvPr>
            <p:ph type="title"/>
          </p:nvPr>
        </p:nvSpPr>
        <p:spPr/>
        <p:txBody>
          <a:bodyPr/>
          <a:lstStyle/>
          <a:p>
            <a:r>
              <a:rPr lang="en-US" noProof="0"/>
              <a:t>NumPy</a:t>
            </a:r>
          </a:p>
        </p:txBody>
      </p:sp>
      <p:sp>
        <p:nvSpPr>
          <p:cNvPr id="3" name="Content Placeholder 2">
            <a:extLst>
              <a:ext uri="{FF2B5EF4-FFF2-40B4-BE49-F238E27FC236}">
                <a16:creationId xmlns:a16="http://schemas.microsoft.com/office/drawing/2014/main" id="{CB5BD47E-B206-49C4-A9C8-6C8EC70B0420}"/>
              </a:ext>
            </a:extLst>
          </p:cNvPr>
          <p:cNvSpPr>
            <a:spLocks noGrp="1"/>
          </p:cNvSpPr>
          <p:nvPr>
            <p:ph idx="1"/>
          </p:nvPr>
        </p:nvSpPr>
        <p:spPr/>
        <p:txBody>
          <a:bodyPr>
            <a:normAutofit/>
          </a:bodyPr>
          <a:lstStyle/>
          <a:p>
            <a:r>
              <a:rPr lang="en-US" noProof="0" dirty="0"/>
              <a:t>Numeric Python</a:t>
            </a:r>
          </a:p>
          <a:p>
            <a:r>
              <a:rPr lang="en-US" noProof="0" dirty="0"/>
              <a:t>Open-source extension for working with arrays in Python</a:t>
            </a:r>
          </a:p>
          <a:p>
            <a:pPr lvl="1"/>
            <a:r>
              <a:rPr lang="en-US" noProof="0" dirty="0"/>
              <a:t>Remember: basic Python only uses lists (or tuples or sets or </a:t>
            </a:r>
            <a:r>
              <a:rPr lang="en-US" noProof="0" dirty="0" err="1"/>
              <a:t>dicts</a:t>
            </a:r>
            <a:r>
              <a:rPr lang="en-US" noProof="0" dirty="0"/>
              <a:t>), not arrays</a:t>
            </a:r>
          </a:p>
          <a:p>
            <a:r>
              <a:rPr lang="en-US" noProof="0" dirty="0"/>
              <a:t>Arrays are of fixed size and contain only 1 datatype</a:t>
            </a:r>
          </a:p>
          <a:p>
            <a:r>
              <a:rPr lang="en-US" noProof="0" dirty="0"/>
              <a:t>An array can be multidimensional</a:t>
            </a:r>
          </a:p>
          <a:p>
            <a:r>
              <a:rPr lang="en-US" noProof="0" dirty="0"/>
              <a:t>Some examples of 1D/2D/3D arrays:</a:t>
            </a:r>
          </a:p>
          <a:p>
            <a:pPr marL="0" indent="0">
              <a:buNone/>
            </a:pPr>
            <a:endParaRPr lang="en-US" noProof="0" dirty="0"/>
          </a:p>
        </p:txBody>
      </p:sp>
      <p:sp>
        <p:nvSpPr>
          <p:cNvPr id="4" name="Slide Number Placeholder 3">
            <a:extLst>
              <a:ext uri="{FF2B5EF4-FFF2-40B4-BE49-F238E27FC236}">
                <a16:creationId xmlns:a16="http://schemas.microsoft.com/office/drawing/2014/main" id="{1B3EE46F-9FB3-4B35-AB57-3B10E15534A4}"/>
              </a:ext>
            </a:extLst>
          </p:cNvPr>
          <p:cNvSpPr>
            <a:spLocks noGrp="1"/>
          </p:cNvSpPr>
          <p:nvPr>
            <p:ph type="sldNum" sz="quarter" idx="12"/>
          </p:nvPr>
        </p:nvSpPr>
        <p:spPr/>
        <p:txBody>
          <a:bodyPr/>
          <a:lstStyle/>
          <a:p>
            <a:fld id="{FE1B3154-47D9-4402-8EDB-E791933DC0B9}" type="slidenum">
              <a:rPr lang="nl-BE" smtClean="0"/>
              <a:pPr/>
              <a:t>3</a:t>
            </a:fld>
            <a:endParaRPr lang="nl-BE"/>
          </a:p>
        </p:txBody>
      </p:sp>
      <p:pic>
        <p:nvPicPr>
          <p:cNvPr id="5" name="Picture 4">
            <a:extLst>
              <a:ext uri="{FF2B5EF4-FFF2-40B4-BE49-F238E27FC236}">
                <a16:creationId xmlns:a16="http://schemas.microsoft.com/office/drawing/2014/main" id="{CE5D0BB3-E8BA-69E5-677E-3FE31EFBA431}"/>
              </a:ext>
            </a:extLst>
          </p:cNvPr>
          <p:cNvPicPr>
            <a:picLocks noChangeAspect="1"/>
          </p:cNvPicPr>
          <p:nvPr/>
        </p:nvPicPr>
        <p:blipFill>
          <a:blip r:embed="rId2"/>
          <a:stretch>
            <a:fillRect/>
          </a:stretch>
        </p:blipFill>
        <p:spPr>
          <a:xfrm>
            <a:off x="6680697" y="4936852"/>
            <a:ext cx="1472041" cy="1319158"/>
          </a:xfrm>
          <a:prstGeom prst="rect">
            <a:avLst/>
          </a:prstGeom>
        </p:spPr>
      </p:pic>
      <p:pic>
        <p:nvPicPr>
          <p:cNvPr id="6" name="Picture 5">
            <a:extLst>
              <a:ext uri="{FF2B5EF4-FFF2-40B4-BE49-F238E27FC236}">
                <a16:creationId xmlns:a16="http://schemas.microsoft.com/office/drawing/2014/main" id="{99F481BE-46C3-2B8D-A050-71E16D0BD1BC}"/>
              </a:ext>
            </a:extLst>
          </p:cNvPr>
          <p:cNvPicPr>
            <a:picLocks noChangeAspect="1"/>
          </p:cNvPicPr>
          <p:nvPr/>
        </p:nvPicPr>
        <p:blipFill>
          <a:blip r:embed="rId3"/>
          <a:stretch>
            <a:fillRect/>
          </a:stretch>
        </p:blipFill>
        <p:spPr>
          <a:xfrm>
            <a:off x="3854051" y="4936852"/>
            <a:ext cx="2374178" cy="1497834"/>
          </a:xfrm>
          <a:prstGeom prst="rect">
            <a:avLst/>
          </a:prstGeom>
        </p:spPr>
      </p:pic>
      <p:pic>
        <p:nvPicPr>
          <p:cNvPr id="8" name="Picture 7">
            <a:extLst>
              <a:ext uri="{FF2B5EF4-FFF2-40B4-BE49-F238E27FC236}">
                <a16:creationId xmlns:a16="http://schemas.microsoft.com/office/drawing/2014/main" id="{DFEF753E-3F25-EDA3-0D37-CD6FCD6FCB6B}"/>
              </a:ext>
            </a:extLst>
          </p:cNvPr>
          <p:cNvPicPr>
            <a:picLocks noChangeAspect="1"/>
          </p:cNvPicPr>
          <p:nvPr/>
        </p:nvPicPr>
        <p:blipFill>
          <a:blip r:embed="rId4"/>
          <a:stretch>
            <a:fillRect/>
          </a:stretch>
        </p:blipFill>
        <p:spPr>
          <a:xfrm>
            <a:off x="9037460" y="5123559"/>
            <a:ext cx="1385417" cy="1319158"/>
          </a:xfrm>
          <a:prstGeom prst="rect">
            <a:avLst/>
          </a:prstGeom>
        </p:spPr>
      </p:pic>
      <p:pic>
        <p:nvPicPr>
          <p:cNvPr id="10" name="Picture 9">
            <a:extLst>
              <a:ext uri="{FF2B5EF4-FFF2-40B4-BE49-F238E27FC236}">
                <a16:creationId xmlns:a16="http://schemas.microsoft.com/office/drawing/2014/main" id="{F430F506-1AB5-6636-0713-16A2CA427675}"/>
              </a:ext>
            </a:extLst>
          </p:cNvPr>
          <p:cNvPicPr>
            <a:picLocks noChangeAspect="1"/>
          </p:cNvPicPr>
          <p:nvPr/>
        </p:nvPicPr>
        <p:blipFill>
          <a:blip r:embed="rId5"/>
          <a:stretch>
            <a:fillRect/>
          </a:stretch>
        </p:blipFill>
        <p:spPr>
          <a:xfrm>
            <a:off x="782208" y="4789817"/>
            <a:ext cx="2619375" cy="1743075"/>
          </a:xfrm>
          <a:prstGeom prst="rect">
            <a:avLst/>
          </a:prstGeom>
        </p:spPr>
      </p:pic>
      <p:pic>
        <p:nvPicPr>
          <p:cNvPr id="9" name="Picture 8">
            <a:extLst>
              <a:ext uri="{FF2B5EF4-FFF2-40B4-BE49-F238E27FC236}">
                <a16:creationId xmlns:a16="http://schemas.microsoft.com/office/drawing/2014/main" id="{A96B9313-079F-A45B-663E-3A5652D43B1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05206" y="3442004"/>
            <a:ext cx="3330522" cy="1502168"/>
          </a:xfrm>
          <a:prstGeom prst="rect">
            <a:avLst/>
          </a:prstGeom>
        </p:spPr>
      </p:pic>
    </p:spTree>
    <p:extLst>
      <p:ext uri="{BB962C8B-B14F-4D97-AF65-F5344CB8AC3E}">
        <p14:creationId xmlns:p14="http://schemas.microsoft.com/office/powerpoint/2010/main" val="4143539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8EC30-DC86-B77B-74E0-FF78B986F768}"/>
              </a:ext>
            </a:extLst>
          </p:cNvPr>
          <p:cNvSpPr>
            <a:spLocks noGrp="1"/>
          </p:cNvSpPr>
          <p:nvPr>
            <p:ph type="title"/>
          </p:nvPr>
        </p:nvSpPr>
        <p:spPr/>
        <p:txBody>
          <a:bodyPr/>
          <a:lstStyle/>
          <a:p>
            <a:r>
              <a:rPr lang="en-US" noProof="0"/>
              <a:t>What’s wrong with lists?</a:t>
            </a:r>
          </a:p>
        </p:txBody>
      </p:sp>
      <p:sp>
        <p:nvSpPr>
          <p:cNvPr id="3" name="Content Placeholder 2">
            <a:extLst>
              <a:ext uri="{FF2B5EF4-FFF2-40B4-BE49-F238E27FC236}">
                <a16:creationId xmlns:a16="http://schemas.microsoft.com/office/drawing/2014/main" id="{6791AA7D-1F54-CF09-FE41-BE8C57421D94}"/>
              </a:ext>
            </a:extLst>
          </p:cNvPr>
          <p:cNvSpPr>
            <a:spLocks noGrp="1"/>
          </p:cNvSpPr>
          <p:nvPr>
            <p:ph idx="1"/>
          </p:nvPr>
        </p:nvSpPr>
        <p:spPr/>
        <p:txBody>
          <a:bodyPr>
            <a:normAutofit fontScale="92500" lnSpcReduction="10000"/>
          </a:bodyPr>
          <a:lstStyle/>
          <a:p>
            <a:r>
              <a:rPr lang="en-US" noProof="0"/>
              <a:t>When you’ve used lists you’ve gotten used to very flexible programming</a:t>
            </a:r>
          </a:p>
          <a:p>
            <a:pPr lvl="1"/>
            <a:r>
              <a:rPr lang="en-US" noProof="0"/>
              <a:t>Add items, remove items, multiple datatypes, …</a:t>
            </a:r>
          </a:p>
          <a:p>
            <a:r>
              <a:rPr lang="en-US" noProof="0"/>
              <a:t>You’ll feel reluctant to let this flexibility go and when doing ‘normal’ Python programming the difference between a list and a np-array isn’t that big</a:t>
            </a:r>
          </a:p>
          <a:p>
            <a:r>
              <a:rPr lang="en-US" noProof="0"/>
              <a:t>But when you start doing AI you will feel the difference:</a:t>
            </a:r>
          </a:p>
          <a:p>
            <a:pPr lvl="1"/>
            <a:r>
              <a:rPr lang="en-US" noProof="0"/>
              <a:t>Dijkstra algorithm is a way finding the path through a maze</a:t>
            </a:r>
          </a:p>
          <a:p>
            <a:pPr lvl="1"/>
            <a:r>
              <a:rPr lang="en-US" noProof="0"/>
              <a:t>For this you need to try every single path there is</a:t>
            </a:r>
          </a:p>
          <a:p>
            <a:pPr lvl="1"/>
            <a:r>
              <a:rPr lang="en-US" noProof="0"/>
              <a:t>As a result, you go over the maze </a:t>
            </a:r>
            <a:r>
              <a:rPr lang="en-US" i="1" noProof="0"/>
              <a:t>a lot</a:t>
            </a:r>
          </a:p>
          <a:p>
            <a:r>
              <a:rPr lang="en-US" noProof="0"/>
              <a:t>But NumPy won’t solve everything:</a:t>
            </a:r>
          </a:p>
          <a:p>
            <a:pPr lvl="1"/>
            <a:r>
              <a:rPr lang="en-US" noProof="0"/>
              <a:t>Arrays have one data type: you can’t store name, age</a:t>
            </a:r>
            <a:r>
              <a:rPr lang="en-US"/>
              <a:t> and</a:t>
            </a:r>
            <a:r>
              <a:rPr lang="en-US" noProof="0"/>
              <a:t> sex together in a np-array</a:t>
            </a:r>
          </a:p>
          <a:p>
            <a:pPr lvl="1"/>
            <a:r>
              <a:rPr lang="en-US" noProof="0"/>
              <a:t>The fix: Pandas </a:t>
            </a:r>
            <a:r>
              <a:rPr lang="en-US" noProof="0" err="1"/>
              <a:t>dataframes</a:t>
            </a:r>
            <a:endParaRPr lang="en-US" noProof="0"/>
          </a:p>
          <a:p>
            <a:pPr lvl="2"/>
            <a:r>
              <a:rPr lang="en-US" noProof="0"/>
              <a:t>These are actually combined np-arrays</a:t>
            </a:r>
          </a:p>
        </p:txBody>
      </p:sp>
      <p:sp>
        <p:nvSpPr>
          <p:cNvPr id="4" name="Slide Number Placeholder 3">
            <a:extLst>
              <a:ext uri="{FF2B5EF4-FFF2-40B4-BE49-F238E27FC236}">
                <a16:creationId xmlns:a16="http://schemas.microsoft.com/office/drawing/2014/main" id="{A3AE8CE8-75B1-E6B2-8FF1-4A9AC7B57DE5}"/>
              </a:ext>
            </a:extLst>
          </p:cNvPr>
          <p:cNvSpPr>
            <a:spLocks noGrp="1"/>
          </p:cNvSpPr>
          <p:nvPr>
            <p:ph type="sldNum" sz="quarter" idx="12"/>
          </p:nvPr>
        </p:nvSpPr>
        <p:spPr/>
        <p:txBody>
          <a:bodyPr/>
          <a:lstStyle/>
          <a:p>
            <a:fld id="{FE1B3154-47D9-4402-8EDB-E791933DC0B9}" type="slidenum">
              <a:rPr lang="nl-BE" smtClean="0"/>
              <a:pPr/>
              <a:t>4</a:t>
            </a:fld>
            <a:endParaRPr lang="nl-BE"/>
          </a:p>
        </p:txBody>
      </p:sp>
    </p:spTree>
    <p:extLst>
      <p:ext uri="{BB962C8B-B14F-4D97-AF65-F5344CB8AC3E}">
        <p14:creationId xmlns:p14="http://schemas.microsoft.com/office/powerpoint/2010/main" val="35476651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CE770-5794-4996-97C7-6719E46EC377}"/>
              </a:ext>
            </a:extLst>
          </p:cNvPr>
          <p:cNvSpPr>
            <a:spLocks noGrp="1"/>
          </p:cNvSpPr>
          <p:nvPr>
            <p:ph type="title"/>
          </p:nvPr>
        </p:nvSpPr>
        <p:spPr/>
        <p:txBody>
          <a:bodyPr/>
          <a:lstStyle/>
          <a:p>
            <a:r>
              <a:rPr lang="en-US" noProof="0"/>
              <a:t>Install and import NumPy</a:t>
            </a:r>
          </a:p>
        </p:txBody>
      </p:sp>
      <p:sp>
        <p:nvSpPr>
          <p:cNvPr id="3" name="Content Placeholder 2">
            <a:extLst>
              <a:ext uri="{FF2B5EF4-FFF2-40B4-BE49-F238E27FC236}">
                <a16:creationId xmlns:a16="http://schemas.microsoft.com/office/drawing/2014/main" id="{619C11AC-FBB2-48B7-B5DC-26A21DC8E6EF}"/>
              </a:ext>
            </a:extLst>
          </p:cNvPr>
          <p:cNvSpPr>
            <a:spLocks noGrp="1"/>
          </p:cNvSpPr>
          <p:nvPr>
            <p:ph idx="1"/>
          </p:nvPr>
        </p:nvSpPr>
        <p:spPr>
          <a:xfrm>
            <a:off x="582705" y="1550894"/>
            <a:ext cx="11504192" cy="4626069"/>
          </a:xfrm>
        </p:spPr>
        <p:txBody>
          <a:bodyPr>
            <a:normAutofit fontScale="85000" lnSpcReduction="20000"/>
          </a:bodyPr>
          <a:lstStyle/>
          <a:p>
            <a:r>
              <a:rPr lang="en-US" sz="3100" noProof="0"/>
              <a:t>Run the install command in a terminal window</a:t>
            </a:r>
            <a:r>
              <a:rPr lang="en-US" noProof="0"/>
              <a:t>:</a:t>
            </a:r>
            <a:br>
              <a:rPr lang="en-US" noProof="0"/>
            </a:br>
            <a:endParaRPr lang="en-US" noProof="0"/>
          </a:p>
          <a:p>
            <a:pPr marL="457200" lvl="1" indent="0">
              <a:buNone/>
            </a:pPr>
            <a:r>
              <a:rPr lang="en-US" noProof="0">
                <a:latin typeface="Consolas" panose="020B0609020204030204" pitchFamily="49" charset="0"/>
              </a:rPr>
              <a:t>	pip install </a:t>
            </a:r>
            <a:r>
              <a:rPr lang="en-US" noProof="0" err="1">
                <a:latin typeface="Consolas" panose="020B0609020204030204" pitchFamily="49" charset="0"/>
              </a:rPr>
              <a:t>numpy</a:t>
            </a:r>
            <a:endParaRPr lang="en-US" noProof="0">
              <a:latin typeface="Consolas" panose="020B0609020204030204" pitchFamily="49" charset="0"/>
            </a:endParaRPr>
          </a:p>
          <a:p>
            <a:pPr marL="457200" lvl="1" indent="0">
              <a:buNone/>
            </a:pPr>
            <a:endParaRPr lang="en-US" noProof="0">
              <a:latin typeface="Consolas" panose="020B0609020204030204" pitchFamily="49" charset="0"/>
            </a:endParaRPr>
          </a:p>
          <a:p>
            <a:r>
              <a:rPr lang="en-US" sz="3100" noProof="0"/>
              <a:t>In </a:t>
            </a:r>
            <a:r>
              <a:rPr lang="en-US" sz="3100" noProof="0" err="1"/>
              <a:t>Jupyter</a:t>
            </a:r>
            <a:r>
              <a:rPr lang="en-US" sz="3100" noProof="0"/>
              <a:t> you must use a preceding</a:t>
            </a:r>
            <a:r>
              <a:rPr lang="en-US" sz="3100" noProof="0">
                <a:solidFill>
                  <a:srgbClr val="446785"/>
                </a:solidFill>
              </a:rPr>
              <a:t> </a:t>
            </a:r>
            <a:r>
              <a:rPr lang="en-US" sz="3100" b="1" noProof="0">
                <a:solidFill>
                  <a:srgbClr val="446785"/>
                </a:solidFill>
              </a:rPr>
              <a:t>!</a:t>
            </a:r>
            <a:r>
              <a:rPr lang="en-US" sz="3100" noProof="0">
                <a:solidFill>
                  <a:srgbClr val="446785"/>
                </a:solidFill>
              </a:rPr>
              <a:t> </a:t>
            </a:r>
            <a:r>
              <a:rPr lang="en-US" sz="3100" noProof="0"/>
              <a:t>to force the code cell to be executed in a terminal window:</a:t>
            </a:r>
            <a:br>
              <a:rPr lang="en-US" noProof="0"/>
            </a:br>
            <a:br>
              <a:rPr lang="en-US" noProof="0"/>
            </a:br>
            <a:r>
              <a:rPr lang="en-US" noProof="0"/>
              <a:t>  	</a:t>
            </a:r>
            <a:r>
              <a:rPr lang="en-US" b="1" noProof="0">
                <a:solidFill>
                  <a:srgbClr val="446785"/>
                </a:solidFill>
              </a:rPr>
              <a:t>!</a:t>
            </a:r>
            <a:r>
              <a:rPr lang="en-US" sz="2600" noProof="0">
                <a:latin typeface="Consolas" panose="020B0609020204030204" pitchFamily="49" charset="0"/>
              </a:rPr>
              <a:t>pip install </a:t>
            </a:r>
            <a:r>
              <a:rPr lang="en-US" sz="2400" noProof="0" err="1">
                <a:latin typeface="Consolas" panose="020B0609020204030204" pitchFamily="49" charset="0"/>
              </a:rPr>
              <a:t>numpy</a:t>
            </a:r>
            <a:endParaRPr lang="en-US" sz="2600" noProof="0">
              <a:latin typeface="Consolas" panose="020B0609020204030204" pitchFamily="49" charset="0"/>
            </a:endParaRPr>
          </a:p>
          <a:p>
            <a:endParaRPr lang="en-US" sz="3000" noProof="0">
              <a:latin typeface="Consolas" panose="020B0609020204030204" pitchFamily="49" charset="0"/>
            </a:endParaRPr>
          </a:p>
          <a:p>
            <a:r>
              <a:rPr lang="en-US" sz="3000" noProof="0"/>
              <a:t>To import </a:t>
            </a:r>
            <a:r>
              <a:rPr lang="en-US" sz="3000" noProof="0" err="1"/>
              <a:t>numpy</a:t>
            </a:r>
            <a:r>
              <a:rPr lang="en-US" sz="3000" noProof="0"/>
              <a:t> we usually import it with a shorter name since it's used so much</a:t>
            </a:r>
            <a:r>
              <a:rPr lang="en-US" sz="2600" noProof="0"/>
              <a:t>:</a:t>
            </a:r>
            <a:br>
              <a:rPr lang="en-US" sz="2600" noProof="0"/>
            </a:br>
            <a:br>
              <a:rPr lang="en-US" sz="3000" noProof="0"/>
            </a:br>
            <a:r>
              <a:rPr lang="en-US" sz="2600" noProof="0"/>
              <a:t>	</a:t>
            </a:r>
            <a:r>
              <a:rPr lang="en-US" sz="2600" noProof="0">
                <a:latin typeface="Consolas" panose="020B0609020204030204" pitchFamily="49" charset="0"/>
              </a:rPr>
              <a:t>import </a:t>
            </a:r>
            <a:r>
              <a:rPr lang="en-US" sz="2600" noProof="0" err="1">
                <a:latin typeface="Consolas" panose="020B0609020204030204" pitchFamily="49" charset="0"/>
              </a:rPr>
              <a:t>numpy</a:t>
            </a:r>
            <a:r>
              <a:rPr lang="en-US" sz="2600" noProof="0">
                <a:latin typeface="Consolas" panose="020B0609020204030204" pitchFamily="49" charset="0"/>
              </a:rPr>
              <a:t> as np</a:t>
            </a:r>
            <a:br>
              <a:rPr lang="en-US" sz="2600" noProof="0">
                <a:latin typeface="Consolas" panose="020B0609020204030204" pitchFamily="49" charset="0"/>
              </a:rPr>
            </a:br>
            <a:br>
              <a:rPr lang="en-US" sz="2600" noProof="0">
                <a:latin typeface="Consolas" panose="020B0609020204030204" pitchFamily="49" charset="0"/>
              </a:rPr>
            </a:br>
            <a:endParaRPr lang="en-US" noProof="0"/>
          </a:p>
        </p:txBody>
      </p:sp>
      <p:sp>
        <p:nvSpPr>
          <p:cNvPr id="4" name="Slide Number Placeholder 3">
            <a:extLst>
              <a:ext uri="{FF2B5EF4-FFF2-40B4-BE49-F238E27FC236}">
                <a16:creationId xmlns:a16="http://schemas.microsoft.com/office/drawing/2014/main" id="{129864C0-7066-4F81-8C90-A968DDD3BBC7}"/>
              </a:ext>
            </a:extLst>
          </p:cNvPr>
          <p:cNvSpPr>
            <a:spLocks noGrp="1"/>
          </p:cNvSpPr>
          <p:nvPr>
            <p:ph type="sldNum" sz="quarter" idx="12"/>
          </p:nvPr>
        </p:nvSpPr>
        <p:spPr/>
        <p:txBody>
          <a:bodyPr/>
          <a:lstStyle/>
          <a:p>
            <a:fld id="{FE1B3154-47D9-4402-8EDB-E791933DC0B9}" type="slidenum">
              <a:rPr lang="nl-BE" smtClean="0"/>
              <a:pPr/>
              <a:t>5</a:t>
            </a:fld>
            <a:endParaRPr lang="nl-BE"/>
          </a:p>
        </p:txBody>
      </p:sp>
    </p:spTree>
    <p:extLst>
      <p:ext uri="{BB962C8B-B14F-4D97-AF65-F5344CB8AC3E}">
        <p14:creationId xmlns:p14="http://schemas.microsoft.com/office/powerpoint/2010/main" val="51768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BDBF-8979-DB56-146C-7A022ECDE1A8}"/>
              </a:ext>
            </a:extLst>
          </p:cNvPr>
          <p:cNvSpPr>
            <a:spLocks noGrp="1"/>
          </p:cNvSpPr>
          <p:nvPr>
            <p:ph type="title"/>
          </p:nvPr>
        </p:nvSpPr>
        <p:spPr/>
        <p:txBody>
          <a:bodyPr/>
          <a:lstStyle/>
          <a:p>
            <a:r>
              <a:rPr lang="en-US" noProof="0"/>
              <a:t>Creating a NumPy array</a:t>
            </a:r>
          </a:p>
        </p:txBody>
      </p:sp>
      <p:sp>
        <p:nvSpPr>
          <p:cNvPr id="3" name="Content Placeholder 2">
            <a:extLst>
              <a:ext uri="{FF2B5EF4-FFF2-40B4-BE49-F238E27FC236}">
                <a16:creationId xmlns:a16="http://schemas.microsoft.com/office/drawing/2014/main" id="{90C957B7-F180-59AA-56AD-9F976C900C1A}"/>
              </a:ext>
            </a:extLst>
          </p:cNvPr>
          <p:cNvSpPr>
            <a:spLocks noGrp="1"/>
          </p:cNvSpPr>
          <p:nvPr>
            <p:ph idx="1"/>
          </p:nvPr>
        </p:nvSpPr>
        <p:spPr/>
        <p:txBody>
          <a:bodyPr/>
          <a:lstStyle/>
          <a:p>
            <a:r>
              <a:rPr lang="en-US" noProof="0" dirty="0"/>
              <a:t>Via the function </a:t>
            </a:r>
            <a:r>
              <a:rPr lang="en-US" b="1" noProof="0" dirty="0">
                <a:solidFill>
                  <a:srgbClr val="446785"/>
                </a:solidFill>
              </a:rPr>
              <a:t>array() </a:t>
            </a:r>
            <a:r>
              <a:rPr lang="en-US" noProof="0" dirty="0"/>
              <a:t>you create an array object.</a:t>
            </a:r>
          </a:p>
          <a:p>
            <a:r>
              <a:rPr lang="en-US" noProof="0" dirty="0"/>
              <a:t>The first argument is a list or tuple. The number of elements in this list or tuple determines the </a:t>
            </a:r>
            <a:r>
              <a:rPr lang="en-US" b="1" noProof="0" dirty="0">
                <a:solidFill>
                  <a:srgbClr val="446785"/>
                </a:solidFill>
              </a:rPr>
              <a:t>size</a:t>
            </a:r>
            <a:r>
              <a:rPr lang="en-US" noProof="0" dirty="0"/>
              <a:t> of the array. </a:t>
            </a:r>
          </a:p>
          <a:p>
            <a:r>
              <a:rPr lang="en-US" noProof="0" dirty="0"/>
              <a:t>The second </a:t>
            </a:r>
            <a:r>
              <a:rPr lang="en-US" b="1" noProof="0" dirty="0">
                <a:solidFill>
                  <a:srgbClr val="446785"/>
                </a:solidFill>
              </a:rPr>
              <a:t>optional argument </a:t>
            </a:r>
            <a:r>
              <a:rPr lang="en-US" noProof="0" dirty="0"/>
              <a:t>specifies the </a:t>
            </a:r>
            <a:r>
              <a:rPr lang="en-US" b="1" noProof="0" dirty="0">
                <a:solidFill>
                  <a:srgbClr val="446785"/>
                </a:solidFill>
              </a:rPr>
              <a:t>type</a:t>
            </a:r>
            <a:r>
              <a:rPr lang="en-US" noProof="0" dirty="0"/>
              <a:t> of the elements. </a:t>
            </a:r>
          </a:p>
          <a:p>
            <a:pPr lvl="1"/>
            <a:r>
              <a:rPr lang="en-US" noProof="0" dirty="0"/>
              <a:t>If this argument is not given, Python determines the type itself.</a:t>
            </a:r>
          </a:p>
          <a:p>
            <a:endParaRPr lang="en-US" noProof="0" dirty="0"/>
          </a:p>
        </p:txBody>
      </p:sp>
      <p:sp>
        <p:nvSpPr>
          <p:cNvPr id="4" name="Slide Number Placeholder 3">
            <a:extLst>
              <a:ext uri="{FF2B5EF4-FFF2-40B4-BE49-F238E27FC236}">
                <a16:creationId xmlns:a16="http://schemas.microsoft.com/office/drawing/2014/main" id="{3CAE9703-06D4-509D-DAC2-FB9E0AF3D203}"/>
              </a:ext>
            </a:extLst>
          </p:cNvPr>
          <p:cNvSpPr>
            <a:spLocks noGrp="1"/>
          </p:cNvSpPr>
          <p:nvPr>
            <p:ph type="sldNum" sz="quarter" idx="12"/>
          </p:nvPr>
        </p:nvSpPr>
        <p:spPr/>
        <p:txBody>
          <a:bodyPr/>
          <a:lstStyle/>
          <a:p>
            <a:fld id="{FE1B3154-47D9-4402-8EDB-E791933DC0B9}" type="slidenum">
              <a:rPr lang="nl-BE" smtClean="0"/>
              <a:pPr/>
              <a:t>6</a:t>
            </a:fld>
            <a:endParaRPr lang="nl-BE"/>
          </a:p>
        </p:txBody>
      </p:sp>
      <p:sp>
        <p:nvSpPr>
          <p:cNvPr id="6" name="TextBox 5">
            <a:extLst>
              <a:ext uri="{FF2B5EF4-FFF2-40B4-BE49-F238E27FC236}">
                <a16:creationId xmlns:a16="http://schemas.microsoft.com/office/drawing/2014/main" id="{6F077D19-533A-6DEB-C8DF-AC274FA3D57A}"/>
              </a:ext>
            </a:extLst>
          </p:cNvPr>
          <p:cNvSpPr txBox="1"/>
          <p:nvPr/>
        </p:nvSpPr>
        <p:spPr>
          <a:xfrm>
            <a:off x="864477" y="4220354"/>
            <a:ext cx="6101254" cy="1754326"/>
          </a:xfrm>
          <a:prstGeom prst="rect">
            <a:avLst/>
          </a:prstGeom>
          <a:noFill/>
        </p:spPr>
        <p:txBody>
          <a:bodyPr wrap="square">
            <a:spAutoFit/>
          </a:bodyPr>
          <a:lstStyle/>
          <a:p>
            <a:r>
              <a:rPr lang="en-US" b="0">
                <a:solidFill>
                  <a:srgbClr val="AF00DB"/>
                </a:solidFill>
                <a:effectLst/>
                <a:latin typeface="Consolas" panose="020B0609020204030204" pitchFamily="49" charset="0"/>
              </a:rPr>
              <a:t>import</a:t>
            </a:r>
            <a:r>
              <a:rPr lang="en-US" b="0">
                <a:solidFill>
                  <a:srgbClr val="000000"/>
                </a:solidFill>
                <a:effectLst/>
                <a:latin typeface="Consolas" panose="020B0609020204030204" pitchFamily="49" charset="0"/>
              </a:rPr>
              <a:t> </a:t>
            </a:r>
            <a:r>
              <a:rPr lang="en-US" b="0" err="1">
                <a:solidFill>
                  <a:srgbClr val="000000"/>
                </a:solidFill>
                <a:effectLst/>
                <a:latin typeface="Consolas" panose="020B0609020204030204" pitchFamily="49" charset="0"/>
              </a:rPr>
              <a:t>numpy</a:t>
            </a:r>
            <a:r>
              <a:rPr lang="en-US" b="0">
                <a:solidFill>
                  <a:srgbClr val="000000"/>
                </a:solidFill>
                <a:effectLst/>
                <a:latin typeface="Consolas" panose="020B0609020204030204" pitchFamily="49" charset="0"/>
              </a:rPr>
              <a:t> </a:t>
            </a:r>
            <a:r>
              <a:rPr lang="en-US" b="0">
                <a:solidFill>
                  <a:srgbClr val="AF00DB"/>
                </a:solidFill>
                <a:effectLst/>
                <a:latin typeface="Consolas" panose="020B0609020204030204" pitchFamily="49" charset="0"/>
              </a:rPr>
              <a:t>as</a:t>
            </a:r>
            <a:r>
              <a:rPr lang="en-US" b="0">
                <a:solidFill>
                  <a:srgbClr val="000000"/>
                </a:solidFill>
                <a:effectLst/>
                <a:latin typeface="Consolas" panose="020B0609020204030204" pitchFamily="49" charset="0"/>
              </a:rPr>
              <a:t> </a:t>
            </a:r>
            <a:r>
              <a:rPr lang="en-US" b="0">
                <a:solidFill>
                  <a:srgbClr val="267F99"/>
                </a:solidFill>
                <a:effectLst/>
                <a:latin typeface="Consolas" panose="020B0609020204030204" pitchFamily="49" charset="0"/>
              </a:rPr>
              <a:t>np</a:t>
            </a:r>
            <a:endParaRPr lang="en-US" b="0">
              <a:solidFill>
                <a:srgbClr val="000000"/>
              </a:solidFill>
              <a:effectLst/>
              <a:latin typeface="Consolas" panose="020B0609020204030204" pitchFamily="49" charset="0"/>
            </a:endParaRPr>
          </a:p>
          <a:p>
            <a:r>
              <a:rPr lang="en-US" b="0">
                <a:solidFill>
                  <a:srgbClr val="008000"/>
                </a:solidFill>
                <a:effectLst/>
                <a:latin typeface="Consolas" panose="020B0609020204030204" pitchFamily="49" charset="0"/>
              </a:rPr>
              <a:t># create a 1d array from a list</a:t>
            </a:r>
            <a:br>
              <a:rPr lang="en-US" b="0">
                <a:solidFill>
                  <a:srgbClr val="000000"/>
                </a:solidFill>
                <a:effectLst/>
                <a:latin typeface="Consolas" panose="020B0609020204030204" pitchFamily="49" charset="0"/>
              </a:rPr>
            </a:br>
            <a:r>
              <a:rPr lang="en-US" b="0">
                <a:solidFill>
                  <a:srgbClr val="001080"/>
                </a:solidFill>
                <a:effectLst/>
                <a:latin typeface="Consolas" panose="020B0609020204030204" pitchFamily="49" charset="0"/>
              </a:rPr>
              <a:t>list1</a:t>
            </a:r>
            <a:r>
              <a:rPr lang="en-US" b="0">
                <a:solidFill>
                  <a:srgbClr val="000000"/>
                </a:solidFill>
                <a:effectLst/>
                <a:latin typeface="Consolas" panose="020B0609020204030204" pitchFamily="49" charset="0"/>
              </a:rPr>
              <a:t> = [</a:t>
            </a:r>
            <a:r>
              <a:rPr lang="en-US" b="0">
                <a:solidFill>
                  <a:srgbClr val="098658"/>
                </a:solidFill>
                <a:effectLst/>
                <a:latin typeface="Consolas" panose="020B0609020204030204" pitchFamily="49" charset="0"/>
              </a:rPr>
              <a:t>0</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1</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2</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4</a:t>
            </a:r>
            <a:r>
              <a:rPr lang="en-US" b="0">
                <a:solidFill>
                  <a:srgbClr val="000000"/>
                </a:solidFill>
                <a:effectLst/>
                <a:latin typeface="Consolas" panose="020B0609020204030204" pitchFamily="49" charset="0"/>
              </a:rPr>
              <a:t>]</a:t>
            </a:r>
          </a:p>
          <a:p>
            <a:r>
              <a:rPr lang="en-US" b="0">
                <a:solidFill>
                  <a:srgbClr val="001080"/>
                </a:solidFill>
                <a:effectLst/>
                <a:latin typeface="Consolas" panose="020B0609020204030204" pitchFamily="49" charset="0"/>
              </a:rPr>
              <a:t>arr1d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.array</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list1</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p:txBody>
      </p:sp>
      <p:sp>
        <p:nvSpPr>
          <p:cNvPr id="8" name="TextBox 7">
            <a:extLst>
              <a:ext uri="{FF2B5EF4-FFF2-40B4-BE49-F238E27FC236}">
                <a16:creationId xmlns:a16="http://schemas.microsoft.com/office/drawing/2014/main" id="{29A61B20-6B0F-A132-B416-00F85662CC10}"/>
              </a:ext>
            </a:extLst>
          </p:cNvPr>
          <p:cNvSpPr txBox="1"/>
          <p:nvPr/>
        </p:nvSpPr>
        <p:spPr>
          <a:xfrm>
            <a:off x="864476" y="5530632"/>
            <a:ext cx="8531772" cy="923330"/>
          </a:xfrm>
          <a:prstGeom prst="rect">
            <a:avLst/>
          </a:prstGeom>
          <a:noFill/>
        </p:spPr>
        <p:txBody>
          <a:bodyPr wrap="square">
            <a:spAutoFit/>
          </a:bodyPr>
          <a:lstStyle/>
          <a:p>
            <a:r>
              <a:rPr lang="en-US" b="0">
                <a:solidFill>
                  <a:srgbClr val="008000"/>
                </a:solidFill>
                <a:effectLst/>
                <a:latin typeface="Consolas" panose="020B0609020204030204" pitchFamily="49" charset="0"/>
              </a:rPr>
              <a:t># create a 2d array from a list of lists and datatype float</a:t>
            </a:r>
            <a:endParaRPr lang="en-US" b="0">
              <a:solidFill>
                <a:srgbClr val="000000"/>
              </a:solidFill>
              <a:effectLst/>
              <a:latin typeface="Consolas" panose="020B0609020204030204" pitchFamily="49" charset="0"/>
            </a:endParaRPr>
          </a:p>
          <a:p>
            <a:r>
              <a:rPr lang="en-US" b="0">
                <a:solidFill>
                  <a:srgbClr val="001080"/>
                </a:solidFill>
                <a:effectLst/>
                <a:latin typeface="Consolas" panose="020B0609020204030204" pitchFamily="49" charset="0"/>
              </a:rPr>
              <a:t>list2</a:t>
            </a:r>
            <a:r>
              <a:rPr lang="en-US" b="0">
                <a:solidFill>
                  <a:srgbClr val="000000"/>
                </a:solidFill>
                <a:effectLst/>
                <a:latin typeface="Consolas" panose="020B0609020204030204" pitchFamily="49" charset="0"/>
              </a:rPr>
              <a:t> = [[</a:t>
            </a:r>
            <a:r>
              <a:rPr lang="en-US" b="0">
                <a:solidFill>
                  <a:srgbClr val="098658"/>
                </a:solidFill>
                <a:effectLst/>
                <a:latin typeface="Consolas" panose="020B0609020204030204" pitchFamily="49" charset="0"/>
              </a:rPr>
              <a:t>0</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1</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2</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4</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5</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6</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7</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8</a:t>
            </a:r>
            <a:r>
              <a:rPr lang="en-US" b="0">
                <a:solidFill>
                  <a:srgbClr val="000000"/>
                </a:solidFill>
                <a:effectLst/>
                <a:latin typeface="Consolas" panose="020B0609020204030204" pitchFamily="49" charset="0"/>
              </a:rPr>
              <a:t>]]</a:t>
            </a:r>
            <a:br>
              <a:rPr lang="en-US" b="0">
                <a:solidFill>
                  <a:srgbClr val="000000"/>
                </a:solidFill>
                <a:effectLst/>
                <a:latin typeface="Consolas" panose="020B0609020204030204" pitchFamily="49" charset="0"/>
              </a:rPr>
            </a:br>
            <a:r>
              <a:rPr lang="en-US" b="0">
                <a:solidFill>
                  <a:srgbClr val="001080"/>
                </a:solidFill>
                <a:effectLst/>
                <a:latin typeface="Consolas" panose="020B0609020204030204" pitchFamily="49" charset="0"/>
              </a:rPr>
              <a:t>arr2d</a:t>
            </a:r>
            <a:r>
              <a:rPr lang="en-US" b="0">
                <a:solidFill>
                  <a:srgbClr val="000000"/>
                </a:solidFill>
                <a:effectLst/>
                <a:latin typeface="Consolas" panose="020B0609020204030204" pitchFamily="49" charset="0"/>
              </a:rPr>
              <a:t>_</a:t>
            </a:r>
            <a:r>
              <a:rPr lang="en-US">
                <a:solidFill>
                  <a:srgbClr val="001080"/>
                </a:solidFill>
                <a:latin typeface="Consolas" panose="020B0609020204030204" pitchFamily="49" charset="0"/>
              </a:rPr>
              <a:t>float</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.array</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list2</a:t>
            </a:r>
            <a:r>
              <a:rPr lang="en-US" b="0">
                <a:solidFill>
                  <a:srgbClr val="000000"/>
                </a:solidFill>
                <a:effectLst/>
                <a:latin typeface="Consolas" panose="020B0609020204030204" pitchFamily="49" charset="0"/>
              </a:rPr>
              <a:t>, </a:t>
            </a:r>
            <a:r>
              <a:rPr lang="en-US" b="0" err="1">
                <a:solidFill>
                  <a:srgbClr val="001080"/>
                </a:solidFill>
                <a:effectLst/>
                <a:latin typeface="Consolas" panose="020B0609020204030204" pitchFamily="49" charset="0"/>
              </a:rPr>
              <a:t>dtype</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'float'</a:t>
            </a:r>
            <a:r>
              <a:rPr lang="en-US" b="0">
                <a:solidFill>
                  <a:srgbClr val="000000"/>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F21113B0-CBD5-6A95-EFD1-708C7646E954}"/>
              </a:ext>
            </a:extLst>
          </p:cNvPr>
          <p:cNvPicPr>
            <a:picLocks noChangeAspect="1"/>
          </p:cNvPicPr>
          <p:nvPr/>
        </p:nvPicPr>
        <p:blipFill>
          <a:blip r:embed="rId3"/>
          <a:stretch>
            <a:fillRect/>
          </a:stretch>
        </p:blipFill>
        <p:spPr>
          <a:xfrm>
            <a:off x="5130362" y="4395237"/>
            <a:ext cx="3200846" cy="650172"/>
          </a:xfrm>
          <a:prstGeom prst="rect">
            <a:avLst/>
          </a:prstGeom>
          <a:ln>
            <a:solidFill>
              <a:schemeClr val="tx1"/>
            </a:solidFill>
          </a:ln>
        </p:spPr>
      </p:pic>
      <p:pic>
        <p:nvPicPr>
          <p:cNvPr id="10" name="Picture 9">
            <a:extLst>
              <a:ext uri="{FF2B5EF4-FFF2-40B4-BE49-F238E27FC236}">
                <a16:creationId xmlns:a16="http://schemas.microsoft.com/office/drawing/2014/main" id="{74B16866-9842-CFF9-ED9B-04B5F041E5ED}"/>
              </a:ext>
            </a:extLst>
          </p:cNvPr>
          <p:cNvPicPr>
            <a:picLocks noChangeAspect="1"/>
          </p:cNvPicPr>
          <p:nvPr/>
        </p:nvPicPr>
        <p:blipFill>
          <a:blip r:embed="rId4"/>
          <a:stretch>
            <a:fillRect/>
          </a:stretch>
        </p:blipFill>
        <p:spPr>
          <a:xfrm>
            <a:off x="8589428" y="5462416"/>
            <a:ext cx="3100820" cy="1233659"/>
          </a:xfrm>
          <a:prstGeom prst="rect">
            <a:avLst/>
          </a:prstGeom>
          <a:ln>
            <a:solidFill>
              <a:schemeClr val="tx1"/>
            </a:solidFill>
          </a:ln>
        </p:spPr>
      </p:pic>
    </p:spTree>
    <p:extLst>
      <p:ext uri="{BB962C8B-B14F-4D97-AF65-F5344CB8AC3E}">
        <p14:creationId xmlns:p14="http://schemas.microsoft.com/office/powerpoint/2010/main" val="1786842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2CDD0-39E8-2F53-E2F2-6475B4821C36}"/>
              </a:ext>
            </a:extLst>
          </p:cNvPr>
          <p:cNvSpPr>
            <a:spLocks noGrp="1"/>
          </p:cNvSpPr>
          <p:nvPr>
            <p:ph type="title"/>
          </p:nvPr>
        </p:nvSpPr>
        <p:spPr/>
        <p:txBody>
          <a:bodyPr/>
          <a:lstStyle/>
          <a:p>
            <a:r>
              <a:rPr lang="en-US" noProof="0"/>
              <a:t>Creating a NumPy array</a:t>
            </a:r>
          </a:p>
        </p:txBody>
      </p:sp>
      <p:sp>
        <p:nvSpPr>
          <p:cNvPr id="3" name="Content Placeholder 2">
            <a:extLst>
              <a:ext uri="{FF2B5EF4-FFF2-40B4-BE49-F238E27FC236}">
                <a16:creationId xmlns:a16="http://schemas.microsoft.com/office/drawing/2014/main" id="{70DD6E5B-444B-9EED-E861-05E3BEF8204A}"/>
              </a:ext>
            </a:extLst>
          </p:cNvPr>
          <p:cNvSpPr>
            <a:spLocks noGrp="1"/>
          </p:cNvSpPr>
          <p:nvPr>
            <p:ph idx="1"/>
          </p:nvPr>
        </p:nvSpPr>
        <p:spPr/>
        <p:txBody>
          <a:bodyPr/>
          <a:lstStyle/>
          <a:p>
            <a:r>
              <a:rPr lang="en-US" noProof="0"/>
              <a:t>With the np methods ones(), zeros(), full(), </a:t>
            </a:r>
            <a:r>
              <a:rPr lang="en-US" noProof="0" err="1"/>
              <a:t>random.random</a:t>
            </a:r>
            <a:r>
              <a:rPr lang="en-US" noProof="0"/>
              <a:t>() an array of desired shape with initialized values can be created</a:t>
            </a:r>
          </a:p>
        </p:txBody>
      </p:sp>
      <p:sp>
        <p:nvSpPr>
          <p:cNvPr id="4" name="Slide Number Placeholder 3">
            <a:extLst>
              <a:ext uri="{FF2B5EF4-FFF2-40B4-BE49-F238E27FC236}">
                <a16:creationId xmlns:a16="http://schemas.microsoft.com/office/drawing/2014/main" id="{F479A364-37E7-AD3E-38EE-BFF8B2AA7DFD}"/>
              </a:ext>
            </a:extLst>
          </p:cNvPr>
          <p:cNvSpPr>
            <a:spLocks noGrp="1"/>
          </p:cNvSpPr>
          <p:nvPr>
            <p:ph type="sldNum" sz="quarter" idx="12"/>
          </p:nvPr>
        </p:nvSpPr>
        <p:spPr/>
        <p:txBody>
          <a:bodyPr/>
          <a:lstStyle/>
          <a:p>
            <a:fld id="{FE1B3154-47D9-4402-8EDB-E791933DC0B9}" type="slidenum">
              <a:rPr lang="nl-BE" smtClean="0"/>
              <a:pPr/>
              <a:t>7</a:t>
            </a:fld>
            <a:endParaRPr lang="nl-BE"/>
          </a:p>
        </p:txBody>
      </p:sp>
      <p:pic>
        <p:nvPicPr>
          <p:cNvPr id="6" name="Picture 5">
            <a:extLst>
              <a:ext uri="{FF2B5EF4-FFF2-40B4-BE49-F238E27FC236}">
                <a16:creationId xmlns:a16="http://schemas.microsoft.com/office/drawing/2014/main" id="{262A3765-4E24-CFBA-EEA2-9810A6709F63}"/>
              </a:ext>
            </a:extLst>
          </p:cNvPr>
          <p:cNvPicPr>
            <a:picLocks noChangeAspect="1"/>
          </p:cNvPicPr>
          <p:nvPr/>
        </p:nvPicPr>
        <p:blipFill>
          <a:blip r:embed="rId3"/>
          <a:stretch>
            <a:fillRect/>
          </a:stretch>
        </p:blipFill>
        <p:spPr>
          <a:xfrm>
            <a:off x="979445" y="2542762"/>
            <a:ext cx="9239730" cy="2221277"/>
          </a:xfrm>
          <a:prstGeom prst="rect">
            <a:avLst/>
          </a:prstGeom>
        </p:spPr>
      </p:pic>
      <p:pic>
        <p:nvPicPr>
          <p:cNvPr id="8" name="Picture 7">
            <a:extLst>
              <a:ext uri="{FF2B5EF4-FFF2-40B4-BE49-F238E27FC236}">
                <a16:creationId xmlns:a16="http://schemas.microsoft.com/office/drawing/2014/main" id="{EFB16F63-40B6-D395-FBD9-8760E11D7378}"/>
              </a:ext>
            </a:extLst>
          </p:cNvPr>
          <p:cNvPicPr>
            <a:picLocks noChangeAspect="1"/>
          </p:cNvPicPr>
          <p:nvPr/>
        </p:nvPicPr>
        <p:blipFill rotWithShape="1">
          <a:blip r:embed="rId3"/>
          <a:srcRect l="47346" r="39060"/>
          <a:stretch/>
        </p:blipFill>
        <p:spPr>
          <a:xfrm>
            <a:off x="5350279" y="4500198"/>
            <a:ext cx="1256044" cy="2221277"/>
          </a:xfrm>
          <a:prstGeom prst="rect">
            <a:avLst/>
          </a:prstGeom>
        </p:spPr>
      </p:pic>
      <p:grpSp>
        <p:nvGrpSpPr>
          <p:cNvPr id="19" name="Group 18">
            <a:extLst>
              <a:ext uri="{FF2B5EF4-FFF2-40B4-BE49-F238E27FC236}">
                <a16:creationId xmlns:a16="http://schemas.microsoft.com/office/drawing/2014/main" id="{747B0BE8-DDCC-9E39-4803-9B362FF8A956}"/>
              </a:ext>
            </a:extLst>
          </p:cNvPr>
          <p:cNvGrpSpPr/>
          <p:nvPr/>
        </p:nvGrpSpPr>
        <p:grpSpPr>
          <a:xfrm>
            <a:off x="4069079" y="5098496"/>
            <a:ext cx="2386383" cy="1247032"/>
            <a:chOff x="4069079" y="5098496"/>
            <a:chExt cx="2386383" cy="1247032"/>
          </a:xfrm>
        </p:grpSpPr>
        <p:sp>
          <p:nvSpPr>
            <p:cNvPr id="9" name="TextBox 8">
              <a:extLst>
                <a:ext uri="{FF2B5EF4-FFF2-40B4-BE49-F238E27FC236}">
                  <a16:creationId xmlns:a16="http://schemas.microsoft.com/office/drawing/2014/main" id="{6B464725-277F-D429-4867-8C445836A754}"/>
                </a:ext>
              </a:extLst>
            </p:cNvPr>
            <p:cNvSpPr txBox="1"/>
            <p:nvPr/>
          </p:nvSpPr>
          <p:spPr>
            <a:xfrm>
              <a:off x="4069079" y="5536390"/>
              <a:ext cx="1391728" cy="338554"/>
            </a:xfrm>
            <a:prstGeom prst="rect">
              <a:avLst/>
            </a:prstGeom>
            <a:noFill/>
          </p:spPr>
          <p:txBody>
            <a:bodyPr wrap="none" rtlCol="0">
              <a:spAutoFit/>
            </a:bodyPr>
            <a:lstStyle/>
            <a:p>
              <a:r>
                <a:rPr lang="nl-BE" sz="1600" b="1" err="1"/>
                <a:t>np</a:t>
              </a:r>
              <a:r>
                <a:rPr lang="nl-BE" sz="1600" err="1"/>
                <a:t>.</a:t>
              </a:r>
              <a:r>
                <a:rPr lang="nl-BE" sz="1600" b="1" err="1">
                  <a:solidFill>
                    <a:srgbClr val="EF7A48"/>
                  </a:solidFill>
                </a:rPr>
                <a:t>full</a:t>
              </a:r>
              <a:r>
                <a:rPr lang="nl-BE" sz="1600"/>
                <a:t>((</a:t>
              </a:r>
              <a:r>
                <a:rPr lang="nl-BE" sz="1600" b="1">
                  <a:solidFill>
                    <a:srgbClr val="E76B95"/>
                  </a:solidFill>
                </a:rPr>
                <a:t>3</a:t>
              </a:r>
              <a:r>
                <a:rPr lang="nl-BE" sz="1600" b="1"/>
                <a:t>,</a:t>
              </a:r>
              <a:r>
                <a:rPr lang="nl-BE" sz="1600" b="1">
                  <a:solidFill>
                    <a:srgbClr val="53998E"/>
                  </a:solidFill>
                </a:rPr>
                <a:t>2</a:t>
              </a:r>
              <a:r>
                <a:rPr lang="nl-BE" sz="1600"/>
                <a:t>),</a:t>
              </a:r>
              <a:r>
                <a:rPr lang="nl-BE" sz="1600" b="1"/>
                <a:t>6</a:t>
              </a:r>
              <a:r>
                <a:rPr lang="nl-BE" sz="1600"/>
                <a:t>)</a:t>
              </a:r>
            </a:p>
          </p:txBody>
        </p:sp>
        <p:sp>
          <p:nvSpPr>
            <p:cNvPr id="10" name="TextBox 9">
              <a:extLst>
                <a:ext uri="{FF2B5EF4-FFF2-40B4-BE49-F238E27FC236}">
                  <a16:creationId xmlns:a16="http://schemas.microsoft.com/office/drawing/2014/main" id="{A1349306-0D29-FC7B-5A96-D86A421E1392}"/>
                </a:ext>
              </a:extLst>
            </p:cNvPr>
            <p:cNvSpPr txBox="1"/>
            <p:nvPr/>
          </p:nvSpPr>
          <p:spPr>
            <a:xfrm>
              <a:off x="5863952" y="5098496"/>
              <a:ext cx="208602" cy="369332"/>
            </a:xfrm>
            <a:prstGeom prst="rect">
              <a:avLst/>
            </a:prstGeom>
            <a:solidFill>
              <a:srgbClr val="FCE5BF"/>
            </a:solidFill>
          </p:spPr>
          <p:txBody>
            <a:bodyPr wrap="square" rtlCol="0">
              <a:spAutoFit/>
            </a:bodyPr>
            <a:lstStyle/>
            <a:p>
              <a:r>
                <a:rPr lang="nl-BE"/>
                <a:t>6</a:t>
              </a:r>
            </a:p>
          </p:txBody>
        </p:sp>
        <p:sp>
          <p:nvSpPr>
            <p:cNvPr id="14" name="TextBox 13">
              <a:extLst>
                <a:ext uri="{FF2B5EF4-FFF2-40B4-BE49-F238E27FC236}">
                  <a16:creationId xmlns:a16="http://schemas.microsoft.com/office/drawing/2014/main" id="{6518A0EE-794F-EABB-1C57-D37E0B699BF9}"/>
                </a:ext>
              </a:extLst>
            </p:cNvPr>
            <p:cNvSpPr txBox="1"/>
            <p:nvPr/>
          </p:nvSpPr>
          <p:spPr>
            <a:xfrm>
              <a:off x="6246860" y="5542204"/>
              <a:ext cx="208602" cy="369332"/>
            </a:xfrm>
            <a:prstGeom prst="rect">
              <a:avLst/>
            </a:prstGeom>
            <a:solidFill>
              <a:srgbClr val="FCE5BF"/>
            </a:solidFill>
          </p:spPr>
          <p:txBody>
            <a:bodyPr wrap="square" rtlCol="0">
              <a:spAutoFit/>
            </a:bodyPr>
            <a:lstStyle/>
            <a:p>
              <a:r>
                <a:rPr lang="nl-BE"/>
                <a:t>6</a:t>
              </a:r>
            </a:p>
          </p:txBody>
        </p:sp>
        <p:sp>
          <p:nvSpPr>
            <p:cNvPr id="15" name="TextBox 14">
              <a:extLst>
                <a:ext uri="{FF2B5EF4-FFF2-40B4-BE49-F238E27FC236}">
                  <a16:creationId xmlns:a16="http://schemas.microsoft.com/office/drawing/2014/main" id="{4EA24E2C-F85C-EBA6-69F3-C5A014757AA3}"/>
                </a:ext>
              </a:extLst>
            </p:cNvPr>
            <p:cNvSpPr txBox="1"/>
            <p:nvPr/>
          </p:nvSpPr>
          <p:spPr>
            <a:xfrm>
              <a:off x="6246860" y="5098496"/>
              <a:ext cx="208602" cy="369332"/>
            </a:xfrm>
            <a:prstGeom prst="rect">
              <a:avLst/>
            </a:prstGeom>
            <a:solidFill>
              <a:srgbClr val="FCE5BF"/>
            </a:solidFill>
          </p:spPr>
          <p:txBody>
            <a:bodyPr wrap="square" rtlCol="0">
              <a:spAutoFit/>
            </a:bodyPr>
            <a:lstStyle/>
            <a:p>
              <a:r>
                <a:rPr lang="nl-BE"/>
                <a:t>6</a:t>
              </a:r>
            </a:p>
          </p:txBody>
        </p:sp>
        <p:sp>
          <p:nvSpPr>
            <p:cNvPr id="16" name="TextBox 15">
              <a:extLst>
                <a:ext uri="{FF2B5EF4-FFF2-40B4-BE49-F238E27FC236}">
                  <a16:creationId xmlns:a16="http://schemas.microsoft.com/office/drawing/2014/main" id="{6C43F337-4B7B-01B3-A515-6298D83B414A}"/>
                </a:ext>
              </a:extLst>
            </p:cNvPr>
            <p:cNvSpPr txBox="1"/>
            <p:nvPr/>
          </p:nvSpPr>
          <p:spPr>
            <a:xfrm>
              <a:off x="5844160" y="5535465"/>
              <a:ext cx="208602" cy="369332"/>
            </a:xfrm>
            <a:prstGeom prst="rect">
              <a:avLst/>
            </a:prstGeom>
            <a:solidFill>
              <a:srgbClr val="FCE5BF"/>
            </a:solidFill>
          </p:spPr>
          <p:txBody>
            <a:bodyPr wrap="square" rtlCol="0">
              <a:spAutoFit/>
            </a:bodyPr>
            <a:lstStyle/>
            <a:p>
              <a:r>
                <a:rPr lang="nl-BE"/>
                <a:t>6</a:t>
              </a:r>
            </a:p>
          </p:txBody>
        </p:sp>
        <p:sp>
          <p:nvSpPr>
            <p:cNvPr id="17" name="TextBox 16">
              <a:extLst>
                <a:ext uri="{FF2B5EF4-FFF2-40B4-BE49-F238E27FC236}">
                  <a16:creationId xmlns:a16="http://schemas.microsoft.com/office/drawing/2014/main" id="{A50DF00D-81C8-A5C4-3338-AD4D98D3F8FA}"/>
                </a:ext>
              </a:extLst>
            </p:cNvPr>
            <p:cNvSpPr txBox="1"/>
            <p:nvPr/>
          </p:nvSpPr>
          <p:spPr>
            <a:xfrm>
              <a:off x="6246860" y="5976196"/>
              <a:ext cx="208602" cy="369332"/>
            </a:xfrm>
            <a:prstGeom prst="rect">
              <a:avLst/>
            </a:prstGeom>
            <a:solidFill>
              <a:srgbClr val="FCE5BF"/>
            </a:solidFill>
          </p:spPr>
          <p:txBody>
            <a:bodyPr wrap="square" rtlCol="0">
              <a:spAutoFit/>
            </a:bodyPr>
            <a:lstStyle/>
            <a:p>
              <a:r>
                <a:rPr lang="nl-BE"/>
                <a:t>6</a:t>
              </a:r>
            </a:p>
          </p:txBody>
        </p:sp>
        <p:sp>
          <p:nvSpPr>
            <p:cNvPr id="18" name="TextBox 17">
              <a:extLst>
                <a:ext uri="{FF2B5EF4-FFF2-40B4-BE49-F238E27FC236}">
                  <a16:creationId xmlns:a16="http://schemas.microsoft.com/office/drawing/2014/main" id="{CED652BD-30C5-96EE-A652-95B528DA0ADA}"/>
                </a:ext>
              </a:extLst>
            </p:cNvPr>
            <p:cNvSpPr txBox="1"/>
            <p:nvPr/>
          </p:nvSpPr>
          <p:spPr>
            <a:xfrm>
              <a:off x="5860774" y="5972434"/>
              <a:ext cx="208602" cy="369332"/>
            </a:xfrm>
            <a:prstGeom prst="rect">
              <a:avLst/>
            </a:prstGeom>
            <a:solidFill>
              <a:srgbClr val="FCE5BF"/>
            </a:solidFill>
          </p:spPr>
          <p:txBody>
            <a:bodyPr wrap="square" rtlCol="0">
              <a:spAutoFit/>
            </a:bodyPr>
            <a:lstStyle/>
            <a:p>
              <a:r>
                <a:rPr lang="nl-BE"/>
                <a:t>6</a:t>
              </a:r>
            </a:p>
          </p:txBody>
        </p:sp>
      </p:grpSp>
    </p:spTree>
    <p:extLst>
      <p:ext uri="{BB962C8B-B14F-4D97-AF65-F5344CB8AC3E}">
        <p14:creationId xmlns:p14="http://schemas.microsoft.com/office/powerpoint/2010/main" val="3677676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DFAEE-44B0-8E91-32ED-4DA4CCFB35B5}"/>
              </a:ext>
            </a:extLst>
          </p:cNvPr>
          <p:cNvSpPr>
            <a:spLocks noGrp="1"/>
          </p:cNvSpPr>
          <p:nvPr>
            <p:ph type="title"/>
          </p:nvPr>
        </p:nvSpPr>
        <p:spPr/>
        <p:txBody>
          <a:bodyPr/>
          <a:lstStyle/>
          <a:p>
            <a:r>
              <a:rPr lang="en-US" noProof="0"/>
              <a:t>Creating a NumPy array</a:t>
            </a:r>
          </a:p>
        </p:txBody>
      </p:sp>
      <p:sp>
        <p:nvSpPr>
          <p:cNvPr id="3" name="Content Placeholder 2">
            <a:extLst>
              <a:ext uri="{FF2B5EF4-FFF2-40B4-BE49-F238E27FC236}">
                <a16:creationId xmlns:a16="http://schemas.microsoft.com/office/drawing/2014/main" id="{2A2BE2FE-D216-0578-E16A-823BB210F53A}"/>
              </a:ext>
            </a:extLst>
          </p:cNvPr>
          <p:cNvSpPr>
            <a:spLocks noGrp="1"/>
          </p:cNvSpPr>
          <p:nvPr>
            <p:ph idx="1"/>
          </p:nvPr>
        </p:nvSpPr>
        <p:spPr/>
        <p:txBody>
          <a:bodyPr/>
          <a:lstStyle/>
          <a:p>
            <a:r>
              <a:rPr lang="en-US" noProof="0"/>
              <a:t>With the np method arrange() a sequence of numbers can be handled as a 1-dimensional array</a:t>
            </a:r>
          </a:p>
        </p:txBody>
      </p:sp>
      <p:sp>
        <p:nvSpPr>
          <p:cNvPr id="4" name="Slide Number Placeholder 3">
            <a:extLst>
              <a:ext uri="{FF2B5EF4-FFF2-40B4-BE49-F238E27FC236}">
                <a16:creationId xmlns:a16="http://schemas.microsoft.com/office/drawing/2014/main" id="{722DF728-F5A4-22D2-8116-E02D114C1273}"/>
              </a:ext>
            </a:extLst>
          </p:cNvPr>
          <p:cNvSpPr>
            <a:spLocks noGrp="1"/>
          </p:cNvSpPr>
          <p:nvPr>
            <p:ph type="sldNum" sz="quarter" idx="12"/>
          </p:nvPr>
        </p:nvSpPr>
        <p:spPr/>
        <p:txBody>
          <a:bodyPr/>
          <a:lstStyle/>
          <a:p>
            <a:fld id="{FE1B3154-47D9-4402-8EDB-E791933DC0B9}" type="slidenum">
              <a:rPr lang="nl-BE" smtClean="0"/>
              <a:pPr/>
              <a:t>8</a:t>
            </a:fld>
            <a:endParaRPr lang="nl-BE"/>
          </a:p>
        </p:txBody>
      </p:sp>
      <p:pic>
        <p:nvPicPr>
          <p:cNvPr id="5" name="Picture 4">
            <a:extLst>
              <a:ext uri="{FF2B5EF4-FFF2-40B4-BE49-F238E27FC236}">
                <a16:creationId xmlns:a16="http://schemas.microsoft.com/office/drawing/2014/main" id="{36C9D5BE-F4F0-7613-F813-F021AFCCD1C9}"/>
              </a:ext>
            </a:extLst>
          </p:cNvPr>
          <p:cNvPicPr>
            <a:picLocks noChangeAspect="1"/>
          </p:cNvPicPr>
          <p:nvPr/>
        </p:nvPicPr>
        <p:blipFill>
          <a:blip r:embed="rId2"/>
          <a:stretch>
            <a:fillRect/>
          </a:stretch>
        </p:blipFill>
        <p:spPr>
          <a:xfrm>
            <a:off x="1678862" y="3021067"/>
            <a:ext cx="7972425" cy="2476500"/>
          </a:xfrm>
          <a:prstGeom prst="rect">
            <a:avLst/>
          </a:prstGeom>
        </p:spPr>
      </p:pic>
    </p:spTree>
    <p:extLst>
      <p:ext uri="{BB962C8B-B14F-4D97-AF65-F5344CB8AC3E}">
        <p14:creationId xmlns:p14="http://schemas.microsoft.com/office/powerpoint/2010/main" val="11781419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2A43-2B58-41E3-DC9A-87CA6086AD51}"/>
              </a:ext>
            </a:extLst>
          </p:cNvPr>
          <p:cNvSpPr>
            <a:spLocks noGrp="1"/>
          </p:cNvSpPr>
          <p:nvPr>
            <p:ph type="title"/>
          </p:nvPr>
        </p:nvSpPr>
        <p:spPr/>
        <p:txBody>
          <a:bodyPr/>
          <a:lstStyle/>
          <a:p>
            <a:r>
              <a:rPr lang="en-US" noProof="0"/>
              <a:t>Properties of a NumPy array</a:t>
            </a:r>
          </a:p>
        </p:txBody>
      </p:sp>
      <p:sp>
        <p:nvSpPr>
          <p:cNvPr id="4" name="Slide Number Placeholder 3">
            <a:extLst>
              <a:ext uri="{FF2B5EF4-FFF2-40B4-BE49-F238E27FC236}">
                <a16:creationId xmlns:a16="http://schemas.microsoft.com/office/drawing/2014/main" id="{2A178BFC-21B5-62C0-5735-8F9B71756972}"/>
              </a:ext>
            </a:extLst>
          </p:cNvPr>
          <p:cNvSpPr>
            <a:spLocks noGrp="1"/>
          </p:cNvSpPr>
          <p:nvPr>
            <p:ph type="sldNum" sz="quarter" idx="12"/>
          </p:nvPr>
        </p:nvSpPr>
        <p:spPr/>
        <p:txBody>
          <a:bodyPr/>
          <a:lstStyle/>
          <a:p>
            <a:fld id="{FE1B3154-47D9-4402-8EDB-E791933DC0B9}" type="slidenum">
              <a:rPr lang="nl-BE" smtClean="0"/>
              <a:pPr/>
              <a:t>9</a:t>
            </a:fld>
            <a:endParaRPr lang="nl-BE"/>
          </a:p>
        </p:txBody>
      </p:sp>
      <p:graphicFrame>
        <p:nvGraphicFramePr>
          <p:cNvPr id="8" name="Table 5">
            <a:extLst>
              <a:ext uri="{FF2B5EF4-FFF2-40B4-BE49-F238E27FC236}">
                <a16:creationId xmlns:a16="http://schemas.microsoft.com/office/drawing/2014/main" id="{5594955D-3D5D-2A67-B3CA-5F40788D3532}"/>
              </a:ext>
            </a:extLst>
          </p:cNvPr>
          <p:cNvGraphicFramePr>
            <a:graphicFrameLocks/>
          </p:cNvGraphicFramePr>
          <p:nvPr>
            <p:extLst>
              <p:ext uri="{D42A27DB-BD31-4B8C-83A1-F6EECF244321}">
                <p14:modId xmlns:p14="http://schemas.microsoft.com/office/powerpoint/2010/main" val="2376962067"/>
              </p:ext>
            </p:extLst>
          </p:nvPr>
        </p:nvGraphicFramePr>
        <p:xfrm>
          <a:off x="4998058" y="2417147"/>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tc>
                <a:tc>
                  <a:txBody>
                    <a:bodyPr/>
                    <a:lstStyle/>
                    <a:p>
                      <a:pPr algn="ctr"/>
                      <a:r>
                        <a:rPr lang="en-US" sz="3200"/>
                        <a:t>2</a:t>
                      </a:r>
                    </a:p>
                  </a:txBody>
                  <a:tcPr/>
                </a:tc>
                <a:tc>
                  <a:txBody>
                    <a:bodyPr/>
                    <a:lstStyle/>
                    <a:p>
                      <a:pPr algn="ctr"/>
                      <a:r>
                        <a:rPr lang="en-US" sz="3200"/>
                        <a:t>3</a:t>
                      </a:r>
                    </a:p>
                  </a:txBody>
                  <a:tcPr/>
                </a:tc>
                <a:extLst>
                  <a:ext uri="{0D108BD9-81ED-4DB2-BD59-A6C34878D82A}">
                    <a16:rowId xmlns:a16="http://schemas.microsoft.com/office/drawing/2014/main" val="2144062658"/>
                  </a:ext>
                </a:extLst>
              </a:tr>
              <a:tr h="0">
                <a:tc>
                  <a:txBody>
                    <a:bodyPr/>
                    <a:lstStyle/>
                    <a:p>
                      <a:pPr algn="ctr"/>
                      <a:r>
                        <a:rPr lang="en-US" sz="3200"/>
                        <a:t>4</a:t>
                      </a:r>
                    </a:p>
                  </a:txBody>
                  <a:tcPr/>
                </a:tc>
                <a:tc>
                  <a:txBody>
                    <a:bodyPr/>
                    <a:lstStyle/>
                    <a:p>
                      <a:pPr algn="ctr"/>
                      <a:r>
                        <a:rPr lang="en-US" sz="3200"/>
                        <a:t>5</a:t>
                      </a:r>
                    </a:p>
                  </a:txBody>
                  <a:tcPr/>
                </a:tc>
                <a:tc>
                  <a:txBody>
                    <a:bodyPr/>
                    <a:lstStyle/>
                    <a:p>
                      <a:pPr algn="ctr"/>
                      <a:r>
                        <a:rPr lang="en-US" sz="3200"/>
                        <a:t>6</a:t>
                      </a:r>
                    </a:p>
                  </a:txBody>
                  <a:tcPr/>
                </a:tc>
                <a:extLst>
                  <a:ext uri="{0D108BD9-81ED-4DB2-BD59-A6C34878D82A}">
                    <a16:rowId xmlns:a16="http://schemas.microsoft.com/office/drawing/2014/main" val="1070387239"/>
                  </a:ext>
                </a:extLst>
              </a:tr>
              <a:tr h="0">
                <a:tc>
                  <a:txBody>
                    <a:bodyPr/>
                    <a:lstStyle/>
                    <a:p>
                      <a:pPr algn="ctr"/>
                      <a:r>
                        <a:rPr lang="en-US" sz="3200"/>
                        <a:t>7</a:t>
                      </a:r>
                    </a:p>
                  </a:txBody>
                  <a:tcPr/>
                </a:tc>
                <a:tc>
                  <a:txBody>
                    <a:bodyPr/>
                    <a:lstStyle/>
                    <a:p>
                      <a:pPr algn="ctr"/>
                      <a:r>
                        <a:rPr lang="en-US" sz="3200"/>
                        <a:t>8</a:t>
                      </a:r>
                    </a:p>
                  </a:txBody>
                  <a:tcPr/>
                </a:tc>
                <a:tc>
                  <a:txBody>
                    <a:bodyPr/>
                    <a:lstStyle/>
                    <a:p>
                      <a:pPr algn="ctr"/>
                      <a:r>
                        <a:rPr lang="en-US" sz="3200"/>
                        <a:t>9</a:t>
                      </a:r>
                    </a:p>
                  </a:txBody>
                  <a:tcPr/>
                </a:tc>
                <a:extLst>
                  <a:ext uri="{0D108BD9-81ED-4DB2-BD59-A6C34878D82A}">
                    <a16:rowId xmlns:a16="http://schemas.microsoft.com/office/drawing/2014/main" val="2802962279"/>
                  </a:ext>
                </a:extLst>
              </a:tr>
              <a:tr h="0">
                <a:tc>
                  <a:txBody>
                    <a:bodyPr/>
                    <a:lstStyle/>
                    <a:p>
                      <a:pPr algn="ctr"/>
                      <a:r>
                        <a:rPr lang="en-US" sz="3200"/>
                        <a:t>10</a:t>
                      </a:r>
                    </a:p>
                  </a:txBody>
                  <a:tcPr/>
                </a:tc>
                <a:tc>
                  <a:txBody>
                    <a:bodyPr/>
                    <a:lstStyle/>
                    <a:p>
                      <a:pPr algn="ctr"/>
                      <a:r>
                        <a:rPr lang="en-US" sz="3200"/>
                        <a:t>11</a:t>
                      </a:r>
                    </a:p>
                  </a:txBody>
                  <a:tcPr/>
                </a:tc>
                <a:tc>
                  <a:txBody>
                    <a:bodyPr/>
                    <a:lstStyle/>
                    <a:p>
                      <a:pPr algn="ctr"/>
                      <a:r>
                        <a:rPr lang="en-US" sz="3200"/>
                        <a:t>12</a:t>
                      </a:r>
                    </a:p>
                  </a:txBody>
                  <a:tcPr/>
                </a:tc>
                <a:extLst>
                  <a:ext uri="{0D108BD9-81ED-4DB2-BD59-A6C34878D82A}">
                    <a16:rowId xmlns:a16="http://schemas.microsoft.com/office/drawing/2014/main" val="1884871092"/>
                  </a:ext>
                </a:extLst>
              </a:tr>
            </a:tbl>
          </a:graphicData>
        </a:graphic>
      </p:graphicFrame>
      <p:sp>
        <p:nvSpPr>
          <p:cNvPr id="9" name="TextBox 8">
            <a:extLst>
              <a:ext uri="{FF2B5EF4-FFF2-40B4-BE49-F238E27FC236}">
                <a16:creationId xmlns:a16="http://schemas.microsoft.com/office/drawing/2014/main" id="{CDE0AFF7-5B64-C7E7-77F3-7540BB303362}"/>
              </a:ext>
            </a:extLst>
          </p:cNvPr>
          <p:cNvSpPr txBox="1"/>
          <p:nvPr/>
        </p:nvSpPr>
        <p:spPr>
          <a:xfrm>
            <a:off x="968816" y="2231936"/>
            <a:ext cx="2443298" cy="3539430"/>
          </a:xfrm>
          <a:prstGeom prst="rect">
            <a:avLst/>
          </a:prstGeom>
          <a:noFill/>
        </p:spPr>
        <p:txBody>
          <a:bodyPr wrap="none" rtlCol="0">
            <a:spAutoFit/>
          </a:bodyPr>
          <a:lstStyle/>
          <a:p>
            <a:r>
              <a:rPr lang="en-US" sz="3200"/>
              <a:t>.</a:t>
            </a:r>
            <a:r>
              <a:rPr lang="en-US" sz="3200" err="1"/>
              <a:t>ndim</a:t>
            </a:r>
            <a:r>
              <a:rPr lang="en-US" sz="3200"/>
              <a:t> = 2</a:t>
            </a:r>
            <a:br>
              <a:rPr lang="en-US" sz="3200"/>
            </a:br>
            <a:endParaRPr lang="en-US" sz="3200"/>
          </a:p>
          <a:p>
            <a:r>
              <a:rPr lang="en-US" sz="3200"/>
              <a:t>.shape = (</a:t>
            </a:r>
            <a:r>
              <a:rPr lang="en-US" sz="3200">
                <a:solidFill>
                  <a:srgbClr val="4584B6"/>
                </a:solidFill>
              </a:rPr>
              <a:t>4</a:t>
            </a:r>
            <a:r>
              <a:rPr lang="en-US" sz="3200"/>
              <a:t>,</a:t>
            </a:r>
            <a:r>
              <a:rPr lang="en-US" sz="3200">
                <a:solidFill>
                  <a:srgbClr val="FFC000"/>
                </a:solidFill>
              </a:rPr>
              <a:t>3</a:t>
            </a:r>
            <a:r>
              <a:rPr lang="en-US" sz="3200"/>
              <a:t>)</a:t>
            </a:r>
            <a:br>
              <a:rPr lang="en-US" sz="3200"/>
            </a:br>
            <a:br>
              <a:rPr lang="en-US" sz="3200"/>
            </a:br>
            <a:r>
              <a:rPr lang="en-US" sz="3200"/>
              <a:t>.shape[0] = </a:t>
            </a:r>
            <a:r>
              <a:rPr lang="en-US" sz="3200">
                <a:solidFill>
                  <a:srgbClr val="4584B6"/>
                </a:solidFill>
              </a:rPr>
              <a:t>4</a:t>
            </a:r>
            <a:br>
              <a:rPr lang="en-US" sz="3200"/>
            </a:br>
            <a:br>
              <a:rPr lang="en-US" sz="3200"/>
            </a:br>
            <a:r>
              <a:rPr lang="en-US" sz="3200"/>
              <a:t>.shape[1] = </a:t>
            </a:r>
            <a:r>
              <a:rPr lang="en-US" sz="3200">
                <a:solidFill>
                  <a:srgbClr val="FFC000"/>
                </a:solidFill>
              </a:rPr>
              <a:t>3</a:t>
            </a:r>
          </a:p>
        </p:txBody>
      </p:sp>
      <p:sp>
        <p:nvSpPr>
          <p:cNvPr id="11" name="TextBox 10">
            <a:extLst>
              <a:ext uri="{FF2B5EF4-FFF2-40B4-BE49-F238E27FC236}">
                <a16:creationId xmlns:a16="http://schemas.microsoft.com/office/drawing/2014/main" id="{D48FE889-44D1-F9FF-1DE3-539C95240937}"/>
              </a:ext>
            </a:extLst>
          </p:cNvPr>
          <p:cNvSpPr txBox="1"/>
          <p:nvPr/>
        </p:nvSpPr>
        <p:spPr>
          <a:xfrm>
            <a:off x="8153756" y="2167963"/>
            <a:ext cx="3854669" cy="1569660"/>
          </a:xfrm>
          <a:prstGeom prst="rect">
            <a:avLst/>
          </a:prstGeom>
          <a:noFill/>
        </p:spPr>
        <p:txBody>
          <a:bodyPr wrap="square" rtlCol="0">
            <a:spAutoFit/>
          </a:bodyPr>
          <a:lstStyle>
            <a:defPPr>
              <a:defRPr lang="nl-BE"/>
            </a:defPPr>
            <a:lvl1pPr>
              <a:defRPr sz="3200"/>
            </a:lvl1pPr>
          </a:lstStyle>
          <a:p>
            <a:r>
              <a:rPr lang="en-US"/>
              <a:t>.</a:t>
            </a:r>
            <a:r>
              <a:rPr lang="en-US" err="1"/>
              <a:t>dtype</a:t>
            </a:r>
            <a:r>
              <a:rPr lang="en-US"/>
              <a:t> = int32</a:t>
            </a:r>
          </a:p>
          <a:p>
            <a:endParaRPr lang="en-US"/>
          </a:p>
          <a:p>
            <a:r>
              <a:rPr lang="en-US"/>
              <a:t>.size = 12   </a:t>
            </a:r>
            <a:r>
              <a:rPr lang="en-US">
                <a:sym typeface="Wingdings" panose="05000000000000000000" pitchFamily="2" charset="2"/>
              </a:rPr>
              <a:t> </a:t>
            </a:r>
            <a:r>
              <a:rPr lang="en-US">
                <a:solidFill>
                  <a:srgbClr val="4584B6"/>
                </a:solidFill>
              </a:rPr>
              <a:t>4</a:t>
            </a:r>
            <a:r>
              <a:rPr lang="en-US"/>
              <a:t>*</a:t>
            </a:r>
            <a:r>
              <a:rPr lang="en-US">
                <a:solidFill>
                  <a:srgbClr val="FFC000"/>
                </a:solidFill>
              </a:rPr>
              <a:t>3</a:t>
            </a:r>
          </a:p>
        </p:txBody>
      </p:sp>
      <p:sp>
        <p:nvSpPr>
          <p:cNvPr id="12" name="Left Brace 11">
            <a:extLst>
              <a:ext uri="{FF2B5EF4-FFF2-40B4-BE49-F238E27FC236}">
                <a16:creationId xmlns:a16="http://schemas.microsoft.com/office/drawing/2014/main" id="{328F2C1D-A507-4966-C104-766A54BC05FC}"/>
              </a:ext>
            </a:extLst>
          </p:cNvPr>
          <p:cNvSpPr/>
          <p:nvPr/>
        </p:nvSpPr>
        <p:spPr>
          <a:xfrm>
            <a:off x="4572000" y="2417147"/>
            <a:ext cx="273269" cy="2316480"/>
          </a:xfrm>
          <a:prstGeom prst="leftBrace">
            <a:avLst/>
          </a:prstGeom>
          <a:ln w="19050">
            <a:solidFill>
              <a:srgbClr val="4584B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621F9493-FE83-1918-BD27-092B86DE79CE}"/>
              </a:ext>
            </a:extLst>
          </p:cNvPr>
          <p:cNvSpPr txBox="1"/>
          <p:nvPr/>
        </p:nvSpPr>
        <p:spPr>
          <a:xfrm>
            <a:off x="4114184" y="3297525"/>
            <a:ext cx="367408" cy="523220"/>
          </a:xfrm>
          <a:prstGeom prst="rect">
            <a:avLst/>
          </a:prstGeom>
          <a:noFill/>
        </p:spPr>
        <p:txBody>
          <a:bodyPr wrap="none" rtlCol="0">
            <a:spAutoFit/>
          </a:bodyPr>
          <a:lstStyle/>
          <a:p>
            <a:r>
              <a:rPr lang="en-US" sz="2800">
                <a:solidFill>
                  <a:srgbClr val="4584B6"/>
                </a:solidFill>
              </a:rPr>
              <a:t>4</a:t>
            </a:r>
          </a:p>
        </p:txBody>
      </p:sp>
      <p:sp>
        <p:nvSpPr>
          <p:cNvPr id="14" name="Left Brace 13">
            <a:extLst>
              <a:ext uri="{FF2B5EF4-FFF2-40B4-BE49-F238E27FC236}">
                <a16:creationId xmlns:a16="http://schemas.microsoft.com/office/drawing/2014/main" id="{2BD413F7-80A5-EAD7-4AB6-18845E211DCA}"/>
              </a:ext>
            </a:extLst>
          </p:cNvPr>
          <p:cNvSpPr/>
          <p:nvPr/>
        </p:nvSpPr>
        <p:spPr>
          <a:xfrm rot="5400000">
            <a:off x="5956582" y="1013727"/>
            <a:ext cx="278834" cy="2195883"/>
          </a:xfrm>
          <a:prstGeom prst="leftBrace">
            <a:avLst/>
          </a:prstGeom>
          <a:ln w="19050">
            <a:solidFill>
              <a:srgbClr val="D5AD4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D48D9B1D-FA08-0A18-5221-FFF0297CA72F}"/>
              </a:ext>
            </a:extLst>
          </p:cNvPr>
          <p:cNvSpPr txBox="1"/>
          <p:nvPr/>
        </p:nvSpPr>
        <p:spPr>
          <a:xfrm>
            <a:off x="5912295" y="1451201"/>
            <a:ext cx="367408" cy="523220"/>
          </a:xfrm>
          <a:prstGeom prst="rect">
            <a:avLst/>
          </a:prstGeom>
          <a:noFill/>
        </p:spPr>
        <p:txBody>
          <a:bodyPr wrap="none" rtlCol="0">
            <a:spAutoFit/>
          </a:bodyPr>
          <a:lstStyle/>
          <a:p>
            <a:r>
              <a:rPr lang="en-US" sz="2800">
                <a:solidFill>
                  <a:srgbClr val="FFC000"/>
                </a:solidFill>
              </a:rPr>
              <a:t>3</a:t>
            </a:r>
          </a:p>
        </p:txBody>
      </p:sp>
    </p:spTree>
    <p:extLst>
      <p:ext uri="{BB962C8B-B14F-4D97-AF65-F5344CB8AC3E}">
        <p14:creationId xmlns:p14="http://schemas.microsoft.com/office/powerpoint/2010/main" val="40725411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FFDE-4F9A-AB7E-9E48-3C39E49BBCF1}"/>
              </a:ext>
            </a:extLst>
          </p:cNvPr>
          <p:cNvSpPr>
            <a:spLocks noGrp="1"/>
          </p:cNvSpPr>
          <p:nvPr>
            <p:ph type="title"/>
          </p:nvPr>
        </p:nvSpPr>
        <p:spPr/>
        <p:txBody>
          <a:bodyPr>
            <a:normAutofit/>
          </a:bodyPr>
          <a:lstStyle/>
          <a:p>
            <a:r>
              <a:rPr lang="en-US" noProof="0"/>
              <a:t>Properties of a NumPy array</a:t>
            </a:r>
          </a:p>
        </p:txBody>
      </p:sp>
      <p:sp>
        <p:nvSpPr>
          <p:cNvPr id="4" name="Slide Number Placeholder 3">
            <a:extLst>
              <a:ext uri="{FF2B5EF4-FFF2-40B4-BE49-F238E27FC236}">
                <a16:creationId xmlns:a16="http://schemas.microsoft.com/office/drawing/2014/main" id="{69EC435B-A610-467D-774A-3F0214EDA96F}"/>
              </a:ext>
            </a:extLst>
          </p:cNvPr>
          <p:cNvSpPr>
            <a:spLocks noGrp="1"/>
          </p:cNvSpPr>
          <p:nvPr>
            <p:ph type="sldNum" sz="quarter" idx="12"/>
          </p:nvPr>
        </p:nvSpPr>
        <p:spPr/>
        <p:txBody>
          <a:bodyPr/>
          <a:lstStyle/>
          <a:p>
            <a:fld id="{FE1B3154-47D9-4402-8EDB-E791933DC0B9}" type="slidenum">
              <a:rPr lang="nl-BE" smtClean="0"/>
              <a:pPr/>
              <a:t>10</a:t>
            </a:fld>
            <a:endParaRPr lang="nl-BE"/>
          </a:p>
        </p:txBody>
      </p:sp>
      <p:sp>
        <p:nvSpPr>
          <p:cNvPr id="9" name="TextBox 8">
            <a:extLst>
              <a:ext uri="{FF2B5EF4-FFF2-40B4-BE49-F238E27FC236}">
                <a16:creationId xmlns:a16="http://schemas.microsoft.com/office/drawing/2014/main" id="{C4D78F32-52C9-AB95-4D6A-CE7CE2262E85}"/>
              </a:ext>
            </a:extLst>
          </p:cNvPr>
          <p:cNvSpPr txBox="1"/>
          <p:nvPr/>
        </p:nvSpPr>
        <p:spPr>
          <a:xfrm>
            <a:off x="673976" y="1697086"/>
            <a:ext cx="10844048" cy="4801314"/>
          </a:xfrm>
          <a:prstGeom prst="rect">
            <a:avLst/>
          </a:prstGeom>
          <a:noFill/>
        </p:spPr>
        <p:txBody>
          <a:bodyPr wrap="square">
            <a:spAutoFit/>
          </a:bodyPr>
          <a:lstStyle/>
          <a:p>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create</a:t>
            </a:r>
            <a:r>
              <a:rPr lang="nl-BE" b="0">
                <a:solidFill>
                  <a:srgbClr val="008000"/>
                </a:solidFill>
                <a:effectLst/>
                <a:highlight>
                  <a:srgbClr val="FFFFFF"/>
                </a:highlight>
                <a:latin typeface="Consolas" panose="020B0609020204030204" pitchFamily="49" charset="0"/>
              </a:rPr>
              <a:t> a 2d array </a:t>
            </a:r>
            <a:r>
              <a:rPr lang="nl-BE" b="0" err="1">
                <a:solidFill>
                  <a:srgbClr val="008000"/>
                </a:solidFill>
                <a:effectLst/>
                <a:highlight>
                  <a:srgbClr val="FFFFFF"/>
                </a:highlight>
                <a:latin typeface="Consolas" panose="020B0609020204030204" pitchFamily="49" charset="0"/>
              </a:rPr>
              <a:t>with</a:t>
            </a:r>
            <a:r>
              <a:rPr lang="nl-BE" b="0">
                <a:solidFill>
                  <a:srgbClr val="008000"/>
                </a:solidFill>
                <a:effectLst/>
                <a:highlight>
                  <a:srgbClr val="FFFFFF"/>
                </a:highlight>
                <a:latin typeface="Consolas" panose="020B0609020204030204" pitchFamily="49" charset="0"/>
              </a:rPr>
              <a:t> 3 </a:t>
            </a:r>
            <a:r>
              <a:rPr lang="nl-BE" b="0" err="1">
                <a:solidFill>
                  <a:srgbClr val="008000"/>
                </a:solidFill>
                <a:effectLst/>
                <a:highlight>
                  <a:srgbClr val="FFFFFF"/>
                </a:highlight>
                <a:latin typeface="Consolas" panose="020B0609020204030204" pitchFamily="49" charset="0"/>
              </a:rPr>
              <a:t>rows</a:t>
            </a:r>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and</a:t>
            </a:r>
            <a:r>
              <a:rPr lang="nl-BE" b="0">
                <a:solidFill>
                  <a:srgbClr val="008000"/>
                </a:solidFill>
                <a:effectLst/>
                <a:highlight>
                  <a:srgbClr val="FFFFFF"/>
                </a:highlight>
                <a:latin typeface="Consolas" panose="020B0609020204030204" pitchFamily="49" charset="0"/>
              </a:rPr>
              <a:t> 5 columns</a:t>
            </a:r>
            <a:endParaRPr lang="nl-BE" b="0">
              <a:solidFill>
                <a:srgbClr val="3B3B3B"/>
              </a:solidFill>
              <a:effectLst/>
              <a:highlight>
                <a:srgbClr val="FFFFFF"/>
              </a:highlight>
              <a:latin typeface="Consolas" panose="020B0609020204030204" pitchFamily="49" charset="0"/>
            </a:endParaRPr>
          </a:p>
          <a:p>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initialized</a:t>
            </a:r>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with</a:t>
            </a:r>
            <a:r>
              <a:rPr lang="nl-BE" b="0">
                <a:solidFill>
                  <a:srgbClr val="008000"/>
                </a:solidFill>
                <a:effectLst/>
                <a:highlight>
                  <a:srgbClr val="FFFFFF"/>
                </a:highlight>
                <a:latin typeface="Consolas" panose="020B0609020204030204" pitchFamily="49" charset="0"/>
              </a:rPr>
              <a:t> random integers </a:t>
            </a:r>
            <a:r>
              <a:rPr lang="nl-BE" b="0" err="1">
                <a:solidFill>
                  <a:srgbClr val="008000"/>
                </a:solidFill>
                <a:effectLst/>
                <a:highlight>
                  <a:srgbClr val="FFFFFF"/>
                </a:highlight>
                <a:latin typeface="Consolas" panose="020B0609020204030204" pitchFamily="49" charset="0"/>
              </a:rPr>
              <a:t>from</a:t>
            </a:r>
            <a:r>
              <a:rPr lang="nl-BE" b="0">
                <a:solidFill>
                  <a:srgbClr val="008000"/>
                </a:solidFill>
                <a:effectLst/>
                <a:highlight>
                  <a:srgbClr val="FFFFFF"/>
                </a:highlight>
                <a:latin typeface="Consolas" panose="020B0609020204030204" pitchFamily="49" charset="0"/>
              </a:rPr>
              <a:t> 1 </a:t>
            </a:r>
            <a:r>
              <a:rPr lang="nl-BE" b="0" err="1">
                <a:solidFill>
                  <a:srgbClr val="008000"/>
                </a:solidFill>
                <a:effectLst/>
                <a:highlight>
                  <a:srgbClr val="FFFFFF"/>
                </a:highlight>
                <a:latin typeface="Consolas" panose="020B0609020204030204" pitchFamily="49" charset="0"/>
              </a:rPr>
              <a:t>to</a:t>
            </a:r>
            <a:r>
              <a:rPr lang="nl-BE" b="0">
                <a:solidFill>
                  <a:srgbClr val="008000"/>
                </a:solidFill>
                <a:effectLst/>
                <a:highlight>
                  <a:srgbClr val="FFFFFF"/>
                </a:highlight>
                <a:latin typeface="Consolas" panose="020B0609020204030204" pitchFamily="49" charset="0"/>
              </a:rPr>
              <a:t> 10</a:t>
            </a:r>
            <a:endParaRPr lang="nl-BE" b="0">
              <a:solidFill>
                <a:srgbClr val="3B3B3B"/>
              </a:solidFill>
              <a:effectLst/>
              <a:highlight>
                <a:srgbClr val="FFFFFF"/>
              </a:highlight>
              <a:latin typeface="Consolas" panose="020B0609020204030204" pitchFamily="49" charset="0"/>
            </a:endParaRPr>
          </a:p>
          <a:p>
            <a:r>
              <a:rPr lang="nl-BE" b="0" err="1">
                <a:solidFill>
                  <a:srgbClr val="001080"/>
                </a:solidFill>
                <a:effectLst/>
                <a:highlight>
                  <a:srgbClr val="FFFFFF"/>
                </a:highlight>
                <a:latin typeface="Consolas" panose="020B0609020204030204" pitchFamily="49" charset="0"/>
              </a:rPr>
              <a:t>arr</a:t>
            </a:r>
            <a:r>
              <a:rPr lang="nl-BE" b="0">
                <a:solidFill>
                  <a:srgbClr val="3B3B3B"/>
                </a:solidFill>
                <a:effectLst/>
                <a:highlight>
                  <a:srgbClr val="FFFFFF"/>
                </a:highlight>
                <a:latin typeface="Consolas" panose="020B0609020204030204" pitchFamily="49" charset="0"/>
              </a:rPr>
              <a:t> </a:t>
            </a:r>
            <a:r>
              <a:rPr lang="nl-BE" b="0">
                <a:solidFill>
                  <a:srgbClr val="000000"/>
                </a:solidFill>
                <a:effectLst/>
                <a:highlight>
                  <a:srgbClr val="FFFFFF"/>
                </a:highlight>
                <a:latin typeface="Consolas" panose="020B0609020204030204" pitchFamily="49" charset="0"/>
              </a:rPr>
              <a:t>=</a:t>
            </a:r>
            <a:r>
              <a:rPr lang="nl-BE" b="0">
                <a:solidFill>
                  <a:srgbClr val="3B3B3B"/>
                </a:solidFill>
                <a:effectLst/>
                <a:highlight>
                  <a:srgbClr val="FFFFFF"/>
                </a:highlight>
                <a:latin typeface="Consolas" panose="020B0609020204030204" pitchFamily="49" charset="0"/>
              </a:rPr>
              <a:t> </a:t>
            </a:r>
            <a:r>
              <a:rPr lang="nl-BE" b="0" err="1">
                <a:solidFill>
                  <a:srgbClr val="267F99"/>
                </a:solidFill>
                <a:effectLst/>
                <a:highlight>
                  <a:srgbClr val="FFFFFF"/>
                </a:highlight>
                <a:latin typeface="Consolas" panose="020B0609020204030204" pitchFamily="49" charset="0"/>
              </a:rPr>
              <a:t>np</a:t>
            </a:r>
            <a:r>
              <a:rPr lang="nl-BE" b="0" err="1">
                <a:solidFill>
                  <a:srgbClr val="3B3B3B"/>
                </a:solidFill>
                <a:effectLst/>
                <a:highlight>
                  <a:srgbClr val="FFFFFF"/>
                </a:highlight>
                <a:latin typeface="Consolas" panose="020B0609020204030204" pitchFamily="49" charset="0"/>
              </a:rPr>
              <a:t>.</a:t>
            </a:r>
            <a:r>
              <a:rPr lang="nl-BE" b="0" err="1">
                <a:solidFill>
                  <a:srgbClr val="267F99"/>
                </a:solidFill>
                <a:effectLst/>
                <a:highlight>
                  <a:srgbClr val="FFFFFF"/>
                </a:highlight>
                <a:latin typeface="Consolas" panose="020B0609020204030204" pitchFamily="49" charset="0"/>
              </a:rPr>
              <a:t>random</a:t>
            </a:r>
            <a:r>
              <a:rPr lang="nl-BE" b="0" err="1">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randint</a:t>
            </a:r>
            <a:r>
              <a:rPr lang="nl-BE" b="0">
                <a:solidFill>
                  <a:srgbClr val="3B3B3B"/>
                </a:solidFill>
                <a:effectLst/>
                <a:highlight>
                  <a:srgbClr val="FFFFFF"/>
                </a:highlight>
                <a:latin typeface="Consolas" panose="020B0609020204030204" pitchFamily="49" charset="0"/>
              </a:rPr>
              <a:t>(</a:t>
            </a:r>
            <a:r>
              <a:rPr lang="nl-BE" b="0">
                <a:solidFill>
                  <a:srgbClr val="098658"/>
                </a:solidFill>
                <a:effectLst/>
                <a:highlight>
                  <a:srgbClr val="FFFFFF"/>
                </a:highlight>
                <a:latin typeface="Consolas" panose="020B0609020204030204" pitchFamily="49" charset="0"/>
              </a:rPr>
              <a:t>1</a:t>
            </a:r>
            <a:r>
              <a:rPr lang="nl-BE" b="0">
                <a:solidFill>
                  <a:srgbClr val="3B3B3B"/>
                </a:solidFill>
                <a:effectLst/>
                <a:highlight>
                  <a:srgbClr val="FFFFFF"/>
                </a:highlight>
                <a:latin typeface="Consolas" panose="020B0609020204030204" pitchFamily="49" charset="0"/>
              </a:rPr>
              <a:t>,</a:t>
            </a:r>
            <a:r>
              <a:rPr lang="nl-BE" b="0">
                <a:solidFill>
                  <a:srgbClr val="098658"/>
                </a:solidFill>
                <a:effectLst/>
                <a:highlight>
                  <a:srgbClr val="FFFFFF"/>
                </a:highlight>
                <a:latin typeface="Consolas" panose="020B0609020204030204" pitchFamily="49" charset="0"/>
              </a:rPr>
              <a:t>11</a:t>
            </a:r>
            <a:r>
              <a:rPr lang="nl-BE" b="0">
                <a:solidFill>
                  <a:srgbClr val="3B3B3B"/>
                </a:solidFill>
                <a:effectLst/>
                <a:highlight>
                  <a:srgbClr val="FFFFFF"/>
                </a:highlight>
                <a:latin typeface="Consolas" panose="020B0609020204030204" pitchFamily="49" charset="0"/>
              </a:rPr>
              <a:t>,(</a:t>
            </a:r>
            <a:r>
              <a:rPr lang="nl-BE" b="0">
                <a:solidFill>
                  <a:srgbClr val="098658"/>
                </a:solidFill>
                <a:effectLst/>
                <a:highlight>
                  <a:srgbClr val="FFFFFF"/>
                </a:highlight>
                <a:latin typeface="Consolas" panose="020B0609020204030204" pitchFamily="49" charset="0"/>
              </a:rPr>
              <a:t>3</a:t>
            </a:r>
            <a:r>
              <a:rPr lang="nl-BE" b="0">
                <a:solidFill>
                  <a:srgbClr val="3B3B3B"/>
                </a:solidFill>
                <a:effectLst/>
                <a:highlight>
                  <a:srgbClr val="FFFFFF"/>
                </a:highlight>
                <a:latin typeface="Consolas" panose="020B0609020204030204" pitchFamily="49" charset="0"/>
              </a:rPr>
              <a:t>,</a:t>
            </a:r>
            <a:r>
              <a:rPr lang="nl-BE" b="0">
                <a:solidFill>
                  <a:srgbClr val="098658"/>
                </a:solidFill>
                <a:effectLst/>
                <a:highlight>
                  <a:srgbClr val="FFFFFF"/>
                </a:highlight>
                <a:latin typeface="Consolas" panose="020B0609020204030204" pitchFamily="49" charset="0"/>
              </a:rPr>
              <a:t>5</a:t>
            </a:r>
            <a:r>
              <a:rPr lang="nl-BE" b="0">
                <a:solidFill>
                  <a:srgbClr val="3B3B3B"/>
                </a:solidFill>
                <a:effectLst/>
                <a:highlight>
                  <a:srgbClr val="FFFFFF"/>
                </a:highlight>
                <a:latin typeface="Consolas" panose="020B0609020204030204" pitchFamily="49" charset="0"/>
              </a:rPr>
              <a:t>))</a:t>
            </a:r>
          </a:p>
          <a:p>
            <a:r>
              <a:rPr lang="nl-BE" b="0">
                <a:solidFill>
                  <a:srgbClr val="795E26"/>
                </a:solidFill>
                <a:effectLst/>
                <a:highlight>
                  <a:srgbClr val="FFFFFF"/>
                </a:highlight>
                <a:latin typeface="Consolas" panose="020B0609020204030204" pitchFamily="49" charset="0"/>
              </a:rPr>
              <a:t>print</a:t>
            </a:r>
            <a:r>
              <a:rPr lang="nl-BE" b="0">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arr</a:t>
            </a:r>
            <a:r>
              <a:rPr lang="nl-BE" b="0">
                <a:solidFill>
                  <a:srgbClr val="3B3B3B"/>
                </a:solidFill>
                <a:effectLst/>
                <a:highlight>
                  <a:srgbClr val="FFFFFF"/>
                </a:highlight>
                <a:latin typeface="Consolas" panose="020B0609020204030204" pitchFamily="49" charset="0"/>
              </a:rPr>
              <a:t>)</a:t>
            </a:r>
          </a:p>
          <a:p>
            <a:br>
              <a:rPr lang="nl-BE" b="0">
                <a:solidFill>
                  <a:srgbClr val="3B3B3B"/>
                </a:solidFill>
                <a:effectLst/>
                <a:highlight>
                  <a:srgbClr val="FFFFFF"/>
                </a:highlight>
                <a:latin typeface="Consolas" panose="020B0609020204030204" pitchFamily="49" charset="0"/>
              </a:rPr>
            </a:br>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ndim</a:t>
            </a:r>
            <a:endParaRPr lang="nl-BE" b="0">
              <a:solidFill>
                <a:srgbClr val="3B3B3B"/>
              </a:solidFill>
              <a:effectLst/>
              <a:highlight>
                <a:srgbClr val="FFFFFF"/>
              </a:highlight>
              <a:latin typeface="Consolas" panose="020B0609020204030204" pitchFamily="49" charset="0"/>
            </a:endParaRPr>
          </a:p>
          <a:p>
            <a:r>
              <a:rPr lang="nl-BE" b="0">
                <a:solidFill>
                  <a:srgbClr val="795E26"/>
                </a:solidFill>
                <a:effectLst/>
                <a:highlight>
                  <a:srgbClr val="FFFFFF"/>
                </a:highlight>
                <a:latin typeface="Consolas" panose="020B0609020204030204" pitchFamily="49" charset="0"/>
              </a:rPr>
              <a:t>print</a:t>
            </a:r>
            <a:r>
              <a:rPr lang="nl-BE" b="0">
                <a:solidFill>
                  <a:srgbClr val="3B3B3B"/>
                </a:solidFill>
                <a:effectLst/>
                <a:highlight>
                  <a:srgbClr val="FFFFFF"/>
                </a:highlight>
                <a:latin typeface="Consolas" panose="020B0609020204030204" pitchFamily="49" charset="0"/>
              </a:rPr>
              <a:t>(</a:t>
            </a:r>
            <a:r>
              <a:rPr lang="nl-BE" b="0">
                <a:solidFill>
                  <a:srgbClr val="A31515"/>
                </a:solidFill>
                <a:effectLst/>
                <a:highlight>
                  <a:srgbClr val="FFFFFF"/>
                </a:highlight>
                <a:latin typeface="Consolas" panose="020B0609020204030204" pitchFamily="49" charset="0"/>
              </a:rPr>
              <a:t>'</a:t>
            </a:r>
            <a:r>
              <a:rPr lang="nl-BE" b="0" err="1">
                <a:solidFill>
                  <a:srgbClr val="A31515"/>
                </a:solidFill>
                <a:effectLst/>
                <a:highlight>
                  <a:srgbClr val="FFFFFF"/>
                </a:highlight>
                <a:latin typeface="Consolas" panose="020B0609020204030204" pitchFamily="49" charset="0"/>
              </a:rPr>
              <a:t>Num</a:t>
            </a:r>
            <a:r>
              <a:rPr lang="nl-BE" b="0">
                <a:solidFill>
                  <a:srgbClr val="A31515"/>
                </a:solidFill>
                <a:effectLst/>
                <a:highlight>
                  <a:srgbClr val="FFFFFF"/>
                </a:highlight>
                <a:latin typeface="Consolas" panose="020B0609020204030204" pitchFamily="49" charset="0"/>
              </a:rPr>
              <a:t> </a:t>
            </a:r>
            <a:r>
              <a:rPr lang="nl-BE" b="0" err="1">
                <a:solidFill>
                  <a:srgbClr val="A31515"/>
                </a:solidFill>
                <a:effectLst/>
                <a:highlight>
                  <a:srgbClr val="FFFFFF"/>
                </a:highlight>
                <a:latin typeface="Consolas" panose="020B0609020204030204" pitchFamily="49" charset="0"/>
              </a:rPr>
              <a:t>Dimensions</a:t>
            </a:r>
            <a:r>
              <a:rPr lang="nl-BE" b="0">
                <a:solidFill>
                  <a:srgbClr val="A31515"/>
                </a:solidFill>
                <a:effectLst/>
                <a:highlight>
                  <a:srgbClr val="FFFFFF"/>
                </a:highlight>
                <a:latin typeface="Consolas" panose="020B0609020204030204" pitchFamily="49" charset="0"/>
              </a:rPr>
              <a:t>: '</a:t>
            </a:r>
            <a:r>
              <a:rPr lang="nl-BE" b="0">
                <a:solidFill>
                  <a:srgbClr val="3B3B3B"/>
                </a:solidFill>
                <a:effectLst/>
                <a:highlight>
                  <a:srgbClr val="FFFFFF"/>
                </a:highlight>
                <a:latin typeface="Consolas" panose="020B0609020204030204" pitchFamily="49" charset="0"/>
              </a:rPr>
              <a:t>, </a:t>
            </a:r>
            <a:r>
              <a:rPr lang="nl-BE" b="0" err="1">
                <a:solidFill>
                  <a:srgbClr val="001080"/>
                </a:solidFill>
                <a:effectLst/>
                <a:highlight>
                  <a:srgbClr val="FFFFFF"/>
                </a:highlight>
                <a:latin typeface="Consolas" panose="020B0609020204030204" pitchFamily="49" charset="0"/>
              </a:rPr>
              <a:t>arr</a:t>
            </a:r>
            <a:r>
              <a:rPr lang="nl-BE" b="0" err="1">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ndim</a:t>
            </a:r>
            <a:r>
              <a:rPr lang="nl-BE" b="0">
                <a:solidFill>
                  <a:srgbClr val="3B3B3B"/>
                </a:solidFill>
                <a:effectLst/>
                <a:highlight>
                  <a:srgbClr val="FFFFFF"/>
                </a:highlight>
                <a:latin typeface="Consolas" panose="020B0609020204030204" pitchFamily="49" charset="0"/>
              </a:rPr>
              <a:t>)</a:t>
            </a:r>
          </a:p>
          <a:p>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shape</a:t>
            </a:r>
            <a:endParaRPr lang="nl-BE" b="0">
              <a:solidFill>
                <a:srgbClr val="3B3B3B"/>
              </a:solidFill>
              <a:effectLst/>
              <a:highlight>
                <a:srgbClr val="FFFFFF"/>
              </a:highlight>
              <a:latin typeface="Consolas" panose="020B0609020204030204" pitchFamily="49" charset="0"/>
            </a:endParaRPr>
          </a:p>
          <a:p>
            <a:r>
              <a:rPr lang="nl-BE" b="0">
                <a:solidFill>
                  <a:srgbClr val="795E26"/>
                </a:solidFill>
                <a:effectLst/>
                <a:highlight>
                  <a:srgbClr val="FFFFFF"/>
                </a:highlight>
                <a:latin typeface="Consolas" panose="020B0609020204030204" pitchFamily="49" charset="0"/>
              </a:rPr>
              <a:t>print</a:t>
            </a:r>
            <a:r>
              <a:rPr lang="nl-BE" b="0">
                <a:solidFill>
                  <a:srgbClr val="3B3B3B"/>
                </a:solidFill>
                <a:effectLst/>
                <a:highlight>
                  <a:srgbClr val="FFFFFF"/>
                </a:highlight>
                <a:latin typeface="Consolas" panose="020B0609020204030204" pitchFamily="49" charset="0"/>
              </a:rPr>
              <a:t>(</a:t>
            </a:r>
            <a:r>
              <a:rPr lang="nl-BE" b="0">
                <a:solidFill>
                  <a:srgbClr val="A31515"/>
                </a:solidFill>
                <a:effectLst/>
                <a:highlight>
                  <a:srgbClr val="FFFFFF"/>
                </a:highlight>
                <a:latin typeface="Consolas" panose="020B0609020204030204" pitchFamily="49" charset="0"/>
              </a:rPr>
              <a:t>'</a:t>
            </a:r>
            <a:r>
              <a:rPr lang="nl-BE" b="0" err="1">
                <a:solidFill>
                  <a:srgbClr val="A31515"/>
                </a:solidFill>
                <a:effectLst/>
                <a:highlight>
                  <a:srgbClr val="FFFFFF"/>
                </a:highlight>
                <a:latin typeface="Consolas" panose="020B0609020204030204" pitchFamily="49" charset="0"/>
              </a:rPr>
              <a:t>Shape</a:t>
            </a:r>
            <a:r>
              <a:rPr lang="nl-BE" b="0">
                <a:solidFill>
                  <a:srgbClr val="A31515"/>
                </a:solidFill>
                <a:effectLst/>
                <a:highlight>
                  <a:srgbClr val="FFFFFF"/>
                </a:highlight>
                <a:latin typeface="Consolas" panose="020B0609020204030204" pitchFamily="49" charset="0"/>
              </a:rPr>
              <a:t>: '</a:t>
            </a:r>
            <a:r>
              <a:rPr lang="nl-BE" b="0">
                <a:solidFill>
                  <a:srgbClr val="3B3B3B"/>
                </a:solidFill>
                <a:effectLst/>
                <a:highlight>
                  <a:srgbClr val="FFFFFF"/>
                </a:highlight>
                <a:latin typeface="Consolas" panose="020B0609020204030204" pitchFamily="49" charset="0"/>
              </a:rPr>
              <a:t>, </a:t>
            </a:r>
            <a:r>
              <a:rPr lang="nl-BE" b="0" err="1">
                <a:solidFill>
                  <a:srgbClr val="001080"/>
                </a:solidFill>
                <a:effectLst/>
                <a:highlight>
                  <a:srgbClr val="FFFFFF"/>
                </a:highlight>
                <a:latin typeface="Consolas" panose="020B0609020204030204" pitchFamily="49" charset="0"/>
              </a:rPr>
              <a:t>arr</a:t>
            </a:r>
            <a:r>
              <a:rPr lang="nl-BE" b="0" err="1">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shape</a:t>
            </a:r>
            <a:r>
              <a:rPr lang="nl-BE" b="0">
                <a:solidFill>
                  <a:srgbClr val="3B3B3B"/>
                </a:solidFill>
                <a:effectLst/>
                <a:highlight>
                  <a:srgbClr val="FFFFFF"/>
                </a:highlight>
                <a:latin typeface="Consolas" panose="020B0609020204030204" pitchFamily="49" charset="0"/>
              </a:rPr>
              <a:t>)</a:t>
            </a:r>
          </a:p>
          <a:p>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number</a:t>
            </a:r>
            <a:r>
              <a:rPr lang="nl-BE" b="0">
                <a:solidFill>
                  <a:srgbClr val="008000"/>
                </a:solidFill>
                <a:effectLst/>
                <a:highlight>
                  <a:srgbClr val="FFFFFF"/>
                </a:highlight>
                <a:latin typeface="Consolas" panose="020B0609020204030204" pitchFamily="49" charset="0"/>
              </a:rPr>
              <a:t> of </a:t>
            </a:r>
            <a:r>
              <a:rPr lang="nl-BE" b="0" err="1">
                <a:solidFill>
                  <a:srgbClr val="008000"/>
                </a:solidFill>
                <a:effectLst/>
                <a:highlight>
                  <a:srgbClr val="FFFFFF"/>
                </a:highlight>
                <a:latin typeface="Consolas" panose="020B0609020204030204" pitchFamily="49" charset="0"/>
              </a:rPr>
              <a:t>rows</a:t>
            </a:r>
            <a:endParaRPr lang="nl-BE" b="0">
              <a:solidFill>
                <a:srgbClr val="3B3B3B"/>
              </a:solidFill>
              <a:effectLst/>
              <a:highlight>
                <a:srgbClr val="FFFFFF"/>
              </a:highlight>
              <a:latin typeface="Consolas" panose="020B0609020204030204" pitchFamily="49" charset="0"/>
            </a:endParaRPr>
          </a:p>
          <a:p>
            <a:r>
              <a:rPr lang="nl-BE" b="0">
                <a:solidFill>
                  <a:srgbClr val="795E26"/>
                </a:solidFill>
                <a:effectLst/>
                <a:highlight>
                  <a:srgbClr val="FFFFFF"/>
                </a:highlight>
                <a:latin typeface="Consolas" panose="020B0609020204030204" pitchFamily="49" charset="0"/>
              </a:rPr>
              <a:t>print</a:t>
            </a:r>
            <a:r>
              <a:rPr lang="nl-BE" b="0">
                <a:solidFill>
                  <a:srgbClr val="3B3B3B"/>
                </a:solidFill>
                <a:effectLst/>
                <a:highlight>
                  <a:srgbClr val="FFFFFF"/>
                </a:highlight>
                <a:latin typeface="Consolas" panose="020B0609020204030204" pitchFamily="49" charset="0"/>
              </a:rPr>
              <a:t>(</a:t>
            </a:r>
            <a:r>
              <a:rPr lang="nl-BE" b="0">
                <a:solidFill>
                  <a:srgbClr val="A31515"/>
                </a:solidFill>
                <a:effectLst/>
                <a:highlight>
                  <a:srgbClr val="FFFFFF"/>
                </a:highlight>
                <a:latin typeface="Consolas" panose="020B0609020204030204" pitchFamily="49" charset="0"/>
              </a:rPr>
              <a:t>'</a:t>
            </a:r>
            <a:r>
              <a:rPr lang="nl-BE" b="0" err="1">
                <a:solidFill>
                  <a:srgbClr val="A31515"/>
                </a:solidFill>
                <a:effectLst/>
                <a:highlight>
                  <a:srgbClr val="FFFFFF"/>
                </a:highlight>
                <a:latin typeface="Consolas" panose="020B0609020204030204" pitchFamily="49" charset="0"/>
              </a:rPr>
              <a:t>Number</a:t>
            </a:r>
            <a:r>
              <a:rPr lang="nl-BE" b="0">
                <a:solidFill>
                  <a:srgbClr val="A31515"/>
                </a:solidFill>
                <a:effectLst/>
                <a:highlight>
                  <a:srgbClr val="FFFFFF"/>
                </a:highlight>
                <a:latin typeface="Consolas" panose="020B0609020204030204" pitchFamily="49" charset="0"/>
              </a:rPr>
              <a:t> of </a:t>
            </a:r>
            <a:r>
              <a:rPr lang="nl-BE" b="0" err="1">
                <a:solidFill>
                  <a:srgbClr val="A31515"/>
                </a:solidFill>
                <a:effectLst/>
                <a:highlight>
                  <a:srgbClr val="FFFFFF"/>
                </a:highlight>
                <a:latin typeface="Consolas" panose="020B0609020204030204" pitchFamily="49" charset="0"/>
              </a:rPr>
              <a:t>rows</a:t>
            </a:r>
            <a:r>
              <a:rPr lang="nl-BE" b="0">
                <a:solidFill>
                  <a:srgbClr val="A31515"/>
                </a:solidFill>
                <a:effectLst/>
                <a:highlight>
                  <a:srgbClr val="FFFFFF"/>
                </a:highlight>
                <a:latin typeface="Consolas" panose="020B0609020204030204" pitchFamily="49" charset="0"/>
              </a:rPr>
              <a:t>:'</a:t>
            </a:r>
            <a:r>
              <a:rPr lang="nl-BE" b="0">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arr</a:t>
            </a:r>
            <a:r>
              <a:rPr lang="nl-BE" b="0" err="1">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shape</a:t>
            </a:r>
            <a:r>
              <a:rPr lang="nl-BE" b="0">
                <a:solidFill>
                  <a:srgbClr val="3B3B3B"/>
                </a:solidFill>
                <a:effectLst/>
                <a:highlight>
                  <a:srgbClr val="FFFFFF"/>
                </a:highlight>
                <a:latin typeface="Consolas" panose="020B0609020204030204" pitchFamily="49" charset="0"/>
              </a:rPr>
              <a:t>[</a:t>
            </a:r>
            <a:r>
              <a:rPr lang="nl-BE" b="0">
                <a:solidFill>
                  <a:srgbClr val="098658"/>
                </a:solidFill>
                <a:effectLst/>
                <a:highlight>
                  <a:srgbClr val="FFFFFF"/>
                </a:highlight>
                <a:latin typeface="Consolas" panose="020B0609020204030204" pitchFamily="49" charset="0"/>
              </a:rPr>
              <a:t>0</a:t>
            </a:r>
            <a:r>
              <a:rPr lang="nl-BE" b="0">
                <a:solidFill>
                  <a:srgbClr val="3B3B3B"/>
                </a:solidFill>
                <a:effectLst/>
                <a:highlight>
                  <a:srgbClr val="FFFFFF"/>
                </a:highlight>
                <a:latin typeface="Consolas" panose="020B0609020204030204" pitchFamily="49" charset="0"/>
              </a:rPr>
              <a:t>])</a:t>
            </a:r>
          </a:p>
          <a:p>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number</a:t>
            </a:r>
            <a:r>
              <a:rPr lang="nl-BE" b="0">
                <a:solidFill>
                  <a:srgbClr val="008000"/>
                </a:solidFill>
                <a:effectLst/>
                <a:highlight>
                  <a:srgbClr val="FFFFFF"/>
                </a:highlight>
                <a:latin typeface="Consolas" panose="020B0609020204030204" pitchFamily="49" charset="0"/>
              </a:rPr>
              <a:t> of columns</a:t>
            </a:r>
            <a:endParaRPr lang="nl-BE" b="0">
              <a:solidFill>
                <a:srgbClr val="3B3B3B"/>
              </a:solidFill>
              <a:effectLst/>
              <a:highlight>
                <a:srgbClr val="FFFFFF"/>
              </a:highlight>
              <a:latin typeface="Consolas" panose="020B0609020204030204" pitchFamily="49" charset="0"/>
            </a:endParaRPr>
          </a:p>
          <a:p>
            <a:r>
              <a:rPr lang="nl-BE" b="0">
                <a:solidFill>
                  <a:srgbClr val="795E26"/>
                </a:solidFill>
                <a:effectLst/>
                <a:highlight>
                  <a:srgbClr val="FFFFFF"/>
                </a:highlight>
                <a:latin typeface="Consolas" panose="020B0609020204030204" pitchFamily="49" charset="0"/>
              </a:rPr>
              <a:t>print</a:t>
            </a:r>
            <a:r>
              <a:rPr lang="nl-BE" b="0">
                <a:solidFill>
                  <a:srgbClr val="3B3B3B"/>
                </a:solidFill>
                <a:effectLst/>
                <a:highlight>
                  <a:srgbClr val="FFFFFF"/>
                </a:highlight>
                <a:latin typeface="Consolas" panose="020B0609020204030204" pitchFamily="49" charset="0"/>
              </a:rPr>
              <a:t>(</a:t>
            </a:r>
            <a:r>
              <a:rPr lang="nl-BE" b="0">
                <a:solidFill>
                  <a:srgbClr val="A31515"/>
                </a:solidFill>
                <a:effectLst/>
                <a:highlight>
                  <a:srgbClr val="FFFFFF"/>
                </a:highlight>
                <a:latin typeface="Consolas" panose="020B0609020204030204" pitchFamily="49" charset="0"/>
              </a:rPr>
              <a:t>'</a:t>
            </a:r>
            <a:r>
              <a:rPr lang="nl-BE" b="0" err="1">
                <a:solidFill>
                  <a:srgbClr val="A31515"/>
                </a:solidFill>
                <a:effectLst/>
                <a:highlight>
                  <a:srgbClr val="FFFFFF"/>
                </a:highlight>
                <a:latin typeface="Consolas" panose="020B0609020204030204" pitchFamily="49" charset="0"/>
              </a:rPr>
              <a:t>Number</a:t>
            </a:r>
            <a:r>
              <a:rPr lang="nl-BE" b="0">
                <a:solidFill>
                  <a:srgbClr val="A31515"/>
                </a:solidFill>
                <a:effectLst/>
                <a:highlight>
                  <a:srgbClr val="FFFFFF"/>
                </a:highlight>
                <a:latin typeface="Consolas" panose="020B0609020204030204" pitchFamily="49" charset="0"/>
              </a:rPr>
              <a:t> of columns:'</a:t>
            </a:r>
            <a:r>
              <a:rPr lang="nl-BE" b="0">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arr</a:t>
            </a:r>
            <a:r>
              <a:rPr lang="nl-BE" b="0" err="1">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shape</a:t>
            </a:r>
            <a:r>
              <a:rPr lang="nl-BE" b="0">
                <a:solidFill>
                  <a:srgbClr val="3B3B3B"/>
                </a:solidFill>
                <a:effectLst/>
                <a:highlight>
                  <a:srgbClr val="FFFFFF"/>
                </a:highlight>
                <a:latin typeface="Consolas" panose="020B0609020204030204" pitchFamily="49" charset="0"/>
              </a:rPr>
              <a:t>[</a:t>
            </a:r>
            <a:r>
              <a:rPr lang="nl-BE" b="0">
                <a:solidFill>
                  <a:srgbClr val="098658"/>
                </a:solidFill>
                <a:effectLst/>
                <a:highlight>
                  <a:srgbClr val="FFFFFF"/>
                </a:highlight>
                <a:latin typeface="Consolas" panose="020B0609020204030204" pitchFamily="49" charset="0"/>
              </a:rPr>
              <a:t>1</a:t>
            </a:r>
            <a:r>
              <a:rPr lang="nl-BE" b="0">
                <a:solidFill>
                  <a:srgbClr val="3B3B3B"/>
                </a:solidFill>
                <a:effectLst/>
                <a:highlight>
                  <a:srgbClr val="FFFFFF"/>
                </a:highlight>
                <a:latin typeface="Consolas" panose="020B0609020204030204" pitchFamily="49" charset="0"/>
              </a:rPr>
              <a:t>])</a:t>
            </a:r>
          </a:p>
          <a:p>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dtype</a:t>
            </a:r>
            <a:endParaRPr lang="nl-BE" b="0">
              <a:solidFill>
                <a:srgbClr val="3B3B3B"/>
              </a:solidFill>
              <a:effectLst/>
              <a:highlight>
                <a:srgbClr val="FFFFFF"/>
              </a:highlight>
              <a:latin typeface="Consolas" panose="020B0609020204030204" pitchFamily="49" charset="0"/>
            </a:endParaRPr>
          </a:p>
          <a:p>
            <a:r>
              <a:rPr lang="nl-BE" b="0">
                <a:solidFill>
                  <a:srgbClr val="795E26"/>
                </a:solidFill>
                <a:effectLst/>
                <a:highlight>
                  <a:srgbClr val="FFFFFF"/>
                </a:highlight>
                <a:latin typeface="Consolas" panose="020B0609020204030204" pitchFamily="49" charset="0"/>
              </a:rPr>
              <a:t>print</a:t>
            </a:r>
            <a:r>
              <a:rPr lang="nl-BE" b="0">
                <a:solidFill>
                  <a:srgbClr val="3B3B3B"/>
                </a:solidFill>
                <a:effectLst/>
                <a:highlight>
                  <a:srgbClr val="FFFFFF"/>
                </a:highlight>
                <a:latin typeface="Consolas" panose="020B0609020204030204" pitchFamily="49" charset="0"/>
              </a:rPr>
              <a:t>(</a:t>
            </a:r>
            <a:r>
              <a:rPr lang="nl-BE" b="0">
                <a:solidFill>
                  <a:srgbClr val="A31515"/>
                </a:solidFill>
                <a:effectLst/>
                <a:highlight>
                  <a:srgbClr val="FFFFFF"/>
                </a:highlight>
                <a:latin typeface="Consolas" panose="020B0609020204030204" pitchFamily="49" charset="0"/>
              </a:rPr>
              <a:t>'Datatype: '</a:t>
            </a:r>
            <a:r>
              <a:rPr lang="nl-BE" b="0">
                <a:solidFill>
                  <a:srgbClr val="3B3B3B"/>
                </a:solidFill>
                <a:effectLst/>
                <a:highlight>
                  <a:srgbClr val="FFFFFF"/>
                </a:highlight>
                <a:latin typeface="Consolas" panose="020B0609020204030204" pitchFamily="49" charset="0"/>
              </a:rPr>
              <a:t>, </a:t>
            </a:r>
            <a:r>
              <a:rPr lang="nl-BE" b="0" err="1">
                <a:solidFill>
                  <a:srgbClr val="001080"/>
                </a:solidFill>
                <a:effectLst/>
                <a:highlight>
                  <a:srgbClr val="FFFFFF"/>
                </a:highlight>
                <a:latin typeface="Consolas" panose="020B0609020204030204" pitchFamily="49" charset="0"/>
              </a:rPr>
              <a:t>arr</a:t>
            </a:r>
            <a:r>
              <a:rPr lang="nl-BE" b="0" err="1">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dtype</a:t>
            </a:r>
            <a:r>
              <a:rPr lang="nl-BE" b="0">
                <a:solidFill>
                  <a:srgbClr val="3B3B3B"/>
                </a:solidFill>
                <a:effectLst/>
                <a:highlight>
                  <a:srgbClr val="FFFFFF"/>
                </a:highlight>
                <a:latin typeface="Consolas" panose="020B0609020204030204" pitchFamily="49" charset="0"/>
              </a:rPr>
              <a:t>)</a:t>
            </a:r>
          </a:p>
          <a:p>
            <a:r>
              <a:rPr lang="nl-BE" b="0">
                <a:solidFill>
                  <a:srgbClr val="008000"/>
                </a:solidFill>
                <a:effectLst/>
                <a:highlight>
                  <a:srgbClr val="FFFFFF"/>
                </a:highlight>
                <a:latin typeface="Consolas" panose="020B0609020204030204" pitchFamily="49" charset="0"/>
              </a:rPr>
              <a:t># </a:t>
            </a:r>
            <a:r>
              <a:rPr lang="nl-BE" b="0" err="1">
                <a:solidFill>
                  <a:srgbClr val="008000"/>
                </a:solidFill>
                <a:effectLst/>
                <a:highlight>
                  <a:srgbClr val="FFFFFF"/>
                </a:highlight>
                <a:latin typeface="Consolas" panose="020B0609020204030204" pitchFamily="49" charset="0"/>
              </a:rPr>
              <a:t>size</a:t>
            </a:r>
            <a:endParaRPr lang="nl-BE" b="0">
              <a:solidFill>
                <a:srgbClr val="3B3B3B"/>
              </a:solidFill>
              <a:effectLst/>
              <a:highlight>
                <a:srgbClr val="FFFFFF"/>
              </a:highlight>
              <a:latin typeface="Consolas" panose="020B0609020204030204" pitchFamily="49" charset="0"/>
            </a:endParaRPr>
          </a:p>
          <a:p>
            <a:r>
              <a:rPr lang="nl-BE" b="0">
                <a:solidFill>
                  <a:srgbClr val="795E26"/>
                </a:solidFill>
                <a:effectLst/>
                <a:highlight>
                  <a:srgbClr val="FFFFFF"/>
                </a:highlight>
                <a:latin typeface="Consolas" panose="020B0609020204030204" pitchFamily="49" charset="0"/>
              </a:rPr>
              <a:t>print</a:t>
            </a:r>
            <a:r>
              <a:rPr lang="nl-BE" b="0">
                <a:solidFill>
                  <a:srgbClr val="3B3B3B"/>
                </a:solidFill>
                <a:effectLst/>
                <a:highlight>
                  <a:srgbClr val="FFFFFF"/>
                </a:highlight>
                <a:latin typeface="Consolas" panose="020B0609020204030204" pitchFamily="49" charset="0"/>
              </a:rPr>
              <a:t>(</a:t>
            </a:r>
            <a:r>
              <a:rPr lang="nl-BE" b="0">
                <a:solidFill>
                  <a:srgbClr val="A31515"/>
                </a:solidFill>
                <a:effectLst/>
                <a:highlight>
                  <a:srgbClr val="FFFFFF"/>
                </a:highlight>
                <a:latin typeface="Consolas" panose="020B0609020204030204" pitchFamily="49" charset="0"/>
              </a:rPr>
              <a:t>'</a:t>
            </a:r>
            <a:r>
              <a:rPr lang="nl-BE" b="0" err="1">
                <a:solidFill>
                  <a:srgbClr val="A31515"/>
                </a:solidFill>
                <a:effectLst/>
                <a:highlight>
                  <a:srgbClr val="FFFFFF"/>
                </a:highlight>
                <a:latin typeface="Consolas" panose="020B0609020204030204" pitchFamily="49" charset="0"/>
              </a:rPr>
              <a:t>Size</a:t>
            </a:r>
            <a:r>
              <a:rPr lang="nl-BE" b="0">
                <a:solidFill>
                  <a:srgbClr val="A31515"/>
                </a:solidFill>
                <a:effectLst/>
                <a:highlight>
                  <a:srgbClr val="FFFFFF"/>
                </a:highlight>
                <a:latin typeface="Consolas" panose="020B0609020204030204" pitchFamily="49" charset="0"/>
              </a:rPr>
              <a:t>: '</a:t>
            </a:r>
            <a:r>
              <a:rPr lang="nl-BE" b="0">
                <a:solidFill>
                  <a:srgbClr val="3B3B3B"/>
                </a:solidFill>
                <a:effectLst/>
                <a:highlight>
                  <a:srgbClr val="FFFFFF"/>
                </a:highlight>
                <a:latin typeface="Consolas" panose="020B0609020204030204" pitchFamily="49" charset="0"/>
              </a:rPr>
              <a:t>, </a:t>
            </a:r>
            <a:r>
              <a:rPr lang="nl-BE" b="0" err="1">
                <a:solidFill>
                  <a:srgbClr val="001080"/>
                </a:solidFill>
                <a:effectLst/>
                <a:highlight>
                  <a:srgbClr val="FFFFFF"/>
                </a:highlight>
                <a:latin typeface="Consolas" panose="020B0609020204030204" pitchFamily="49" charset="0"/>
              </a:rPr>
              <a:t>arr</a:t>
            </a:r>
            <a:r>
              <a:rPr lang="nl-BE" b="0" err="1">
                <a:solidFill>
                  <a:srgbClr val="3B3B3B"/>
                </a:solidFill>
                <a:effectLst/>
                <a:highlight>
                  <a:srgbClr val="FFFFFF"/>
                </a:highlight>
                <a:latin typeface="Consolas" panose="020B0609020204030204" pitchFamily="49" charset="0"/>
              </a:rPr>
              <a:t>.</a:t>
            </a:r>
            <a:r>
              <a:rPr lang="nl-BE" b="0" err="1">
                <a:solidFill>
                  <a:srgbClr val="001080"/>
                </a:solidFill>
                <a:effectLst/>
                <a:highlight>
                  <a:srgbClr val="FFFFFF"/>
                </a:highlight>
                <a:latin typeface="Consolas" panose="020B0609020204030204" pitchFamily="49" charset="0"/>
              </a:rPr>
              <a:t>size</a:t>
            </a:r>
            <a:r>
              <a:rPr lang="nl-BE" b="0">
                <a:solidFill>
                  <a:srgbClr val="3B3B3B"/>
                </a:solidFill>
                <a:effectLst/>
                <a:highlight>
                  <a:srgbClr val="FFFFFF"/>
                </a:highlight>
                <a:latin typeface="Consolas" panose="020B0609020204030204" pitchFamily="49" charset="0"/>
              </a:rPr>
              <a:t>)</a:t>
            </a:r>
          </a:p>
        </p:txBody>
      </p:sp>
      <p:pic>
        <p:nvPicPr>
          <p:cNvPr id="5" name="Picture 4">
            <a:extLst>
              <a:ext uri="{FF2B5EF4-FFF2-40B4-BE49-F238E27FC236}">
                <a16:creationId xmlns:a16="http://schemas.microsoft.com/office/drawing/2014/main" id="{42F9A1D5-7FC7-C82F-09D3-C65BDDA5443E}"/>
              </a:ext>
            </a:extLst>
          </p:cNvPr>
          <p:cNvPicPr>
            <a:picLocks noChangeAspect="1"/>
          </p:cNvPicPr>
          <p:nvPr/>
        </p:nvPicPr>
        <p:blipFill>
          <a:blip r:embed="rId2"/>
          <a:stretch>
            <a:fillRect/>
          </a:stretch>
        </p:blipFill>
        <p:spPr>
          <a:xfrm>
            <a:off x="7910404" y="2705708"/>
            <a:ext cx="2717386" cy="2784070"/>
          </a:xfrm>
          <a:prstGeom prst="rect">
            <a:avLst/>
          </a:prstGeom>
          <a:ln>
            <a:solidFill>
              <a:schemeClr val="tx1"/>
            </a:solidFill>
          </a:ln>
        </p:spPr>
      </p:pic>
    </p:spTree>
    <p:extLst>
      <p:ext uri="{BB962C8B-B14F-4D97-AF65-F5344CB8AC3E}">
        <p14:creationId xmlns:p14="http://schemas.microsoft.com/office/powerpoint/2010/main" val="3800344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CA0E7-6FE8-2A8C-912E-609F9CC28C07}"/>
              </a:ext>
            </a:extLst>
          </p:cNvPr>
          <p:cNvSpPr>
            <a:spLocks noGrp="1"/>
          </p:cNvSpPr>
          <p:nvPr>
            <p:ph type="title"/>
          </p:nvPr>
        </p:nvSpPr>
        <p:spPr/>
        <p:txBody>
          <a:bodyPr/>
          <a:lstStyle/>
          <a:p>
            <a:r>
              <a:rPr lang="en-US" noProof="0"/>
              <a:t>Arithmetic operations</a:t>
            </a:r>
          </a:p>
        </p:txBody>
      </p:sp>
      <p:sp>
        <p:nvSpPr>
          <p:cNvPr id="3" name="Content Placeholder 2">
            <a:extLst>
              <a:ext uri="{FF2B5EF4-FFF2-40B4-BE49-F238E27FC236}">
                <a16:creationId xmlns:a16="http://schemas.microsoft.com/office/drawing/2014/main" id="{F44885A0-ABF7-C101-4C1B-FD00D6FD9EBD}"/>
              </a:ext>
            </a:extLst>
          </p:cNvPr>
          <p:cNvSpPr>
            <a:spLocks noGrp="1"/>
          </p:cNvSpPr>
          <p:nvPr>
            <p:ph idx="1"/>
          </p:nvPr>
        </p:nvSpPr>
        <p:spPr/>
        <p:txBody>
          <a:bodyPr>
            <a:normAutofit lnSpcReduction="10000"/>
          </a:bodyPr>
          <a:lstStyle/>
          <a:p>
            <a:r>
              <a:rPr lang="en-US" noProof="0"/>
              <a:t>There are often cases when you want to carry out an operation between an array and a single number (you can also call this an operation between a vector and a scalar). </a:t>
            </a:r>
          </a:p>
          <a:p>
            <a:r>
              <a:rPr lang="en-US" noProof="0"/>
              <a:t>Say, for example, an array represents the distance in miles, and you want to convert it to kilometers. You can simply say data * 1.6:</a:t>
            </a:r>
          </a:p>
          <a:p>
            <a:pPr marL="0" indent="0">
              <a:buNone/>
            </a:pPr>
            <a:br>
              <a:rPr lang="en-US" noProof="0"/>
            </a:br>
            <a:br>
              <a:rPr lang="en-US" noProof="0"/>
            </a:br>
            <a:endParaRPr lang="en-US" noProof="0"/>
          </a:p>
          <a:p>
            <a:endParaRPr lang="en-US" noProof="0"/>
          </a:p>
          <a:p>
            <a:r>
              <a:rPr lang="en-US" noProof="0"/>
              <a:t>See how NumPy understood that operation to mean that the multiplication should happen with each cell. That concept is called </a:t>
            </a:r>
            <a:r>
              <a:rPr lang="en-US" b="1" noProof="0"/>
              <a:t>broadcasting.</a:t>
            </a:r>
            <a:r>
              <a:rPr lang="en-US" noProof="0"/>
              <a:t> </a:t>
            </a:r>
          </a:p>
        </p:txBody>
      </p:sp>
      <p:sp>
        <p:nvSpPr>
          <p:cNvPr id="4" name="Slide Number Placeholder 3">
            <a:extLst>
              <a:ext uri="{FF2B5EF4-FFF2-40B4-BE49-F238E27FC236}">
                <a16:creationId xmlns:a16="http://schemas.microsoft.com/office/drawing/2014/main" id="{4DBD50DE-018B-BCD1-1A44-9572F2832321}"/>
              </a:ext>
            </a:extLst>
          </p:cNvPr>
          <p:cNvSpPr>
            <a:spLocks noGrp="1"/>
          </p:cNvSpPr>
          <p:nvPr>
            <p:ph type="sldNum" sz="quarter" idx="12"/>
          </p:nvPr>
        </p:nvSpPr>
        <p:spPr/>
        <p:txBody>
          <a:bodyPr/>
          <a:lstStyle/>
          <a:p>
            <a:fld id="{FE1B3154-47D9-4402-8EDB-E791933DC0B9}" type="slidenum">
              <a:rPr lang="nl-BE" smtClean="0"/>
              <a:pPr/>
              <a:t>11</a:t>
            </a:fld>
            <a:endParaRPr lang="nl-BE"/>
          </a:p>
        </p:txBody>
      </p:sp>
      <p:pic>
        <p:nvPicPr>
          <p:cNvPr id="7" name="Picture 6">
            <a:extLst>
              <a:ext uri="{FF2B5EF4-FFF2-40B4-BE49-F238E27FC236}">
                <a16:creationId xmlns:a16="http://schemas.microsoft.com/office/drawing/2014/main" id="{998B012D-5DF7-39BE-E101-A636A4EDB702}"/>
              </a:ext>
            </a:extLst>
          </p:cNvPr>
          <p:cNvPicPr>
            <a:picLocks noChangeAspect="1"/>
          </p:cNvPicPr>
          <p:nvPr/>
        </p:nvPicPr>
        <p:blipFill>
          <a:blip r:embed="rId2"/>
          <a:stretch>
            <a:fillRect/>
          </a:stretch>
        </p:blipFill>
        <p:spPr>
          <a:xfrm>
            <a:off x="1547812" y="3748110"/>
            <a:ext cx="9096375" cy="1238250"/>
          </a:xfrm>
          <a:prstGeom prst="rect">
            <a:avLst/>
          </a:prstGeom>
        </p:spPr>
      </p:pic>
    </p:spTree>
    <p:extLst>
      <p:ext uri="{BB962C8B-B14F-4D97-AF65-F5344CB8AC3E}">
        <p14:creationId xmlns:p14="http://schemas.microsoft.com/office/powerpoint/2010/main" val="688847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407D2-6A94-8B20-5070-6754D57041C5}"/>
              </a:ext>
            </a:extLst>
          </p:cNvPr>
          <p:cNvSpPr>
            <a:spLocks noGrp="1"/>
          </p:cNvSpPr>
          <p:nvPr>
            <p:ph type="title"/>
          </p:nvPr>
        </p:nvSpPr>
        <p:spPr/>
        <p:txBody>
          <a:bodyPr/>
          <a:lstStyle/>
          <a:p>
            <a:r>
              <a:rPr lang="en-US" noProof="0"/>
              <a:t>Arithmetic operations</a:t>
            </a:r>
          </a:p>
        </p:txBody>
      </p:sp>
      <p:sp>
        <p:nvSpPr>
          <p:cNvPr id="3" name="Content Placeholder 2">
            <a:extLst>
              <a:ext uri="{FF2B5EF4-FFF2-40B4-BE49-F238E27FC236}">
                <a16:creationId xmlns:a16="http://schemas.microsoft.com/office/drawing/2014/main" id="{E556D6CB-B7D5-4E77-96B7-60F70121F26D}"/>
              </a:ext>
            </a:extLst>
          </p:cNvPr>
          <p:cNvSpPr>
            <a:spLocks noGrp="1"/>
          </p:cNvSpPr>
          <p:nvPr>
            <p:ph idx="1"/>
          </p:nvPr>
        </p:nvSpPr>
        <p:spPr/>
        <p:txBody>
          <a:bodyPr/>
          <a:lstStyle/>
          <a:p>
            <a:r>
              <a:rPr lang="en-US" noProof="0"/>
              <a:t>You can add and multiply matrices using arithmetic operators (+-*/) if the two matrices are the same size. NumPy handles those as position-wise operations:</a:t>
            </a:r>
          </a:p>
        </p:txBody>
      </p:sp>
      <p:sp>
        <p:nvSpPr>
          <p:cNvPr id="4" name="Slide Number Placeholder 3">
            <a:extLst>
              <a:ext uri="{FF2B5EF4-FFF2-40B4-BE49-F238E27FC236}">
                <a16:creationId xmlns:a16="http://schemas.microsoft.com/office/drawing/2014/main" id="{666170C4-D332-DED2-C22B-B41661E2F8AA}"/>
              </a:ext>
            </a:extLst>
          </p:cNvPr>
          <p:cNvSpPr>
            <a:spLocks noGrp="1"/>
          </p:cNvSpPr>
          <p:nvPr>
            <p:ph type="sldNum" sz="quarter" idx="12"/>
          </p:nvPr>
        </p:nvSpPr>
        <p:spPr/>
        <p:txBody>
          <a:bodyPr/>
          <a:lstStyle/>
          <a:p>
            <a:fld id="{FE1B3154-47D9-4402-8EDB-E791933DC0B9}" type="slidenum">
              <a:rPr lang="nl-BE" smtClean="0"/>
              <a:pPr/>
              <a:t>12</a:t>
            </a:fld>
            <a:endParaRPr lang="nl-BE"/>
          </a:p>
        </p:txBody>
      </p:sp>
      <p:pic>
        <p:nvPicPr>
          <p:cNvPr id="7" name="Picture 6">
            <a:extLst>
              <a:ext uri="{FF2B5EF4-FFF2-40B4-BE49-F238E27FC236}">
                <a16:creationId xmlns:a16="http://schemas.microsoft.com/office/drawing/2014/main" id="{0B89B904-93A5-950C-11E4-A6316A5B81BF}"/>
              </a:ext>
            </a:extLst>
          </p:cNvPr>
          <p:cNvPicPr>
            <a:picLocks noChangeAspect="1"/>
          </p:cNvPicPr>
          <p:nvPr/>
        </p:nvPicPr>
        <p:blipFill>
          <a:blip r:embed="rId2"/>
          <a:stretch>
            <a:fillRect/>
          </a:stretch>
        </p:blipFill>
        <p:spPr>
          <a:xfrm>
            <a:off x="859620" y="4948490"/>
            <a:ext cx="4403656" cy="1407860"/>
          </a:xfrm>
          <a:prstGeom prst="rect">
            <a:avLst/>
          </a:prstGeom>
        </p:spPr>
      </p:pic>
      <p:pic>
        <p:nvPicPr>
          <p:cNvPr id="9" name="Picture 8">
            <a:extLst>
              <a:ext uri="{FF2B5EF4-FFF2-40B4-BE49-F238E27FC236}">
                <a16:creationId xmlns:a16="http://schemas.microsoft.com/office/drawing/2014/main" id="{2E9E6324-2A9D-35E7-CE4C-A5E1D8D32F8F}"/>
              </a:ext>
            </a:extLst>
          </p:cNvPr>
          <p:cNvPicPr>
            <a:picLocks noChangeAspect="1"/>
          </p:cNvPicPr>
          <p:nvPr/>
        </p:nvPicPr>
        <p:blipFill>
          <a:blip r:embed="rId3"/>
          <a:stretch>
            <a:fillRect/>
          </a:stretch>
        </p:blipFill>
        <p:spPr>
          <a:xfrm>
            <a:off x="765871" y="2947882"/>
            <a:ext cx="10924715" cy="1586427"/>
          </a:xfrm>
          <a:prstGeom prst="rect">
            <a:avLst/>
          </a:prstGeom>
        </p:spPr>
      </p:pic>
    </p:spTree>
    <p:extLst>
      <p:ext uri="{BB962C8B-B14F-4D97-AF65-F5344CB8AC3E}">
        <p14:creationId xmlns:p14="http://schemas.microsoft.com/office/powerpoint/2010/main" val="2219686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4C577-96EF-1087-B59F-231D3F1F5A89}"/>
              </a:ext>
            </a:extLst>
          </p:cNvPr>
          <p:cNvSpPr>
            <a:spLocks noGrp="1"/>
          </p:cNvSpPr>
          <p:nvPr>
            <p:ph type="title"/>
          </p:nvPr>
        </p:nvSpPr>
        <p:spPr/>
        <p:txBody>
          <a:bodyPr/>
          <a:lstStyle/>
          <a:p>
            <a:r>
              <a:rPr lang="en-US" noProof="0"/>
              <a:t>Arithmetic operations</a:t>
            </a:r>
          </a:p>
        </p:txBody>
      </p:sp>
      <p:sp>
        <p:nvSpPr>
          <p:cNvPr id="3" name="Content Placeholder 2">
            <a:extLst>
              <a:ext uri="{FF2B5EF4-FFF2-40B4-BE49-F238E27FC236}">
                <a16:creationId xmlns:a16="http://schemas.microsoft.com/office/drawing/2014/main" id="{D0D09781-0868-63A3-4F62-651A30B0BC62}"/>
              </a:ext>
            </a:extLst>
          </p:cNvPr>
          <p:cNvSpPr>
            <a:spLocks noGrp="1"/>
          </p:cNvSpPr>
          <p:nvPr>
            <p:ph idx="1"/>
          </p:nvPr>
        </p:nvSpPr>
        <p:spPr/>
        <p:txBody>
          <a:bodyPr/>
          <a:lstStyle/>
          <a:p>
            <a:r>
              <a:rPr lang="en-US" noProof="0" dirty="0"/>
              <a:t>NumPy broadcasting is a mechanism that enables element-wise operations on arrays of different shapes by automatically "stretching" the smaller array along the appropriate dimensions to match the larger array's shape, all without creating unnecessary copies of the data. </a:t>
            </a:r>
          </a:p>
          <a:p>
            <a:r>
              <a:rPr lang="en-US" noProof="0" dirty="0"/>
              <a:t>This process requires that the array dimensions are compatible, meaning they are either equal or one of them is 1 (i.e. has just one row or one column)</a:t>
            </a:r>
          </a:p>
          <a:p>
            <a:endParaRPr lang="en-US" noProof="0" dirty="0"/>
          </a:p>
          <a:p>
            <a:endParaRPr lang="en-US" noProof="0" dirty="0"/>
          </a:p>
        </p:txBody>
      </p:sp>
      <p:sp>
        <p:nvSpPr>
          <p:cNvPr id="4" name="Slide Number Placeholder 3">
            <a:extLst>
              <a:ext uri="{FF2B5EF4-FFF2-40B4-BE49-F238E27FC236}">
                <a16:creationId xmlns:a16="http://schemas.microsoft.com/office/drawing/2014/main" id="{26B3D3E8-D611-63E1-C7D6-CC31CCCB02A0}"/>
              </a:ext>
            </a:extLst>
          </p:cNvPr>
          <p:cNvSpPr>
            <a:spLocks noGrp="1"/>
          </p:cNvSpPr>
          <p:nvPr>
            <p:ph type="sldNum" sz="quarter" idx="12"/>
          </p:nvPr>
        </p:nvSpPr>
        <p:spPr/>
        <p:txBody>
          <a:bodyPr/>
          <a:lstStyle/>
          <a:p>
            <a:fld id="{FE1B3154-47D9-4402-8EDB-E791933DC0B9}" type="slidenum">
              <a:rPr lang="nl-BE" smtClean="0"/>
              <a:pPr/>
              <a:t>13</a:t>
            </a:fld>
            <a:endParaRPr lang="nl-BE"/>
          </a:p>
        </p:txBody>
      </p:sp>
      <p:pic>
        <p:nvPicPr>
          <p:cNvPr id="6" name="Picture 5">
            <a:extLst>
              <a:ext uri="{FF2B5EF4-FFF2-40B4-BE49-F238E27FC236}">
                <a16:creationId xmlns:a16="http://schemas.microsoft.com/office/drawing/2014/main" id="{D4CCD8F2-5EC6-8A74-7FC0-2229622FDD62}"/>
              </a:ext>
            </a:extLst>
          </p:cNvPr>
          <p:cNvPicPr>
            <a:picLocks noChangeAspect="1"/>
          </p:cNvPicPr>
          <p:nvPr/>
        </p:nvPicPr>
        <p:blipFill>
          <a:blip r:embed="rId3"/>
          <a:stretch>
            <a:fillRect/>
          </a:stretch>
        </p:blipFill>
        <p:spPr>
          <a:xfrm>
            <a:off x="2144013" y="4510263"/>
            <a:ext cx="7903973" cy="2028649"/>
          </a:xfrm>
          <a:prstGeom prst="rect">
            <a:avLst/>
          </a:prstGeom>
        </p:spPr>
      </p:pic>
    </p:spTree>
    <p:extLst>
      <p:ext uri="{BB962C8B-B14F-4D97-AF65-F5344CB8AC3E}">
        <p14:creationId xmlns:p14="http://schemas.microsoft.com/office/powerpoint/2010/main" val="1956784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A4D83-E95A-DD7C-8F3C-C8A164077969}"/>
              </a:ext>
            </a:extLst>
          </p:cNvPr>
          <p:cNvSpPr>
            <a:spLocks noGrp="1"/>
          </p:cNvSpPr>
          <p:nvPr>
            <p:ph type="title"/>
          </p:nvPr>
        </p:nvSpPr>
        <p:spPr/>
        <p:txBody>
          <a:bodyPr/>
          <a:lstStyle/>
          <a:p>
            <a:r>
              <a:rPr lang="en-US" noProof="0"/>
              <a:t>Arithmetic operations</a:t>
            </a:r>
          </a:p>
        </p:txBody>
      </p:sp>
      <p:sp>
        <p:nvSpPr>
          <p:cNvPr id="3" name="Content Placeholder 2">
            <a:extLst>
              <a:ext uri="{FF2B5EF4-FFF2-40B4-BE49-F238E27FC236}">
                <a16:creationId xmlns:a16="http://schemas.microsoft.com/office/drawing/2014/main" id="{32E3D0E1-9F6A-5C4B-E62F-2488EEACEFEC}"/>
              </a:ext>
            </a:extLst>
          </p:cNvPr>
          <p:cNvSpPr>
            <a:spLocks noGrp="1"/>
          </p:cNvSpPr>
          <p:nvPr>
            <p:ph idx="1"/>
          </p:nvPr>
        </p:nvSpPr>
        <p:spPr/>
        <p:txBody>
          <a:bodyPr/>
          <a:lstStyle/>
          <a:p>
            <a:r>
              <a:rPr lang="en-US" noProof="0"/>
              <a:t>A key distinction to make with position-wise arithmetic is the case of matrix multiplication using the dot product. </a:t>
            </a:r>
          </a:p>
          <a:p>
            <a:r>
              <a:rPr lang="en-US" noProof="0"/>
              <a:t>NumPy gives every matrix a dot() method to carry-out dot product operations with other matrices</a:t>
            </a:r>
          </a:p>
        </p:txBody>
      </p:sp>
      <p:sp>
        <p:nvSpPr>
          <p:cNvPr id="4" name="Slide Number Placeholder 3">
            <a:extLst>
              <a:ext uri="{FF2B5EF4-FFF2-40B4-BE49-F238E27FC236}">
                <a16:creationId xmlns:a16="http://schemas.microsoft.com/office/drawing/2014/main" id="{14FDA4E9-4B65-9E22-4960-84EE64B0670C}"/>
              </a:ext>
            </a:extLst>
          </p:cNvPr>
          <p:cNvSpPr>
            <a:spLocks noGrp="1"/>
          </p:cNvSpPr>
          <p:nvPr>
            <p:ph type="sldNum" sz="quarter" idx="12"/>
          </p:nvPr>
        </p:nvSpPr>
        <p:spPr/>
        <p:txBody>
          <a:bodyPr/>
          <a:lstStyle/>
          <a:p>
            <a:fld id="{FE1B3154-47D9-4402-8EDB-E791933DC0B9}" type="slidenum">
              <a:rPr lang="nl-BE" smtClean="0"/>
              <a:pPr/>
              <a:t>14</a:t>
            </a:fld>
            <a:endParaRPr lang="nl-BE"/>
          </a:p>
        </p:txBody>
      </p:sp>
      <p:pic>
        <p:nvPicPr>
          <p:cNvPr id="7" name="Picture 6">
            <a:extLst>
              <a:ext uri="{FF2B5EF4-FFF2-40B4-BE49-F238E27FC236}">
                <a16:creationId xmlns:a16="http://schemas.microsoft.com/office/drawing/2014/main" id="{6EABBA05-F95E-207D-B789-97B4E9B454CC}"/>
              </a:ext>
            </a:extLst>
          </p:cNvPr>
          <p:cNvPicPr>
            <a:picLocks noChangeAspect="1"/>
          </p:cNvPicPr>
          <p:nvPr/>
        </p:nvPicPr>
        <p:blipFill>
          <a:blip r:embed="rId2"/>
          <a:stretch>
            <a:fillRect/>
          </a:stretch>
        </p:blipFill>
        <p:spPr>
          <a:xfrm>
            <a:off x="1204699" y="3638408"/>
            <a:ext cx="9182100" cy="2228850"/>
          </a:xfrm>
          <a:prstGeom prst="rect">
            <a:avLst/>
          </a:prstGeom>
        </p:spPr>
      </p:pic>
    </p:spTree>
    <p:extLst>
      <p:ext uri="{BB962C8B-B14F-4D97-AF65-F5344CB8AC3E}">
        <p14:creationId xmlns:p14="http://schemas.microsoft.com/office/powerpoint/2010/main" val="2498421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92A43-2B58-41E3-DC9A-87CA6086AD51}"/>
              </a:ext>
            </a:extLst>
          </p:cNvPr>
          <p:cNvSpPr>
            <a:spLocks noGrp="1"/>
          </p:cNvSpPr>
          <p:nvPr>
            <p:ph type="title"/>
          </p:nvPr>
        </p:nvSpPr>
        <p:spPr/>
        <p:txBody>
          <a:bodyPr/>
          <a:lstStyle/>
          <a:p>
            <a:r>
              <a:rPr lang="en-US" noProof="0"/>
              <a:t>Extracting specific items from an array</a:t>
            </a:r>
          </a:p>
        </p:txBody>
      </p:sp>
      <p:sp>
        <p:nvSpPr>
          <p:cNvPr id="4" name="Slide Number Placeholder 3">
            <a:extLst>
              <a:ext uri="{FF2B5EF4-FFF2-40B4-BE49-F238E27FC236}">
                <a16:creationId xmlns:a16="http://schemas.microsoft.com/office/drawing/2014/main" id="{2A178BFC-21B5-62C0-5735-8F9B71756972}"/>
              </a:ext>
            </a:extLst>
          </p:cNvPr>
          <p:cNvSpPr>
            <a:spLocks noGrp="1"/>
          </p:cNvSpPr>
          <p:nvPr>
            <p:ph type="sldNum" sz="quarter" idx="12"/>
          </p:nvPr>
        </p:nvSpPr>
        <p:spPr/>
        <p:txBody>
          <a:bodyPr/>
          <a:lstStyle/>
          <a:p>
            <a:fld id="{FE1B3154-47D9-4402-8EDB-E791933DC0B9}" type="slidenum">
              <a:rPr lang="nl-BE" smtClean="0"/>
              <a:pPr/>
              <a:t>15</a:t>
            </a:fld>
            <a:endParaRPr lang="nl-BE"/>
          </a:p>
        </p:txBody>
      </p:sp>
      <p:grpSp>
        <p:nvGrpSpPr>
          <p:cNvPr id="16" name="Group 15">
            <a:extLst>
              <a:ext uri="{FF2B5EF4-FFF2-40B4-BE49-F238E27FC236}">
                <a16:creationId xmlns:a16="http://schemas.microsoft.com/office/drawing/2014/main" id="{318E59A4-F7DF-C88A-F977-80BD93546766}"/>
              </a:ext>
            </a:extLst>
          </p:cNvPr>
          <p:cNvGrpSpPr/>
          <p:nvPr/>
        </p:nvGrpSpPr>
        <p:grpSpPr>
          <a:xfrm>
            <a:off x="343915" y="2325990"/>
            <a:ext cx="2985428" cy="2989510"/>
            <a:chOff x="354425" y="1906353"/>
            <a:chExt cx="2985428" cy="2989510"/>
          </a:xfrm>
        </p:grpSpPr>
        <p:graphicFrame>
          <p:nvGraphicFramePr>
            <p:cNvPr id="8" name="Table 5">
              <a:extLst>
                <a:ext uri="{FF2B5EF4-FFF2-40B4-BE49-F238E27FC236}">
                  <a16:creationId xmlns:a16="http://schemas.microsoft.com/office/drawing/2014/main" id="{5594955D-3D5D-2A67-B3CA-5F40788D3532}"/>
                </a:ext>
              </a:extLst>
            </p:cNvPr>
            <p:cNvGraphicFramePr>
              <a:graphicFrameLocks/>
            </p:cNvGraphicFramePr>
            <p:nvPr>
              <p:extLst>
                <p:ext uri="{D42A27DB-BD31-4B8C-83A1-F6EECF244321}">
                  <p14:modId xmlns:p14="http://schemas.microsoft.com/office/powerpoint/2010/main" val="2452410706"/>
                </p:ext>
              </p:extLst>
            </p:nvPr>
          </p:nvGraphicFramePr>
          <p:xfrm>
            <a:off x="1143970" y="2579383"/>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tc>
                  <a:tc>
                    <a:txBody>
                      <a:bodyPr/>
                      <a:lstStyle/>
                      <a:p>
                        <a:pPr algn="ctr"/>
                        <a:r>
                          <a:rPr lang="en-US" sz="3200"/>
                          <a:t>2</a:t>
                        </a:r>
                      </a:p>
                    </a:txBody>
                    <a:tcPr/>
                  </a:tc>
                  <a:tc>
                    <a:txBody>
                      <a:bodyPr/>
                      <a:lstStyle/>
                      <a:p>
                        <a:pPr algn="ctr"/>
                        <a:r>
                          <a:rPr lang="en-US" sz="3200"/>
                          <a:t>3</a:t>
                        </a:r>
                      </a:p>
                    </a:txBody>
                    <a:tcPr/>
                  </a:tc>
                  <a:extLst>
                    <a:ext uri="{0D108BD9-81ED-4DB2-BD59-A6C34878D82A}">
                      <a16:rowId xmlns:a16="http://schemas.microsoft.com/office/drawing/2014/main" val="2144062658"/>
                    </a:ext>
                  </a:extLst>
                </a:tr>
                <a:tr h="0">
                  <a:tc>
                    <a:txBody>
                      <a:bodyPr/>
                      <a:lstStyle/>
                      <a:p>
                        <a:pPr algn="ctr"/>
                        <a:r>
                          <a:rPr lang="en-US" sz="3200"/>
                          <a:t>4</a:t>
                        </a:r>
                      </a:p>
                    </a:txBody>
                    <a:tcPr/>
                  </a:tc>
                  <a:tc>
                    <a:txBody>
                      <a:bodyPr/>
                      <a:lstStyle/>
                      <a:p>
                        <a:pPr algn="ctr"/>
                        <a:r>
                          <a:rPr lang="en-US" sz="3200"/>
                          <a:t>5</a:t>
                        </a:r>
                      </a:p>
                    </a:txBody>
                    <a:tcPr/>
                  </a:tc>
                  <a:tc>
                    <a:txBody>
                      <a:bodyPr/>
                      <a:lstStyle/>
                      <a:p>
                        <a:pPr algn="ctr"/>
                        <a:r>
                          <a:rPr lang="en-US" sz="3200"/>
                          <a:t>6</a:t>
                        </a:r>
                      </a:p>
                    </a:txBody>
                    <a:tcPr/>
                  </a:tc>
                  <a:extLst>
                    <a:ext uri="{0D108BD9-81ED-4DB2-BD59-A6C34878D82A}">
                      <a16:rowId xmlns:a16="http://schemas.microsoft.com/office/drawing/2014/main" val="1070387239"/>
                    </a:ext>
                  </a:extLst>
                </a:tr>
                <a:tr h="0">
                  <a:tc>
                    <a:txBody>
                      <a:bodyPr/>
                      <a:lstStyle/>
                      <a:p>
                        <a:pPr algn="ctr"/>
                        <a:r>
                          <a:rPr lang="en-US" sz="3200"/>
                          <a:t>7</a:t>
                        </a:r>
                      </a:p>
                    </a:txBody>
                    <a:tcPr/>
                  </a:tc>
                  <a:tc>
                    <a:txBody>
                      <a:bodyPr/>
                      <a:lstStyle/>
                      <a:p>
                        <a:pPr algn="ctr"/>
                        <a:r>
                          <a:rPr lang="en-US" sz="3200"/>
                          <a:t>8</a:t>
                        </a:r>
                      </a:p>
                    </a:txBody>
                    <a:tcPr>
                      <a:solidFill>
                        <a:schemeClr val="accent1">
                          <a:lumMod val="60000"/>
                          <a:lumOff val="40000"/>
                        </a:schemeClr>
                      </a:solidFill>
                    </a:tcPr>
                  </a:tc>
                  <a:tc>
                    <a:txBody>
                      <a:bodyPr/>
                      <a:lstStyle/>
                      <a:p>
                        <a:pPr algn="ctr"/>
                        <a:r>
                          <a:rPr lang="en-US" sz="3200"/>
                          <a:t>9</a:t>
                        </a:r>
                      </a:p>
                    </a:txBody>
                    <a:tcPr/>
                  </a:tc>
                  <a:extLst>
                    <a:ext uri="{0D108BD9-81ED-4DB2-BD59-A6C34878D82A}">
                      <a16:rowId xmlns:a16="http://schemas.microsoft.com/office/drawing/2014/main" val="2802962279"/>
                    </a:ext>
                  </a:extLst>
                </a:tr>
                <a:tr h="0">
                  <a:tc>
                    <a:txBody>
                      <a:bodyPr/>
                      <a:lstStyle/>
                      <a:p>
                        <a:pPr algn="ctr"/>
                        <a:r>
                          <a:rPr lang="en-US" sz="3200"/>
                          <a:t>10</a:t>
                        </a:r>
                      </a:p>
                    </a:txBody>
                    <a:tcPr/>
                  </a:tc>
                  <a:tc>
                    <a:txBody>
                      <a:bodyPr/>
                      <a:lstStyle/>
                      <a:p>
                        <a:pPr algn="ctr"/>
                        <a:r>
                          <a:rPr lang="en-US" sz="3200"/>
                          <a:t>11</a:t>
                        </a:r>
                      </a:p>
                    </a:txBody>
                    <a:tcPr/>
                  </a:tc>
                  <a:tc>
                    <a:txBody>
                      <a:bodyPr/>
                      <a:lstStyle/>
                      <a:p>
                        <a:pPr algn="ctr"/>
                        <a:r>
                          <a:rPr lang="en-US" sz="3200"/>
                          <a:t>12</a:t>
                        </a:r>
                      </a:p>
                    </a:txBody>
                    <a:tcPr/>
                  </a:tc>
                  <a:extLst>
                    <a:ext uri="{0D108BD9-81ED-4DB2-BD59-A6C34878D82A}">
                      <a16:rowId xmlns:a16="http://schemas.microsoft.com/office/drawing/2014/main" val="1884871092"/>
                    </a:ext>
                  </a:extLst>
                </a:tr>
              </a:tbl>
            </a:graphicData>
          </a:graphic>
        </p:graphicFrame>
        <p:sp>
          <p:nvSpPr>
            <p:cNvPr id="13" name="TextBox 12">
              <a:extLst>
                <a:ext uri="{FF2B5EF4-FFF2-40B4-BE49-F238E27FC236}">
                  <a16:creationId xmlns:a16="http://schemas.microsoft.com/office/drawing/2014/main" id="{621F9493-FE83-1918-BD27-092B86DE79CE}"/>
                </a:ext>
              </a:extLst>
            </p:cNvPr>
            <p:cNvSpPr txBox="1"/>
            <p:nvPr/>
          </p:nvSpPr>
          <p:spPr>
            <a:xfrm>
              <a:off x="354425" y="4372643"/>
              <a:ext cx="367408" cy="523220"/>
            </a:xfrm>
            <a:prstGeom prst="rect">
              <a:avLst/>
            </a:prstGeom>
            <a:noFill/>
          </p:spPr>
          <p:txBody>
            <a:bodyPr wrap="none" rtlCol="0">
              <a:spAutoFit/>
            </a:bodyPr>
            <a:lstStyle/>
            <a:p>
              <a:r>
                <a:rPr lang="en-US" sz="2800">
                  <a:solidFill>
                    <a:srgbClr val="4584B6"/>
                  </a:solidFill>
                </a:rPr>
                <a:t>3</a:t>
              </a:r>
            </a:p>
          </p:txBody>
        </p:sp>
        <p:sp>
          <p:nvSpPr>
            <p:cNvPr id="15" name="TextBox 14">
              <a:extLst>
                <a:ext uri="{FF2B5EF4-FFF2-40B4-BE49-F238E27FC236}">
                  <a16:creationId xmlns:a16="http://schemas.microsoft.com/office/drawing/2014/main" id="{D48D9B1D-FA08-0A18-5221-FFF0297CA72F}"/>
                </a:ext>
              </a:extLst>
            </p:cNvPr>
            <p:cNvSpPr txBox="1"/>
            <p:nvPr/>
          </p:nvSpPr>
          <p:spPr>
            <a:xfrm>
              <a:off x="2853785" y="1906353"/>
              <a:ext cx="367408" cy="523220"/>
            </a:xfrm>
            <a:prstGeom prst="rect">
              <a:avLst/>
            </a:prstGeom>
            <a:noFill/>
          </p:spPr>
          <p:txBody>
            <a:bodyPr wrap="none" rtlCol="0">
              <a:spAutoFit/>
            </a:bodyPr>
            <a:lstStyle/>
            <a:p>
              <a:r>
                <a:rPr lang="en-US" sz="2800">
                  <a:solidFill>
                    <a:srgbClr val="FFC000"/>
                  </a:solidFill>
                </a:rPr>
                <a:t>2</a:t>
              </a:r>
            </a:p>
          </p:txBody>
        </p:sp>
        <p:sp>
          <p:nvSpPr>
            <p:cNvPr id="3" name="TextBox 2">
              <a:extLst>
                <a:ext uri="{FF2B5EF4-FFF2-40B4-BE49-F238E27FC236}">
                  <a16:creationId xmlns:a16="http://schemas.microsoft.com/office/drawing/2014/main" id="{D34AEBC7-7950-4214-B100-44A0F1E2F03A}"/>
                </a:ext>
              </a:extLst>
            </p:cNvPr>
            <p:cNvSpPr txBox="1"/>
            <p:nvPr/>
          </p:nvSpPr>
          <p:spPr>
            <a:xfrm>
              <a:off x="354425" y="3737623"/>
              <a:ext cx="367408" cy="523220"/>
            </a:xfrm>
            <a:prstGeom prst="rect">
              <a:avLst/>
            </a:prstGeom>
            <a:noFill/>
          </p:spPr>
          <p:txBody>
            <a:bodyPr wrap="none" rtlCol="0">
              <a:spAutoFit/>
            </a:bodyPr>
            <a:lstStyle/>
            <a:p>
              <a:r>
                <a:rPr lang="en-US" sz="2800">
                  <a:solidFill>
                    <a:srgbClr val="4584B6"/>
                  </a:solidFill>
                </a:rPr>
                <a:t>2</a:t>
              </a:r>
            </a:p>
          </p:txBody>
        </p:sp>
        <p:sp>
          <p:nvSpPr>
            <p:cNvPr id="5" name="TextBox 4">
              <a:extLst>
                <a:ext uri="{FF2B5EF4-FFF2-40B4-BE49-F238E27FC236}">
                  <a16:creationId xmlns:a16="http://schemas.microsoft.com/office/drawing/2014/main" id="{CF2483EA-1056-5E93-97DD-CEFDE1203E19}"/>
                </a:ext>
              </a:extLst>
            </p:cNvPr>
            <p:cNvSpPr txBox="1"/>
            <p:nvPr/>
          </p:nvSpPr>
          <p:spPr>
            <a:xfrm>
              <a:off x="354425" y="3120377"/>
              <a:ext cx="367408" cy="523220"/>
            </a:xfrm>
            <a:prstGeom prst="rect">
              <a:avLst/>
            </a:prstGeom>
            <a:noFill/>
          </p:spPr>
          <p:txBody>
            <a:bodyPr wrap="none" rtlCol="0">
              <a:spAutoFit/>
            </a:bodyPr>
            <a:lstStyle/>
            <a:p>
              <a:r>
                <a:rPr lang="en-US" sz="2800">
                  <a:solidFill>
                    <a:srgbClr val="4584B6"/>
                  </a:solidFill>
                </a:rPr>
                <a:t>1</a:t>
              </a:r>
            </a:p>
          </p:txBody>
        </p:sp>
        <p:sp>
          <p:nvSpPr>
            <p:cNvPr id="6" name="TextBox 5">
              <a:extLst>
                <a:ext uri="{FF2B5EF4-FFF2-40B4-BE49-F238E27FC236}">
                  <a16:creationId xmlns:a16="http://schemas.microsoft.com/office/drawing/2014/main" id="{06A2FCF5-3087-DB57-595C-DD1F1A60C241}"/>
                </a:ext>
              </a:extLst>
            </p:cNvPr>
            <p:cNvSpPr txBox="1"/>
            <p:nvPr/>
          </p:nvSpPr>
          <p:spPr>
            <a:xfrm>
              <a:off x="354425" y="2515734"/>
              <a:ext cx="367408" cy="523220"/>
            </a:xfrm>
            <a:prstGeom prst="rect">
              <a:avLst/>
            </a:prstGeom>
            <a:noFill/>
          </p:spPr>
          <p:txBody>
            <a:bodyPr wrap="none" rtlCol="0">
              <a:spAutoFit/>
            </a:bodyPr>
            <a:lstStyle/>
            <a:p>
              <a:r>
                <a:rPr lang="en-US" sz="2800">
                  <a:solidFill>
                    <a:srgbClr val="4584B6"/>
                  </a:solidFill>
                </a:rPr>
                <a:t>0</a:t>
              </a:r>
            </a:p>
          </p:txBody>
        </p:sp>
        <p:sp>
          <p:nvSpPr>
            <p:cNvPr id="7" name="TextBox 6">
              <a:extLst>
                <a:ext uri="{FF2B5EF4-FFF2-40B4-BE49-F238E27FC236}">
                  <a16:creationId xmlns:a16="http://schemas.microsoft.com/office/drawing/2014/main" id="{DAB31DEC-2C60-486A-FE09-AD660375E4DF}"/>
                </a:ext>
              </a:extLst>
            </p:cNvPr>
            <p:cNvSpPr txBox="1"/>
            <p:nvPr/>
          </p:nvSpPr>
          <p:spPr>
            <a:xfrm>
              <a:off x="2058207" y="1906353"/>
              <a:ext cx="367408" cy="523220"/>
            </a:xfrm>
            <a:prstGeom prst="rect">
              <a:avLst/>
            </a:prstGeom>
            <a:noFill/>
          </p:spPr>
          <p:txBody>
            <a:bodyPr wrap="none" rtlCol="0">
              <a:spAutoFit/>
            </a:bodyPr>
            <a:lstStyle/>
            <a:p>
              <a:r>
                <a:rPr lang="en-US" sz="2800">
                  <a:solidFill>
                    <a:srgbClr val="FFC000"/>
                  </a:solidFill>
                </a:rPr>
                <a:t>1</a:t>
              </a:r>
            </a:p>
          </p:txBody>
        </p:sp>
        <p:sp>
          <p:nvSpPr>
            <p:cNvPr id="10" name="TextBox 9">
              <a:extLst>
                <a:ext uri="{FF2B5EF4-FFF2-40B4-BE49-F238E27FC236}">
                  <a16:creationId xmlns:a16="http://schemas.microsoft.com/office/drawing/2014/main" id="{E0956E44-BF62-AB2D-D8C5-A6F15B5FDA5E}"/>
                </a:ext>
              </a:extLst>
            </p:cNvPr>
            <p:cNvSpPr txBox="1"/>
            <p:nvPr/>
          </p:nvSpPr>
          <p:spPr>
            <a:xfrm>
              <a:off x="1262629" y="1906353"/>
              <a:ext cx="367408" cy="523220"/>
            </a:xfrm>
            <a:prstGeom prst="rect">
              <a:avLst/>
            </a:prstGeom>
            <a:noFill/>
          </p:spPr>
          <p:txBody>
            <a:bodyPr wrap="none" rtlCol="0">
              <a:spAutoFit/>
            </a:bodyPr>
            <a:lstStyle/>
            <a:p>
              <a:r>
                <a:rPr lang="en-US" sz="2800">
                  <a:solidFill>
                    <a:srgbClr val="FFC000"/>
                  </a:solidFill>
                </a:rPr>
                <a:t>0</a:t>
              </a:r>
            </a:p>
          </p:txBody>
        </p:sp>
      </p:grpSp>
      <p:sp>
        <p:nvSpPr>
          <p:cNvPr id="17" name="TextBox 16">
            <a:extLst>
              <a:ext uri="{FF2B5EF4-FFF2-40B4-BE49-F238E27FC236}">
                <a16:creationId xmlns:a16="http://schemas.microsoft.com/office/drawing/2014/main" id="{F9BE95A3-F3FA-7A9B-9AAA-9675A93A1D77}"/>
              </a:ext>
            </a:extLst>
          </p:cNvPr>
          <p:cNvSpPr txBox="1"/>
          <p:nvPr/>
        </p:nvSpPr>
        <p:spPr>
          <a:xfrm>
            <a:off x="1315293" y="1652960"/>
            <a:ext cx="1527982" cy="523220"/>
          </a:xfrm>
          <a:prstGeom prst="rect">
            <a:avLst/>
          </a:prstGeom>
          <a:noFill/>
        </p:spPr>
        <p:txBody>
          <a:bodyPr wrap="none" rtlCol="0">
            <a:spAutoFit/>
          </a:bodyPr>
          <a:lstStyle/>
          <a:p>
            <a:r>
              <a:rPr lang="en-US" sz="2800" err="1"/>
              <a:t>arr</a:t>
            </a:r>
            <a:r>
              <a:rPr lang="en-US" sz="2800"/>
              <a:t>[ </a:t>
            </a:r>
            <a:r>
              <a:rPr lang="en-US" sz="2800">
                <a:solidFill>
                  <a:srgbClr val="4584B6"/>
                </a:solidFill>
              </a:rPr>
              <a:t>2</a:t>
            </a:r>
            <a:r>
              <a:rPr lang="en-US" sz="2800"/>
              <a:t> , </a:t>
            </a:r>
            <a:r>
              <a:rPr lang="en-US" sz="2800">
                <a:solidFill>
                  <a:srgbClr val="FFC000"/>
                </a:solidFill>
              </a:rPr>
              <a:t>1</a:t>
            </a:r>
            <a:r>
              <a:rPr lang="en-US" sz="2800"/>
              <a:t>]</a:t>
            </a:r>
          </a:p>
        </p:txBody>
      </p:sp>
      <p:grpSp>
        <p:nvGrpSpPr>
          <p:cNvPr id="18" name="Group 17">
            <a:extLst>
              <a:ext uri="{FF2B5EF4-FFF2-40B4-BE49-F238E27FC236}">
                <a16:creationId xmlns:a16="http://schemas.microsoft.com/office/drawing/2014/main" id="{4B330C11-1144-00CE-A1C9-52FBF43508B8}"/>
              </a:ext>
            </a:extLst>
          </p:cNvPr>
          <p:cNvGrpSpPr/>
          <p:nvPr/>
        </p:nvGrpSpPr>
        <p:grpSpPr>
          <a:xfrm>
            <a:off x="4006771" y="2325990"/>
            <a:ext cx="2985428" cy="2989510"/>
            <a:chOff x="354425" y="1906353"/>
            <a:chExt cx="2985428" cy="2989510"/>
          </a:xfrm>
        </p:grpSpPr>
        <p:graphicFrame>
          <p:nvGraphicFramePr>
            <p:cNvPr id="19" name="Table 5">
              <a:extLst>
                <a:ext uri="{FF2B5EF4-FFF2-40B4-BE49-F238E27FC236}">
                  <a16:creationId xmlns:a16="http://schemas.microsoft.com/office/drawing/2014/main" id="{D6991405-E41B-9F10-7711-EC4DA1F4AB02}"/>
                </a:ext>
              </a:extLst>
            </p:cNvPr>
            <p:cNvGraphicFramePr>
              <a:graphicFrameLocks/>
            </p:cNvGraphicFramePr>
            <p:nvPr>
              <p:extLst>
                <p:ext uri="{D42A27DB-BD31-4B8C-83A1-F6EECF244321}">
                  <p14:modId xmlns:p14="http://schemas.microsoft.com/office/powerpoint/2010/main" val="1056576954"/>
                </p:ext>
              </p:extLst>
            </p:nvPr>
          </p:nvGraphicFramePr>
          <p:xfrm>
            <a:off x="1143970" y="2579383"/>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noFill/>
                    </a:tcPr>
                  </a:tc>
                  <a:tc>
                    <a:txBody>
                      <a:bodyPr/>
                      <a:lstStyle/>
                      <a:p>
                        <a:pPr algn="ctr"/>
                        <a:r>
                          <a:rPr lang="en-US" sz="3200"/>
                          <a:t>2</a:t>
                        </a:r>
                      </a:p>
                    </a:txBody>
                    <a:tcPr>
                      <a:noFill/>
                    </a:tcPr>
                  </a:tc>
                  <a:tc>
                    <a:txBody>
                      <a:bodyPr/>
                      <a:lstStyle/>
                      <a:p>
                        <a:pPr algn="ctr"/>
                        <a:r>
                          <a:rPr lang="en-US" sz="3200"/>
                          <a:t>3</a:t>
                        </a:r>
                      </a:p>
                    </a:txBody>
                    <a:tcPr>
                      <a:noFill/>
                    </a:tcPr>
                  </a:tc>
                  <a:extLst>
                    <a:ext uri="{0D108BD9-81ED-4DB2-BD59-A6C34878D82A}">
                      <a16:rowId xmlns:a16="http://schemas.microsoft.com/office/drawing/2014/main" val="2144062658"/>
                    </a:ext>
                  </a:extLst>
                </a:tr>
                <a:tr h="0">
                  <a:tc>
                    <a:txBody>
                      <a:bodyPr/>
                      <a:lstStyle/>
                      <a:p>
                        <a:pPr algn="ctr"/>
                        <a:r>
                          <a:rPr lang="en-US" sz="3200"/>
                          <a:t>4</a:t>
                        </a:r>
                      </a:p>
                    </a:txBody>
                    <a:tcPr>
                      <a:solidFill>
                        <a:schemeClr val="accent1">
                          <a:lumMod val="60000"/>
                          <a:lumOff val="40000"/>
                        </a:schemeClr>
                      </a:solidFill>
                    </a:tcPr>
                  </a:tc>
                  <a:tc>
                    <a:txBody>
                      <a:bodyPr/>
                      <a:lstStyle/>
                      <a:p>
                        <a:pPr algn="ctr"/>
                        <a:r>
                          <a:rPr lang="en-US" sz="3200"/>
                          <a:t>5</a:t>
                        </a:r>
                      </a:p>
                    </a:txBody>
                    <a:tcPr>
                      <a:solidFill>
                        <a:schemeClr val="accent1">
                          <a:lumMod val="60000"/>
                          <a:lumOff val="40000"/>
                        </a:schemeClr>
                      </a:solidFill>
                    </a:tcPr>
                  </a:tc>
                  <a:tc>
                    <a:txBody>
                      <a:bodyPr/>
                      <a:lstStyle/>
                      <a:p>
                        <a:pPr algn="ctr"/>
                        <a:r>
                          <a:rPr lang="en-US" sz="3200"/>
                          <a:t>6</a:t>
                        </a:r>
                      </a:p>
                    </a:txBody>
                    <a:tcPr>
                      <a:solidFill>
                        <a:schemeClr val="accent1">
                          <a:lumMod val="60000"/>
                          <a:lumOff val="40000"/>
                        </a:schemeClr>
                      </a:solidFill>
                    </a:tcPr>
                  </a:tc>
                  <a:extLst>
                    <a:ext uri="{0D108BD9-81ED-4DB2-BD59-A6C34878D82A}">
                      <a16:rowId xmlns:a16="http://schemas.microsoft.com/office/drawing/2014/main" val="1070387239"/>
                    </a:ext>
                  </a:extLst>
                </a:tr>
                <a:tr h="0">
                  <a:tc>
                    <a:txBody>
                      <a:bodyPr/>
                      <a:lstStyle/>
                      <a:p>
                        <a:pPr algn="ctr"/>
                        <a:r>
                          <a:rPr lang="en-US" sz="3200"/>
                          <a:t>7</a:t>
                        </a:r>
                      </a:p>
                    </a:txBody>
                    <a:tcPr>
                      <a:solidFill>
                        <a:schemeClr val="accent1">
                          <a:lumMod val="60000"/>
                          <a:lumOff val="40000"/>
                        </a:schemeClr>
                      </a:solidFill>
                    </a:tcPr>
                  </a:tc>
                  <a:tc>
                    <a:txBody>
                      <a:bodyPr/>
                      <a:lstStyle/>
                      <a:p>
                        <a:pPr algn="ctr"/>
                        <a:r>
                          <a:rPr lang="en-US" sz="3200"/>
                          <a:t>8</a:t>
                        </a:r>
                      </a:p>
                    </a:txBody>
                    <a:tcPr>
                      <a:solidFill>
                        <a:schemeClr val="accent1">
                          <a:lumMod val="60000"/>
                          <a:lumOff val="40000"/>
                        </a:schemeClr>
                      </a:solidFill>
                    </a:tcPr>
                  </a:tc>
                  <a:tc>
                    <a:txBody>
                      <a:bodyPr/>
                      <a:lstStyle/>
                      <a:p>
                        <a:pPr algn="ctr"/>
                        <a:r>
                          <a:rPr lang="en-US" sz="3200"/>
                          <a:t>9</a:t>
                        </a:r>
                      </a:p>
                    </a:txBody>
                    <a:tcPr>
                      <a:solidFill>
                        <a:schemeClr val="accent1">
                          <a:lumMod val="60000"/>
                          <a:lumOff val="40000"/>
                        </a:schemeClr>
                      </a:solidFill>
                    </a:tcPr>
                  </a:tc>
                  <a:extLst>
                    <a:ext uri="{0D108BD9-81ED-4DB2-BD59-A6C34878D82A}">
                      <a16:rowId xmlns:a16="http://schemas.microsoft.com/office/drawing/2014/main" val="2802962279"/>
                    </a:ext>
                  </a:extLst>
                </a:tr>
                <a:tr h="0">
                  <a:tc>
                    <a:txBody>
                      <a:bodyPr/>
                      <a:lstStyle/>
                      <a:p>
                        <a:pPr algn="ctr"/>
                        <a:r>
                          <a:rPr lang="en-US" sz="3200"/>
                          <a:t>10</a:t>
                        </a:r>
                      </a:p>
                    </a:txBody>
                    <a:tcPr>
                      <a:solidFill>
                        <a:schemeClr val="accent1">
                          <a:lumMod val="60000"/>
                          <a:lumOff val="40000"/>
                        </a:schemeClr>
                      </a:solidFill>
                    </a:tcPr>
                  </a:tc>
                  <a:tc>
                    <a:txBody>
                      <a:bodyPr/>
                      <a:lstStyle/>
                      <a:p>
                        <a:pPr algn="ctr"/>
                        <a:r>
                          <a:rPr lang="en-US" sz="3200"/>
                          <a:t>11</a:t>
                        </a:r>
                      </a:p>
                    </a:txBody>
                    <a:tcPr>
                      <a:solidFill>
                        <a:schemeClr val="accent1">
                          <a:lumMod val="60000"/>
                          <a:lumOff val="40000"/>
                        </a:schemeClr>
                      </a:solidFill>
                    </a:tcPr>
                  </a:tc>
                  <a:tc>
                    <a:txBody>
                      <a:bodyPr/>
                      <a:lstStyle/>
                      <a:p>
                        <a:pPr algn="ctr"/>
                        <a:r>
                          <a:rPr lang="en-US" sz="3200"/>
                          <a:t>12</a:t>
                        </a:r>
                      </a:p>
                    </a:txBody>
                    <a:tcPr>
                      <a:solidFill>
                        <a:schemeClr val="accent1">
                          <a:lumMod val="60000"/>
                          <a:lumOff val="40000"/>
                        </a:schemeClr>
                      </a:solidFill>
                    </a:tcPr>
                  </a:tc>
                  <a:extLst>
                    <a:ext uri="{0D108BD9-81ED-4DB2-BD59-A6C34878D82A}">
                      <a16:rowId xmlns:a16="http://schemas.microsoft.com/office/drawing/2014/main" val="1884871092"/>
                    </a:ext>
                  </a:extLst>
                </a:tr>
              </a:tbl>
            </a:graphicData>
          </a:graphic>
        </p:graphicFrame>
        <p:sp>
          <p:nvSpPr>
            <p:cNvPr id="20" name="TextBox 19">
              <a:extLst>
                <a:ext uri="{FF2B5EF4-FFF2-40B4-BE49-F238E27FC236}">
                  <a16:creationId xmlns:a16="http://schemas.microsoft.com/office/drawing/2014/main" id="{A6A141F7-2022-D457-32EF-81AE24A2AF0C}"/>
                </a:ext>
              </a:extLst>
            </p:cNvPr>
            <p:cNvSpPr txBox="1"/>
            <p:nvPr/>
          </p:nvSpPr>
          <p:spPr>
            <a:xfrm>
              <a:off x="354425" y="4372643"/>
              <a:ext cx="367408" cy="523220"/>
            </a:xfrm>
            <a:prstGeom prst="rect">
              <a:avLst/>
            </a:prstGeom>
            <a:noFill/>
          </p:spPr>
          <p:txBody>
            <a:bodyPr wrap="none" rtlCol="0">
              <a:spAutoFit/>
            </a:bodyPr>
            <a:lstStyle/>
            <a:p>
              <a:r>
                <a:rPr lang="en-US" sz="2800">
                  <a:solidFill>
                    <a:srgbClr val="4584B6"/>
                  </a:solidFill>
                </a:rPr>
                <a:t>3</a:t>
              </a:r>
            </a:p>
          </p:txBody>
        </p:sp>
        <p:sp>
          <p:nvSpPr>
            <p:cNvPr id="21" name="TextBox 20">
              <a:extLst>
                <a:ext uri="{FF2B5EF4-FFF2-40B4-BE49-F238E27FC236}">
                  <a16:creationId xmlns:a16="http://schemas.microsoft.com/office/drawing/2014/main" id="{9D5E0D59-EA96-7F57-C381-56239B6EAD3A}"/>
                </a:ext>
              </a:extLst>
            </p:cNvPr>
            <p:cNvSpPr txBox="1"/>
            <p:nvPr/>
          </p:nvSpPr>
          <p:spPr>
            <a:xfrm>
              <a:off x="2853785" y="1906353"/>
              <a:ext cx="367408" cy="523220"/>
            </a:xfrm>
            <a:prstGeom prst="rect">
              <a:avLst/>
            </a:prstGeom>
            <a:noFill/>
          </p:spPr>
          <p:txBody>
            <a:bodyPr wrap="none" rtlCol="0">
              <a:spAutoFit/>
            </a:bodyPr>
            <a:lstStyle/>
            <a:p>
              <a:r>
                <a:rPr lang="en-US" sz="2800">
                  <a:solidFill>
                    <a:srgbClr val="FFC000"/>
                  </a:solidFill>
                </a:rPr>
                <a:t>2</a:t>
              </a:r>
            </a:p>
          </p:txBody>
        </p:sp>
        <p:sp>
          <p:nvSpPr>
            <p:cNvPr id="22" name="TextBox 21">
              <a:extLst>
                <a:ext uri="{FF2B5EF4-FFF2-40B4-BE49-F238E27FC236}">
                  <a16:creationId xmlns:a16="http://schemas.microsoft.com/office/drawing/2014/main" id="{5DECC8FB-08EB-978D-B41D-176EDA0597D3}"/>
                </a:ext>
              </a:extLst>
            </p:cNvPr>
            <p:cNvSpPr txBox="1"/>
            <p:nvPr/>
          </p:nvSpPr>
          <p:spPr>
            <a:xfrm>
              <a:off x="354425" y="3737623"/>
              <a:ext cx="367408" cy="523220"/>
            </a:xfrm>
            <a:prstGeom prst="rect">
              <a:avLst/>
            </a:prstGeom>
            <a:noFill/>
          </p:spPr>
          <p:txBody>
            <a:bodyPr wrap="none" rtlCol="0">
              <a:spAutoFit/>
            </a:bodyPr>
            <a:lstStyle/>
            <a:p>
              <a:r>
                <a:rPr lang="en-US" sz="2800">
                  <a:solidFill>
                    <a:srgbClr val="4584B6"/>
                  </a:solidFill>
                </a:rPr>
                <a:t>2</a:t>
              </a:r>
            </a:p>
          </p:txBody>
        </p:sp>
        <p:sp>
          <p:nvSpPr>
            <p:cNvPr id="23" name="TextBox 22">
              <a:extLst>
                <a:ext uri="{FF2B5EF4-FFF2-40B4-BE49-F238E27FC236}">
                  <a16:creationId xmlns:a16="http://schemas.microsoft.com/office/drawing/2014/main" id="{E2C215C0-9A52-D4BA-F494-867D008FD2D7}"/>
                </a:ext>
              </a:extLst>
            </p:cNvPr>
            <p:cNvSpPr txBox="1"/>
            <p:nvPr/>
          </p:nvSpPr>
          <p:spPr>
            <a:xfrm>
              <a:off x="354425" y="3120377"/>
              <a:ext cx="367408" cy="523220"/>
            </a:xfrm>
            <a:prstGeom prst="rect">
              <a:avLst/>
            </a:prstGeom>
            <a:noFill/>
          </p:spPr>
          <p:txBody>
            <a:bodyPr wrap="none" rtlCol="0">
              <a:spAutoFit/>
            </a:bodyPr>
            <a:lstStyle/>
            <a:p>
              <a:r>
                <a:rPr lang="en-US" sz="2800">
                  <a:solidFill>
                    <a:srgbClr val="4584B6"/>
                  </a:solidFill>
                </a:rPr>
                <a:t>1</a:t>
              </a:r>
            </a:p>
          </p:txBody>
        </p:sp>
        <p:sp>
          <p:nvSpPr>
            <p:cNvPr id="24" name="TextBox 23">
              <a:extLst>
                <a:ext uri="{FF2B5EF4-FFF2-40B4-BE49-F238E27FC236}">
                  <a16:creationId xmlns:a16="http://schemas.microsoft.com/office/drawing/2014/main" id="{0C39B690-B2C9-25D9-E3EA-92489EF1F77B}"/>
                </a:ext>
              </a:extLst>
            </p:cNvPr>
            <p:cNvSpPr txBox="1"/>
            <p:nvPr/>
          </p:nvSpPr>
          <p:spPr>
            <a:xfrm>
              <a:off x="354425" y="2515734"/>
              <a:ext cx="367408" cy="523220"/>
            </a:xfrm>
            <a:prstGeom prst="rect">
              <a:avLst/>
            </a:prstGeom>
            <a:noFill/>
          </p:spPr>
          <p:txBody>
            <a:bodyPr wrap="none" rtlCol="0">
              <a:spAutoFit/>
            </a:bodyPr>
            <a:lstStyle/>
            <a:p>
              <a:r>
                <a:rPr lang="en-US" sz="2800">
                  <a:solidFill>
                    <a:srgbClr val="4584B6"/>
                  </a:solidFill>
                </a:rPr>
                <a:t>0</a:t>
              </a:r>
            </a:p>
          </p:txBody>
        </p:sp>
        <p:sp>
          <p:nvSpPr>
            <p:cNvPr id="25" name="TextBox 24">
              <a:extLst>
                <a:ext uri="{FF2B5EF4-FFF2-40B4-BE49-F238E27FC236}">
                  <a16:creationId xmlns:a16="http://schemas.microsoft.com/office/drawing/2014/main" id="{841F52A6-E23D-E012-3522-8DC4AB09195C}"/>
                </a:ext>
              </a:extLst>
            </p:cNvPr>
            <p:cNvSpPr txBox="1"/>
            <p:nvPr/>
          </p:nvSpPr>
          <p:spPr>
            <a:xfrm>
              <a:off x="2058207" y="1906353"/>
              <a:ext cx="367408" cy="523220"/>
            </a:xfrm>
            <a:prstGeom prst="rect">
              <a:avLst/>
            </a:prstGeom>
            <a:noFill/>
          </p:spPr>
          <p:txBody>
            <a:bodyPr wrap="none" rtlCol="0">
              <a:spAutoFit/>
            </a:bodyPr>
            <a:lstStyle/>
            <a:p>
              <a:r>
                <a:rPr lang="en-US" sz="2800">
                  <a:solidFill>
                    <a:srgbClr val="FFC000"/>
                  </a:solidFill>
                </a:rPr>
                <a:t>1</a:t>
              </a:r>
            </a:p>
          </p:txBody>
        </p:sp>
        <p:sp>
          <p:nvSpPr>
            <p:cNvPr id="26" name="TextBox 25">
              <a:extLst>
                <a:ext uri="{FF2B5EF4-FFF2-40B4-BE49-F238E27FC236}">
                  <a16:creationId xmlns:a16="http://schemas.microsoft.com/office/drawing/2014/main" id="{D95881DF-C19C-55D4-1B0B-F6C853DA9FB4}"/>
                </a:ext>
              </a:extLst>
            </p:cNvPr>
            <p:cNvSpPr txBox="1"/>
            <p:nvPr/>
          </p:nvSpPr>
          <p:spPr>
            <a:xfrm>
              <a:off x="1262629" y="1906353"/>
              <a:ext cx="367408" cy="523220"/>
            </a:xfrm>
            <a:prstGeom prst="rect">
              <a:avLst/>
            </a:prstGeom>
            <a:noFill/>
          </p:spPr>
          <p:txBody>
            <a:bodyPr wrap="none" rtlCol="0">
              <a:spAutoFit/>
            </a:bodyPr>
            <a:lstStyle/>
            <a:p>
              <a:r>
                <a:rPr lang="en-US" sz="2800">
                  <a:solidFill>
                    <a:srgbClr val="FFC000"/>
                  </a:solidFill>
                </a:rPr>
                <a:t>0</a:t>
              </a:r>
            </a:p>
          </p:txBody>
        </p:sp>
      </p:grpSp>
      <p:sp>
        <p:nvSpPr>
          <p:cNvPr id="27" name="TextBox 26">
            <a:extLst>
              <a:ext uri="{FF2B5EF4-FFF2-40B4-BE49-F238E27FC236}">
                <a16:creationId xmlns:a16="http://schemas.microsoft.com/office/drawing/2014/main" id="{25912D6F-507B-6A0B-8A86-A67E407D6DFE}"/>
              </a:ext>
            </a:extLst>
          </p:cNvPr>
          <p:cNvSpPr txBox="1"/>
          <p:nvPr/>
        </p:nvSpPr>
        <p:spPr>
          <a:xfrm>
            <a:off x="5098679" y="1666306"/>
            <a:ext cx="1289135" cy="523220"/>
          </a:xfrm>
          <a:prstGeom prst="rect">
            <a:avLst/>
          </a:prstGeom>
          <a:noFill/>
        </p:spPr>
        <p:txBody>
          <a:bodyPr wrap="none" rtlCol="0">
            <a:spAutoFit/>
          </a:bodyPr>
          <a:lstStyle/>
          <a:p>
            <a:r>
              <a:rPr lang="en-US" sz="2800" err="1"/>
              <a:t>arr</a:t>
            </a:r>
            <a:r>
              <a:rPr lang="en-US" sz="2800"/>
              <a:t>[</a:t>
            </a:r>
            <a:r>
              <a:rPr lang="en-US" sz="2800">
                <a:solidFill>
                  <a:srgbClr val="4584B6"/>
                </a:solidFill>
              </a:rPr>
              <a:t>1:4</a:t>
            </a:r>
            <a:r>
              <a:rPr lang="en-US" sz="2800"/>
              <a:t>]</a:t>
            </a:r>
          </a:p>
        </p:txBody>
      </p:sp>
      <p:grpSp>
        <p:nvGrpSpPr>
          <p:cNvPr id="37" name="Group 36">
            <a:extLst>
              <a:ext uri="{FF2B5EF4-FFF2-40B4-BE49-F238E27FC236}">
                <a16:creationId xmlns:a16="http://schemas.microsoft.com/office/drawing/2014/main" id="{896B65E9-C988-D463-FAA8-5FEB4B3B1891}"/>
              </a:ext>
            </a:extLst>
          </p:cNvPr>
          <p:cNvGrpSpPr/>
          <p:nvPr/>
        </p:nvGrpSpPr>
        <p:grpSpPr>
          <a:xfrm>
            <a:off x="7954453" y="2325990"/>
            <a:ext cx="2985428" cy="2989510"/>
            <a:chOff x="354425" y="1906353"/>
            <a:chExt cx="2985428" cy="2989510"/>
          </a:xfrm>
        </p:grpSpPr>
        <p:graphicFrame>
          <p:nvGraphicFramePr>
            <p:cNvPr id="38" name="Table 5">
              <a:extLst>
                <a:ext uri="{FF2B5EF4-FFF2-40B4-BE49-F238E27FC236}">
                  <a16:creationId xmlns:a16="http://schemas.microsoft.com/office/drawing/2014/main" id="{21121A3F-1DE7-EE81-B6FC-AB8CDBC82CDF}"/>
                </a:ext>
              </a:extLst>
            </p:cNvPr>
            <p:cNvGraphicFramePr>
              <a:graphicFrameLocks/>
            </p:cNvGraphicFramePr>
            <p:nvPr>
              <p:extLst>
                <p:ext uri="{D42A27DB-BD31-4B8C-83A1-F6EECF244321}">
                  <p14:modId xmlns:p14="http://schemas.microsoft.com/office/powerpoint/2010/main" val="3599158893"/>
                </p:ext>
              </p:extLst>
            </p:nvPr>
          </p:nvGraphicFramePr>
          <p:xfrm>
            <a:off x="1143970" y="2579383"/>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solidFill>
                        <a:schemeClr val="accent1">
                          <a:lumMod val="60000"/>
                          <a:lumOff val="40000"/>
                        </a:schemeClr>
                      </a:solidFill>
                    </a:tcPr>
                  </a:tc>
                  <a:tc>
                    <a:txBody>
                      <a:bodyPr/>
                      <a:lstStyle/>
                      <a:p>
                        <a:pPr algn="ctr"/>
                        <a:r>
                          <a:rPr lang="en-US" sz="3200"/>
                          <a:t>2</a:t>
                        </a:r>
                      </a:p>
                    </a:txBody>
                    <a:tcPr>
                      <a:solidFill>
                        <a:schemeClr val="accent1">
                          <a:lumMod val="60000"/>
                          <a:lumOff val="40000"/>
                        </a:schemeClr>
                      </a:solidFill>
                    </a:tcPr>
                  </a:tc>
                  <a:tc>
                    <a:txBody>
                      <a:bodyPr/>
                      <a:lstStyle/>
                      <a:p>
                        <a:pPr algn="ctr"/>
                        <a:r>
                          <a:rPr lang="en-US" sz="3200"/>
                          <a:t>3</a:t>
                        </a:r>
                      </a:p>
                    </a:txBody>
                    <a:tcPr/>
                  </a:tc>
                  <a:extLst>
                    <a:ext uri="{0D108BD9-81ED-4DB2-BD59-A6C34878D82A}">
                      <a16:rowId xmlns:a16="http://schemas.microsoft.com/office/drawing/2014/main" val="2144062658"/>
                    </a:ext>
                  </a:extLst>
                </a:tr>
                <a:tr h="0">
                  <a:tc>
                    <a:txBody>
                      <a:bodyPr/>
                      <a:lstStyle/>
                      <a:p>
                        <a:pPr algn="ctr"/>
                        <a:r>
                          <a:rPr lang="en-US" sz="3200"/>
                          <a:t>4</a:t>
                        </a:r>
                      </a:p>
                    </a:txBody>
                    <a:tcPr>
                      <a:solidFill>
                        <a:schemeClr val="accent1">
                          <a:lumMod val="60000"/>
                          <a:lumOff val="40000"/>
                        </a:schemeClr>
                      </a:solidFill>
                    </a:tcPr>
                  </a:tc>
                  <a:tc>
                    <a:txBody>
                      <a:bodyPr/>
                      <a:lstStyle/>
                      <a:p>
                        <a:pPr algn="ctr"/>
                        <a:r>
                          <a:rPr lang="en-US" sz="3200"/>
                          <a:t>5</a:t>
                        </a:r>
                      </a:p>
                    </a:txBody>
                    <a:tcPr>
                      <a:solidFill>
                        <a:schemeClr val="accent1">
                          <a:lumMod val="60000"/>
                          <a:lumOff val="40000"/>
                        </a:schemeClr>
                      </a:solidFill>
                    </a:tcPr>
                  </a:tc>
                  <a:tc>
                    <a:txBody>
                      <a:bodyPr/>
                      <a:lstStyle/>
                      <a:p>
                        <a:pPr algn="ctr"/>
                        <a:r>
                          <a:rPr lang="en-US" sz="3200"/>
                          <a:t>6</a:t>
                        </a:r>
                      </a:p>
                    </a:txBody>
                    <a:tcPr/>
                  </a:tc>
                  <a:extLst>
                    <a:ext uri="{0D108BD9-81ED-4DB2-BD59-A6C34878D82A}">
                      <a16:rowId xmlns:a16="http://schemas.microsoft.com/office/drawing/2014/main" val="1070387239"/>
                    </a:ext>
                  </a:extLst>
                </a:tr>
                <a:tr h="0">
                  <a:tc>
                    <a:txBody>
                      <a:bodyPr/>
                      <a:lstStyle/>
                      <a:p>
                        <a:pPr algn="ctr"/>
                        <a:r>
                          <a:rPr lang="en-US" sz="3200"/>
                          <a:t>7</a:t>
                        </a:r>
                      </a:p>
                    </a:txBody>
                    <a:tcPr>
                      <a:solidFill>
                        <a:schemeClr val="accent1">
                          <a:lumMod val="60000"/>
                          <a:lumOff val="40000"/>
                        </a:schemeClr>
                      </a:solidFill>
                    </a:tcPr>
                  </a:tc>
                  <a:tc>
                    <a:txBody>
                      <a:bodyPr/>
                      <a:lstStyle/>
                      <a:p>
                        <a:pPr algn="ctr"/>
                        <a:r>
                          <a:rPr lang="en-US" sz="3200"/>
                          <a:t>8</a:t>
                        </a:r>
                      </a:p>
                    </a:txBody>
                    <a:tcPr>
                      <a:solidFill>
                        <a:schemeClr val="accent1">
                          <a:lumMod val="60000"/>
                          <a:lumOff val="40000"/>
                        </a:schemeClr>
                      </a:solidFill>
                    </a:tcPr>
                  </a:tc>
                  <a:tc>
                    <a:txBody>
                      <a:bodyPr/>
                      <a:lstStyle/>
                      <a:p>
                        <a:pPr algn="ctr"/>
                        <a:r>
                          <a:rPr lang="en-US" sz="3200"/>
                          <a:t>9</a:t>
                        </a:r>
                      </a:p>
                    </a:txBody>
                    <a:tcPr/>
                  </a:tc>
                  <a:extLst>
                    <a:ext uri="{0D108BD9-81ED-4DB2-BD59-A6C34878D82A}">
                      <a16:rowId xmlns:a16="http://schemas.microsoft.com/office/drawing/2014/main" val="2802962279"/>
                    </a:ext>
                  </a:extLst>
                </a:tr>
                <a:tr h="0">
                  <a:tc>
                    <a:txBody>
                      <a:bodyPr/>
                      <a:lstStyle/>
                      <a:p>
                        <a:pPr algn="ctr"/>
                        <a:r>
                          <a:rPr lang="en-US" sz="3200"/>
                          <a:t>10</a:t>
                        </a:r>
                      </a:p>
                    </a:txBody>
                    <a:tcPr/>
                  </a:tc>
                  <a:tc>
                    <a:txBody>
                      <a:bodyPr/>
                      <a:lstStyle/>
                      <a:p>
                        <a:pPr algn="ctr"/>
                        <a:r>
                          <a:rPr lang="en-US" sz="3200"/>
                          <a:t>11</a:t>
                        </a:r>
                      </a:p>
                    </a:txBody>
                    <a:tcPr/>
                  </a:tc>
                  <a:tc>
                    <a:txBody>
                      <a:bodyPr/>
                      <a:lstStyle/>
                      <a:p>
                        <a:pPr algn="ctr"/>
                        <a:r>
                          <a:rPr lang="en-US" sz="3200"/>
                          <a:t>12</a:t>
                        </a:r>
                      </a:p>
                    </a:txBody>
                    <a:tcPr/>
                  </a:tc>
                  <a:extLst>
                    <a:ext uri="{0D108BD9-81ED-4DB2-BD59-A6C34878D82A}">
                      <a16:rowId xmlns:a16="http://schemas.microsoft.com/office/drawing/2014/main" val="1884871092"/>
                    </a:ext>
                  </a:extLst>
                </a:tr>
              </a:tbl>
            </a:graphicData>
          </a:graphic>
        </p:graphicFrame>
        <p:sp>
          <p:nvSpPr>
            <p:cNvPr id="39" name="TextBox 38">
              <a:extLst>
                <a:ext uri="{FF2B5EF4-FFF2-40B4-BE49-F238E27FC236}">
                  <a16:creationId xmlns:a16="http://schemas.microsoft.com/office/drawing/2014/main" id="{C48CAC39-C36E-1AD8-9281-21A3B0B22260}"/>
                </a:ext>
              </a:extLst>
            </p:cNvPr>
            <p:cNvSpPr txBox="1"/>
            <p:nvPr/>
          </p:nvSpPr>
          <p:spPr>
            <a:xfrm>
              <a:off x="354425" y="4372643"/>
              <a:ext cx="367408" cy="523220"/>
            </a:xfrm>
            <a:prstGeom prst="rect">
              <a:avLst/>
            </a:prstGeom>
            <a:noFill/>
          </p:spPr>
          <p:txBody>
            <a:bodyPr wrap="none" rtlCol="0">
              <a:spAutoFit/>
            </a:bodyPr>
            <a:lstStyle/>
            <a:p>
              <a:r>
                <a:rPr lang="en-US" sz="2800">
                  <a:solidFill>
                    <a:srgbClr val="4584B6"/>
                  </a:solidFill>
                </a:rPr>
                <a:t>3</a:t>
              </a:r>
            </a:p>
          </p:txBody>
        </p:sp>
        <p:sp>
          <p:nvSpPr>
            <p:cNvPr id="40" name="TextBox 39">
              <a:extLst>
                <a:ext uri="{FF2B5EF4-FFF2-40B4-BE49-F238E27FC236}">
                  <a16:creationId xmlns:a16="http://schemas.microsoft.com/office/drawing/2014/main" id="{19EBBDC5-232C-D099-82D2-92A5FC3ED995}"/>
                </a:ext>
              </a:extLst>
            </p:cNvPr>
            <p:cNvSpPr txBox="1"/>
            <p:nvPr/>
          </p:nvSpPr>
          <p:spPr>
            <a:xfrm>
              <a:off x="2853785" y="1906353"/>
              <a:ext cx="367408" cy="523220"/>
            </a:xfrm>
            <a:prstGeom prst="rect">
              <a:avLst/>
            </a:prstGeom>
            <a:noFill/>
          </p:spPr>
          <p:txBody>
            <a:bodyPr wrap="none" rtlCol="0">
              <a:spAutoFit/>
            </a:bodyPr>
            <a:lstStyle/>
            <a:p>
              <a:r>
                <a:rPr lang="en-US" sz="2800">
                  <a:solidFill>
                    <a:srgbClr val="FFC000"/>
                  </a:solidFill>
                </a:rPr>
                <a:t>2</a:t>
              </a:r>
            </a:p>
          </p:txBody>
        </p:sp>
        <p:sp>
          <p:nvSpPr>
            <p:cNvPr id="41" name="TextBox 40">
              <a:extLst>
                <a:ext uri="{FF2B5EF4-FFF2-40B4-BE49-F238E27FC236}">
                  <a16:creationId xmlns:a16="http://schemas.microsoft.com/office/drawing/2014/main" id="{CDB0F2B7-1978-57B3-542E-39D40DAA8F2D}"/>
                </a:ext>
              </a:extLst>
            </p:cNvPr>
            <p:cNvSpPr txBox="1"/>
            <p:nvPr/>
          </p:nvSpPr>
          <p:spPr>
            <a:xfrm>
              <a:off x="354425" y="3737623"/>
              <a:ext cx="367408" cy="523220"/>
            </a:xfrm>
            <a:prstGeom prst="rect">
              <a:avLst/>
            </a:prstGeom>
            <a:noFill/>
          </p:spPr>
          <p:txBody>
            <a:bodyPr wrap="none" rtlCol="0">
              <a:spAutoFit/>
            </a:bodyPr>
            <a:lstStyle/>
            <a:p>
              <a:r>
                <a:rPr lang="en-US" sz="2800">
                  <a:solidFill>
                    <a:srgbClr val="4584B6"/>
                  </a:solidFill>
                </a:rPr>
                <a:t>2</a:t>
              </a:r>
            </a:p>
          </p:txBody>
        </p:sp>
        <p:sp>
          <p:nvSpPr>
            <p:cNvPr id="42" name="TextBox 41">
              <a:extLst>
                <a:ext uri="{FF2B5EF4-FFF2-40B4-BE49-F238E27FC236}">
                  <a16:creationId xmlns:a16="http://schemas.microsoft.com/office/drawing/2014/main" id="{52CA0A0C-6A45-7CC8-D6B4-1AE4067437D8}"/>
                </a:ext>
              </a:extLst>
            </p:cNvPr>
            <p:cNvSpPr txBox="1"/>
            <p:nvPr/>
          </p:nvSpPr>
          <p:spPr>
            <a:xfrm>
              <a:off x="354425" y="3120377"/>
              <a:ext cx="367408" cy="523220"/>
            </a:xfrm>
            <a:prstGeom prst="rect">
              <a:avLst/>
            </a:prstGeom>
            <a:noFill/>
          </p:spPr>
          <p:txBody>
            <a:bodyPr wrap="none" rtlCol="0">
              <a:spAutoFit/>
            </a:bodyPr>
            <a:lstStyle/>
            <a:p>
              <a:r>
                <a:rPr lang="en-US" sz="2800">
                  <a:solidFill>
                    <a:srgbClr val="4584B6"/>
                  </a:solidFill>
                </a:rPr>
                <a:t>1</a:t>
              </a:r>
            </a:p>
          </p:txBody>
        </p:sp>
        <p:sp>
          <p:nvSpPr>
            <p:cNvPr id="43" name="TextBox 42">
              <a:extLst>
                <a:ext uri="{FF2B5EF4-FFF2-40B4-BE49-F238E27FC236}">
                  <a16:creationId xmlns:a16="http://schemas.microsoft.com/office/drawing/2014/main" id="{7F898873-9157-8843-EAB3-F99C94882AE6}"/>
                </a:ext>
              </a:extLst>
            </p:cNvPr>
            <p:cNvSpPr txBox="1"/>
            <p:nvPr/>
          </p:nvSpPr>
          <p:spPr>
            <a:xfrm>
              <a:off x="354425" y="2515734"/>
              <a:ext cx="367408" cy="523220"/>
            </a:xfrm>
            <a:prstGeom prst="rect">
              <a:avLst/>
            </a:prstGeom>
            <a:noFill/>
          </p:spPr>
          <p:txBody>
            <a:bodyPr wrap="none" rtlCol="0">
              <a:spAutoFit/>
            </a:bodyPr>
            <a:lstStyle/>
            <a:p>
              <a:r>
                <a:rPr lang="en-US" sz="2800">
                  <a:solidFill>
                    <a:srgbClr val="4584B6"/>
                  </a:solidFill>
                </a:rPr>
                <a:t>0</a:t>
              </a:r>
            </a:p>
          </p:txBody>
        </p:sp>
        <p:sp>
          <p:nvSpPr>
            <p:cNvPr id="44" name="TextBox 43">
              <a:extLst>
                <a:ext uri="{FF2B5EF4-FFF2-40B4-BE49-F238E27FC236}">
                  <a16:creationId xmlns:a16="http://schemas.microsoft.com/office/drawing/2014/main" id="{A026BB1E-47AB-BA0D-4C64-4BB2E037B2B3}"/>
                </a:ext>
              </a:extLst>
            </p:cNvPr>
            <p:cNvSpPr txBox="1"/>
            <p:nvPr/>
          </p:nvSpPr>
          <p:spPr>
            <a:xfrm>
              <a:off x="2058207" y="1906353"/>
              <a:ext cx="367408" cy="523220"/>
            </a:xfrm>
            <a:prstGeom prst="rect">
              <a:avLst/>
            </a:prstGeom>
            <a:noFill/>
          </p:spPr>
          <p:txBody>
            <a:bodyPr wrap="none" rtlCol="0">
              <a:spAutoFit/>
            </a:bodyPr>
            <a:lstStyle/>
            <a:p>
              <a:r>
                <a:rPr lang="en-US" sz="2800">
                  <a:solidFill>
                    <a:srgbClr val="FFC000"/>
                  </a:solidFill>
                </a:rPr>
                <a:t>1</a:t>
              </a:r>
            </a:p>
          </p:txBody>
        </p:sp>
        <p:sp>
          <p:nvSpPr>
            <p:cNvPr id="45" name="TextBox 44">
              <a:extLst>
                <a:ext uri="{FF2B5EF4-FFF2-40B4-BE49-F238E27FC236}">
                  <a16:creationId xmlns:a16="http://schemas.microsoft.com/office/drawing/2014/main" id="{CD93E66D-A612-F540-73A3-231DAD186903}"/>
                </a:ext>
              </a:extLst>
            </p:cNvPr>
            <p:cNvSpPr txBox="1"/>
            <p:nvPr/>
          </p:nvSpPr>
          <p:spPr>
            <a:xfrm>
              <a:off x="1262629" y="1906353"/>
              <a:ext cx="367408" cy="523220"/>
            </a:xfrm>
            <a:prstGeom prst="rect">
              <a:avLst/>
            </a:prstGeom>
            <a:noFill/>
          </p:spPr>
          <p:txBody>
            <a:bodyPr wrap="none" rtlCol="0">
              <a:spAutoFit/>
            </a:bodyPr>
            <a:lstStyle/>
            <a:p>
              <a:r>
                <a:rPr lang="en-US" sz="2800">
                  <a:solidFill>
                    <a:srgbClr val="FFC000"/>
                  </a:solidFill>
                </a:rPr>
                <a:t>0</a:t>
              </a:r>
            </a:p>
          </p:txBody>
        </p:sp>
      </p:grpSp>
      <p:sp>
        <p:nvSpPr>
          <p:cNvPr id="46" name="TextBox 45">
            <a:extLst>
              <a:ext uri="{FF2B5EF4-FFF2-40B4-BE49-F238E27FC236}">
                <a16:creationId xmlns:a16="http://schemas.microsoft.com/office/drawing/2014/main" id="{61737B15-9FF1-B5AE-09D6-C5FD571DF02D}"/>
              </a:ext>
            </a:extLst>
          </p:cNvPr>
          <p:cNvSpPr txBox="1"/>
          <p:nvPr/>
        </p:nvSpPr>
        <p:spPr>
          <a:xfrm>
            <a:off x="8862657" y="1727865"/>
            <a:ext cx="1720343" cy="523220"/>
          </a:xfrm>
          <a:prstGeom prst="rect">
            <a:avLst/>
          </a:prstGeom>
          <a:noFill/>
        </p:spPr>
        <p:txBody>
          <a:bodyPr wrap="none" rtlCol="0">
            <a:spAutoFit/>
          </a:bodyPr>
          <a:lstStyle/>
          <a:p>
            <a:r>
              <a:rPr lang="en-US" sz="2800" err="1"/>
              <a:t>arr</a:t>
            </a:r>
            <a:r>
              <a:rPr lang="en-US" sz="2800"/>
              <a:t>[ </a:t>
            </a:r>
            <a:r>
              <a:rPr lang="en-US" sz="2800">
                <a:solidFill>
                  <a:srgbClr val="4584B6"/>
                </a:solidFill>
              </a:rPr>
              <a:t>:3</a:t>
            </a:r>
            <a:r>
              <a:rPr lang="en-US" sz="2800"/>
              <a:t> , </a:t>
            </a:r>
            <a:r>
              <a:rPr lang="en-US" sz="2800">
                <a:solidFill>
                  <a:srgbClr val="FFC000"/>
                </a:solidFill>
              </a:rPr>
              <a:t>:2</a:t>
            </a:r>
            <a:r>
              <a:rPr lang="en-US" sz="2800"/>
              <a:t>]</a:t>
            </a:r>
          </a:p>
        </p:txBody>
      </p:sp>
    </p:spTree>
    <p:extLst>
      <p:ext uri="{BB962C8B-B14F-4D97-AF65-F5344CB8AC3E}">
        <p14:creationId xmlns:p14="http://schemas.microsoft.com/office/powerpoint/2010/main" val="32438727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47F34-CF89-F335-B951-39C529C4E4FF}"/>
              </a:ext>
            </a:extLst>
          </p:cNvPr>
          <p:cNvSpPr>
            <a:spLocks noGrp="1"/>
          </p:cNvSpPr>
          <p:nvPr>
            <p:ph type="title"/>
          </p:nvPr>
        </p:nvSpPr>
        <p:spPr/>
        <p:txBody>
          <a:bodyPr>
            <a:normAutofit/>
          </a:bodyPr>
          <a:lstStyle/>
          <a:p>
            <a:r>
              <a:rPr lang="en-US" noProof="0"/>
              <a:t>Creating a new array from an existing array</a:t>
            </a:r>
          </a:p>
        </p:txBody>
      </p:sp>
      <p:sp>
        <p:nvSpPr>
          <p:cNvPr id="3" name="Content Placeholder 2">
            <a:extLst>
              <a:ext uri="{FF2B5EF4-FFF2-40B4-BE49-F238E27FC236}">
                <a16:creationId xmlns:a16="http://schemas.microsoft.com/office/drawing/2014/main" id="{BD2C5535-CECD-BCBA-2544-EB38C9DA931A}"/>
              </a:ext>
            </a:extLst>
          </p:cNvPr>
          <p:cNvSpPr>
            <a:spLocks noGrp="1"/>
          </p:cNvSpPr>
          <p:nvPr>
            <p:ph idx="1"/>
          </p:nvPr>
        </p:nvSpPr>
        <p:spPr/>
        <p:txBody>
          <a:bodyPr/>
          <a:lstStyle/>
          <a:p>
            <a:r>
              <a:rPr lang="en-US" noProof="0"/>
              <a:t>When assigning a part of an existing array to a new array, in memory you just created a reference to the parent array.</a:t>
            </a:r>
          </a:p>
          <a:p>
            <a:r>
              <a:rPr lang="en-US" noProof="0"/>
              <a:t>This means that every action taken in the new array reflects in the parent array.</a:t>
            </a:r>
          </a:p>
        </p:txBody>
      </p:sp>
      <p:sp>
        <p:nvSpPr>
          <p:cNvPr id="4" name="Slide Number Placeholder 3">
            <a:extLst>
              <a:ext uri="{FF2B5EF4-FFF2-40B4-BE49-F238E27FC236}">
                <a16:creationId xmlns:a16="http://schemas.microsoft.com/office/drawing/2014/main" id="{EE1FB0C9-FDBF-E397-F46C-F0FCA8BFDC76}"/>
              </a:ext>
            </a:extLst>
          </p:cNvPr>
          <p:cNvSpPr>
            <a:spLocks noGrp="1"/>
          </p:cNvSpPr>
          <p:nvPr>
            <p:ph type="sldNum" sz="quarter" idx="12"/>
          </p:nvPr>
        </p:nvSpPr>
        <p:spPr/>
        <p:txBody>
          <a:bodyPr/>
          <a:lstStyle/>
          <a:p>
            <a:fld id="{FE1B3154-47D9-4402-8EDB-E791933DC0B9}" type="slidenum">
              <a:rPr lang="nl-BE" smtClean="0"/>
              <a:pPr/>
              <a:t>16</a:t>
            </a:fld>
            <a:endParaRPr lang="nl-BE"/>
          </a:p>
        </p:txBody>
      </p:sp>
      <p:sp>
        <p:nvSpPr>
          <p:cNvPr id="15" name="TextBox 14">
            <a:extLst>
              <a:ext uri="{FF2B5EF4-FFF2-40B4-BE49-F238E27FC236}">
                <a16:creationId xmlns:a16="http://schemas.microsoft.com/office/drawing/2014/main" id="{95B72C18-8381-5497-CF9D-DB5AC3E96C2C}"/>
              </a:ext>
            </a:extLst>
          </p:cNvPr>
          <p:cNvSpPr txBox="1"/>
          <p:nvPr/>
        </p:nvSpPr>
        <p:spPr>
          <a:xfrm>
            <a:off x="4225964" y="3331064"/>
            <a:ext cx="3286349" cy="523220"/>
          </a:xfrm>
          <a:prstGeom prst="rect">
            <a:avLst/>
          </a:prstGeom>
          <a:noFill/>
        </p:spPr>
        <p:txBody>
          <a:bodyPr wrap="none" rtlCol="0">
            <a:spAutoFit/>
          </a:bodyPr>
          <a:lstStyle/>
          <a:p>
            <a:r>
              <a:rPr lang="en-US" sz="2800" err="1"/>
              <a:t>arr_new</a:t>
            </a:r>
            <a:r>
              <a:rPr lang="en-US" sz="2800"/>
              <a:t> = </a:t>
            </a:r>
            <a:r>
              <a:rPr lang="en-US" sz="2800" err="1"/>
              <a:t>arr</a:t>
            </a:r>
            <a:r>
              <a:rPr lang="en-US" sz="2800"/>
              <a:t>[ :3 , :2]</a:t>
            </a:r>
          </a:p>
        </p:txBody>
      </p:sp>
      <p:graphicFrame>
        <p:nvGraphicFramePr>
          <p:cNvPr id="17" name="Table 5">
            <a:extLst>
              <a:ext uri="{FF2B5EF4-FFF2-40B4-BE49-F238E27FC236}">
                <a16:creationId xmlns:a16="http://schemas.microsoft.com/office/drawing/2014/main" id="{E2D53209-2FB5-D9F6-85D9-8B0B425DD924}"/>
              </a:ext>
            </a:extLst>
          </p:cNvPr>
          <p:cNvGraphicFramePr>
            <a:graphicFrameLocks/>
          </p:cNvGraphicFramePr>
          <p:nvPr>
            <p:extLst>
              <p:ext uri="{D42A27DB-BD31-4B8C-83A1-F6EECF244321}">
                <p14:modId xmlns:p14="http://schemas.microsoft.com/office/powerpoint/2010/main" val="668404121"/>
              </p:ext>
            </p:extLst>
          </p:nvPr>
        </p:nvGraphicFramePr>
        <p:xfrm>
          <a:off x="787513" y="3731965"/>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noFill/>
                  </a:tcPr>
                </a:tc>
                <a:tc>
                  <a:txBody>
                    <a:bodyPr/>
                    <a:lstStyle/>
                    <a:p>
                      <a:pPr algn="ctr"/>
                      <a:r>
                        <a:rPr lang="en-US" sz="3200"/>
                        <a:t>2</a:t>
                      </a:r>
                    </a:p>
                  </a:txBody>
                  <a:tcPr>
                    <a:noFill/>
                  </a:tcPr>
                </a:tc>
                <a:tc>
                  <a:txBody>
                    <a:bodyPr/>
                    <a:lstStyle/>
                    <a:p>
                      <a:pPr algn="ctr"/>
                      <a:r>
                        <a:rPr lang="en-US" sz="3200"/>
                        <a:t>3</a:t>
                      </a:r>
                    </a:p>
                  </a:txBody>
                  <a:tcPr>
                    <a:noFill/>
                  </a:tcPr>
                </a:tc>
                <a:extLst>
                  <a:ext uri="{0D108BD9-81ED-4DB2-BD59-A6C34878D82A}">
                    <a16:rowId xmlns:a16="http://schemas.microsoft.com/office/drawing/2014/main" val="2144062658"/>
                  </a:ext>
                </a:extLst>
              </a:tr>
              <a:tr h="0">
                <a:tc>
                  <a:txBody>
                    <a:bodyPr/>
                    <a:lstStyle/>
                    <a:p>
                      <a:pPr algn="ctr"/>
                      <a:r>
                        <a:rPr lang="en-US" sz="3200"/>
                        <a:t>4</a:t>
                      </a:r>
                    </a:p>
                  </a:txBody>
                  <a:tcPr>
                    <a:noFill/>
                  </a:tcPr>
                </a:tc>
                <a:tc>
                  <a:txBody>
                    <a:bodyPr/>
                    <a:lstStyle/>
                    <a:p>
                      <a:pPr algn="ctr"/>
                      <a:r>
                        <a:rPr lang="en-US" sz="3200"/>
                        <a:t>5</a:t>
                      </a:r>
                    </a:p>
                  </a:txBody>
                  <a:tcPr>
                    <a:noFill/>
                  </a:tcPr>
                </a:tc>
                <a:tc>
                  <a:txBody>
                    <a:bodyPr/>
                    <a:lstStyle/>
                    <a:p>
                      <a:pPr algn="ctr"/>
                      <a:r>
                        <a:rPr lang="en-US" sz="3200"/>
                        <a:t>6</a:t>
                      </a:r>
                    </a:p>
                  </a:txBody>
                  <a:tcPr>
                    <a:noFill/>
                  </a:tcPr>
                </a:tc>
                <a:extLst>
                  <a:ext uri="{0D108BD9-81ED-4DB2-BD59-A6C34878D82A}">
                    <a16:rowId xmlns:a16="http://schemas.microsoft.com/office/drawing/2014/main" val="1070387239"/>
                  </a:ext>
                </a:extLst>
              </a:tr>
              <a:tr h="0">
                <a:tc>
                  <a:txBody>
                    <a:bodyPr/>
                    <a:lstStyle/>
                    <a:p>
                      <a:pPr algn="ctr"/>
                      <a:r>
                        <a:rPr lang="en-US" sz="3200"/>
                        <a:t>7</a:t>
                      </a:r>
                    </a:p>
                  </a:txBody>
                  <a:tcPr>
                    <a:noFill/>
                  </a:tcPr>
                </a:tc>
                <a:tc>
                  <a:txBody>
                    <a:bodyPr/>
                    <a:lstStyle/>
                    <a:p>
                      <a:pPr algn="ctr"/>
                      <a:r>
                        <a:rPr lang="en-US" sz="3200"/>
                        <a:t>8</a:t>
                      </a:r>
                    </a:p>
                  </a:txBody>
                  <a:tcPr>
                    <a:noFill/>
                  </a:tcPr>
                </a:tc>
                <a:tc>
                  <a:txBody>
                    <a:bodyPr/>
                    <a:lstStyle/>
                    <a:p>
                      <a:pPr algn="ctr"/>
                      <a:r>
                        <a:rPr lang="en-US" sz="3200"/>
                        <a:t>9</a:t>
                      </a:r>
                    </a:p>
                  </a:txBody>
                  <a:tcPr>
                    <a:noFill/>
                  </a:tcPr>
                </a:tc>
                <a:extLst>
                  <a:ext uri="{0D108BD9-81ED-4DB2-BD59-A6C34878D82A}">
                    <a16:rowId xmlns:a16="http://schemas.microsoft.com/office/drawing/2014/main" val="2802962279"/>
                  </a:ext>
                </a:extLst>
              </a:tr>
              <a:tr h="0">
                <a:tc>
                  <a:txBody>
                    <a:bodyPr/>
                    <a:lstStyle/>
                    <a:p>
                      <a:pPr algn="ctr"/>
                      <a:r>
                        <a:rPr lang="en-US" sz="3200"/>
                        <a:t>10</a:t>
                      </a:r>
                    </a:p>
                  </a:txBody>
                  <a:tcPr>
                    <a:noFill/>
                  </a:tcPr>
                </a:tc>
                <a:tc>
                  <a:txBody>
                    <a:bodyPr/>
                    <a:lstStyle/>
                    <a:p>
                      <a:pPr algn="ctr"/>
                      <a:r>
                        <a:rPr lang="en-US" sz="3200"/>
                        <a:t>11</a:t>
                      </a:r>
                    </a:p>
                  </a:txBody>
                  <a:tcPr>
                    <a:noFill/>
                  </a:tcPr>
                </a:tc>
                <a:tc>
                  <a:txBody>
                    <a:bodyPr/>
                    <a:lstStyle/>
                    <a:p>
                      <a:pPr algn="ctr"/>
                      <a:r>
                        <a:rPr lang="en-US" sz="3200"/>
                        <a:t>12</a:t>
                      </a:r>
                    </a:p>
                  </a:txBody>
                  <a:tcPr>
                    <a:noFill/>
                  </a:tcPr>
                </a:tc>
                <a:extLst>
                  <a:ext uri="{0D108BD9-81ED-4DB2-BD59-A6C34878D82A}">
                    <a16:rowId xmlns:a16="http://schemas.microsoft.com/office/drawing/2014/main" val="1884871092"/>
                  </a:ext>
                </a:extLst>
              </a:tr>
            </a:tbl>
          </a:graphicData>
        </a:graphic>
      </p:graphicFrame>
      <p:sp>
        <p:nvSpPr>
          <p:cNvPr id="24" name="TextBox 23">
            <a:extLst>
              <a:ext uri="{FF2B5EF4-FFF2-40B4-BE49-F238E27FC236}">
                <a16:creationId xmlns:a16="http://schemas.microsoft.com/office/drawing/2014/main" id="{6AE0FCCE-CD84-2000-9B9A-7D5A49FA8F63}"/>
              </a:ext>
            </a:extLst>
          </p:cNvPr>
          <p:cNvSpPr txBox="1"/>
          <p:nvPr/>
        </p:nvSpPr>
        <p:spPr>
          <a:xfrm>
            <a:off x="1490909" y="3731965"/>
            <a:ext cx="184731" cy="523220"/>
          </a:xfrm>
          <a:prstGeom prst="rect">
            <a:avLst/>
          </a:prstGeom>
          <a:noFill/>
        </p:spPr>
        <p:txBody>
          <a:bodyPr wrap="none" rtlCol="0">
            <a:spAutoFit/>
          </a:bodyPr>
          <a:lstStyle/>
          <a:p>
            <a:endParaRPr lang="en-US" sz="2800">
              <a:solidFill>
                <a:srgbClr val="FFC000"/>
              </a:solidFill>
            </a:endParaRPr>
          </a:p>
        </p:txBody>
      </p:sp>
      <p:graphicFrame>
        <p:nvGraphicFramePr>
          <p:cNvPr id="34" name="Table 33">
            <a:extLst>
              <a:ext uri="{FF2B5EF4-FFF2-40B4-BE49-F238E27FC236}">
                <a16:creationId xmlns:a16="http://schemas.microsoft.com/office/drawing/2014/main" id="{EE63BBC3-114B-6EC3-BE77-C75C97EB6900}"/>
              </a:ext>
            </a:extLst>
          </p:cNvPr>
          <p:cNvGraphicFramePr>
            <a:graphicFrameLocks noGrp="1"/>
          </p:cNvGraphicFramePr>
          <p:nvPr>
            <p:extLst>
              <p:ext uri="{D42A27DB-BD31-4B8C-83A1-F6EECF244321}">
                <p14:modId xmlns:p14="http://schemas.microsoft.com/office/powerpoint/2010/main" val="3520630705"/>
              </p:ext>
            </p:extLst>
          </p:nvPr>
        </p:nvGraphicFramePr>
        <p:xfrm>
          <a:off x="4961996" y="4439603"/>
          <a:ext cx="1463922" cy="173736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1096114999"/>
                    </a:ext>
                  </a:extLst>
                </a:gridCol>
                <a:gridCol w="731961">
                  <a:extLst>
                    <a:ext uri="{9D8B030D-6E8A-4147-A177-3AD203B41FA5}">
                      <a16:colId xmlns:a16="http://schemas.microsoft.com/office/drawing/2014/main" val="1144696541"/>
                    </a:ext>
                  </a:extLst>
                </a:gridCol>
              </a:tblGrid>
              <a:tr h="0">
                <a:tc>
                  <a:txBody>
                    <a:bodyPr/>
                    <a:lstStyle/>
                    <a:p>
                      <a:pPr algn="ctr"/>
                      <a:r>
                        <a:rPr lang="en-US" sz="3200">
                          <a:solidFill>
                            <a:srgbClr val="D5AD42"/>
                          </a:solidFill>
                        </a:rPr>
                        <a:t>10</a:t>
                      </a:r>
                    </a:p>
                  </a:txBody>
                  <a:tcPr>
                    <a:solidFill>
                      <a:schemeClr val="accent1">
                        <a:lumMod val="60000"/>
                        <a:lumOff val="40000"/>
                      </a:schemeClr>
                    </a:solidFill>
                  </a:tcPr>
                </a:tc>
                <a:tc>
                  <a:txBody>
                    <a:bodyPr/>
                    <a:lstStyle/>
                    <a:p>
                      <a:pPr algn="ctr"/>
                      <a:r>
                        <a:rPr lang="en-US" sz="3200"/>
                        <a:t>2</a:t>
                      </a:r>
                    </a:p>
                  </a:txBody>
                  <a:tcPr>
                    <a:solidFill>
                      <a:schemeClr val="accent1">
                        <a:lumMod val="60000"/>
                        <a:lumOff val="40000"/>
                      </a:schemeClr>
                    </a:solidFill>
                  </a:tcPr>
                </a:tc>
                <a:extLst>
                  <a:ext uri="{0D108BD9-81ED-4DB2-BD59-A6C34878D82A}">
                    <a16:rowId xmlns:a16="http://schemas.microsoft.com/office/drawing/2014/main" val="1755322269"/>
                  </a:ext>
                </a:extLst>
              </a:tr>
              <a:tr h="0">
                <a:tc>
                  <a:txBody>
                    <a:bodyPr/>
                    <a:lstStyle/>
                    <a:p>
                      <a:pPr algn="ctr"/>
                      <a:r>
                        <a:rPr lang="en-US" sz="3200"/>
                        <a:t>4</a:t>
                      </a:r>
                    </a:p>
                  </a:txBody>
                  <a:tcPr>
                    <a:solidFill>
                      <a:schemeClr val="accent1">
                        <a:lumMod val="60000"/>
                        <a:lumOff val="40000"/>
                      </a:schemeClr>
                    </a:solidFill>
                  </a:tcPr>
                </a:tc>
                <a:tc>
                  <a:txBody>
                    <a:bodyPr/>
                    <a:lstStyle/>
                    <a:p>
                      <a:pPr algn="ctr"/>
                      <a:r>
                        <a:rPr lang="en-US" sz="3200"/>
                        <a:t>5</a:t>
                      </a:r>
                    </a:p>
                  </a:txBody>
                  <a:tcPr>
                    <a:solidFill>
                      <a:schemeClr val="accent1">
                        <a:lumMod val="60000"/>
                        <a:lumOff val="40000"/>
                      </a:schemeClr>
                    </a:solidFill>
                  </a:tcPr>
                </a:tc>
                <a:extLst>
                  <a:ext uri="{0D108BD9-81ED-4DB2-BD59-A6C34878D82A}">
                    <a16:rowId xmlns:a16="http://schemas.microsoft.com/office/drawing/2014/main" val="2125090142"/>
                  </a:ext>
                </a:extLst>
              </a:tr>
              <a:tr h="0">
                <a:tc>
                  <a:txBody>
                    <a:bodyPr/>
                    <a:lstStyle/>
                    <a:p>
                      <a:pPr algn="ctr"/>
                      <a:r>
                        <a:rPr lang="en-US" sz="3200"/>
                        <a:t>7</a:t>
                      </a:r>
                    </a:p>
                  </a:txBody>
                  <a:tcPr>
                    <a:solidFill>
                      <a:schemeClr val="accent1">
                        <a:lumMod val="60000"/>
                        <a:lumOff val="40000"/>
                      </a:schemeClr>
                    </a:solidFill>
                  </a:tcPr>
                </a:tc>
                <a:tc>
                  <a:txBody>
                    <a:bodyPr/>
                    <a:lstStyle/>
                    <a:p>
                      <a:pPr algn="ctr"/>
                      <a:r>
                        <a:rPr lang="en-US" sz="3200"/>
                        <a:t>8</a:t>
                      </a:r>
                    </a:p>
                  </a:txBody>
                  <a:tcPr>
                    <a:solidFill>
                      <a:schemeClr val="accent1">
                        <a:lumMod val="60000"/>
                        <a:lumOff val="40000"/>
                      </a:schemeClr>
                    </a:solidFill>
                  </a:tcPr>
                </a:tc>
                <a:extLst>
                  <a:ext uri="{0D108BD9-81ED-4DB2-BD59-A6C34878D82A}">
                    <a16:rowId xmlns:a16="http://schemas.microsoft.com/office/drawing/2014/main" val="300775788"/>
                  </a:ext>
                </a:extLst>
              </a:tr>
            </a:tbl>
          </a:graphicData>
        </a:graphic>
      </p:graphicFrame>
      <p:sp>
        <p:nvSpPr>
          <p:cNvPr id="35" name="TextBox 34">
            <a:extLst>
              <a:ext uri="{FF2B5EF4-FFF2-40B4-BE49-F238E27FC236}">
                <a16:creationId xmlns:a16="http://schemas.microsoft.com/office/drawing/2014/main" id="{A1B3B309-98DE-F244-83FB-BFEF7B15818D}"/>
              </a:ext>
            </a:extLst>
          </p:cNvPr>
          <p:cNvSpPr txBox="1"/>
          <p:nvPr/>
        </p:nvSpPr>
        <p:spPr>
          <a:xfrm>
            <a:off x="4225964" y="3806282"/>
            <a:ext cx="2710870" cy="523220"/>
          </a:xfrm>
          <a:prstGeom prst="rect">
            <a:avLst/>
          </a:prstGeom>
          <a:noFill/>
        </p:spPr>
        <p:txBody>
          <a:bodyPr wrap="none" rtlCol="0">
            <a:spAutoFit/>
          </a:bodyPr>
          <a:lstStyle/>
          <a:p>
            <a:r>
              <a:rPr lang="en-US" sz="2800" err="1"/>
              <a:t>arr_new</a:t>
            </a:r>
            <a:r>
              <a:rPr lang="en-US" sz="2800"/>
              <a:t>[0,0]= 10</a:t>
            </a:r>
          </a:p>
        </p:txBody>
      </p:sp>
      <p:graphicFrame>
        <p:nvGraphicFramePr>
          <p:cNvPr id="36" name="Table 5">
            <a:extLst>
              <a:ext uri="{FF2B5EF4-FFF2-40B4-BE49-F238E27FC236}">
                <a16:creationId xmlns:a16="http://schemas.microsoft.com/office/drawing/2014/main" id="{B3C67C02-6E66-DB8A-66B8-7799C68B3444}"/>
              </a:ext>
            </a:extLst>
          </p:cNvPr>
          <p:cNvGraphicFramePr>
            <a:graphicFrameLocks/>
          </p:cNvGraphicFramePr>
          <p:nvPr>
            <p:extLst>
              <p:ext uri="{D42A27DB-BD31-4B8C-83A1-F6EECF244321}">
                <p14:modId xmlns:p14="http://schemas.microsoft.com/office/powerpoint/2010/main" val="1728442584"/>
              </p:ext>
            </p:extLst>
          </p:nvPr>
        </p:nvGraphicFramePr>
        <p:xfrm>
          <a:off x="8385609" y="3618654"/>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solidFill>
                            <a:srgbClr val="D5AD42"/>
                          </a:solidFill>
                        </a:rPr>
                        <a:t>10</a:t>
                      </a:r>
                    </a:p>
                  </a:txBody>
                  <a:tcPr>
                    <a:noFill/>
                  </a:tcPr>
                </a:tc>
                <a:tc>
                  <a:txBody>
                    <a:bodyPr/>
                    <a:lstStyle/>
                    <a:p>
                      <a:pPr algn="ctr"/>
                      <a:r>
                        <a:rPr lang="en-US" sz="3200"/>
                        <a:t>2</a:t>
                      </a:r>
                    </a:p>
                  </a:txBody>
                  <a:tcPr>
                    <a:noFill/>
                  </a:tcPr>
                </a:tc>
                <a:tc>
                  <a:txBody>
                    <a:bodyPr/>
                    <a:lstStyle/>
                    <a:p>
                      <a:pPr algn="ctr"/>
                      <a:r>
                        <a:rPr lang="en-US" sz="3200"/>
                        <a:t>3</a:t>
                      </a:r>
                    </a:p>
                  </a:txBody>
                  <a:tcPr>
                    <a:noFill/>
                  </a:tcPr>
                </a:tc>
                <a:extLst>
                  <a:ext uri="{0D108BD9-81ED-4DB2-BD59-A6C34878D82A}">
                    <a16:rowId xmlns:a16="http://schemas.microsoft.com/office/drawing/2014/main" val="2144062658"/>
                  </a:ext>
                </a:extLst>
              </a:tr>
              <a:tr h="0">
                <a:tc>
                  <a:txBody>
                    <a:bodyPr/>
                    <a:lstStyle/>
                    <a:p>
                      <a:pPr algn="ctr"/>
                      <a:r>
                        <a:rPr lang="en-US" sz="3200"/>
                        <a:t>4</a:t>
                      </a:r>
                    </a:p>
                  </a:txBody>
                  <a:tcPr>
                    <a:noFill/>
                  </a:tcPr>
                </a:tc>
                <a:tc>
                  <a:txBody>
                    <a:bodyPr/>
                    <a:lstStyle/>
                    <a:p>
                      <a:pPr algn="ctr"/>
                      <a:r>
                        <a:rPr lang="en-US" sz="3200"/>
                        <a:t>5</a:t>
                      </a:r>
                    </a:p>
                  </a:txBody>
                  <a:tcPr>
                    <a:noFill/>
                  </a:tcPr>
                </a:tc>
                <a:tc>
                  <a:txBody>
                    <a:bodyPr/>
                    <a:lstStyle/>
                    <a:p>
                      <a:pPr algn="ctr"/>
                      <a:r>
                        <a:rPr lang="en-US" sz="3200"/>
                        <a:t>6</a:t>
                      </a:r>
                    </a:p>
                  </a:txBody>
                  <a:tcPr>
                    <a:noFill/>
                  </a:tcPr>
                </a:tc>
                <a:extLst>
                  <a:ext uri="{0D108BD9-81ED-4DB2-BD59-A6C34878D82A}">
                    <a16:rowId xmlns:a16="http://schemas.microsoft.com/office/drawing/2014/main" val="1070387239"/>
                  </a:ext>
                </a:extLst>
              </a:tr>
              <a:tr h="0">
                <a:tc>
                  <a:txBody>
                    <a:bodyPr/>
                    <a:lstStyle/>
                    <a:p>
                      <a:pPr algn="ctr"/>
                      <a:r>
                        <a:rPr lang="en-US" sz="3200"/>
                        <a:t>7</a:t>
                      </a:r>
                    </a:p>
                  </a:txBody>
                  <a:tcPr>
                    <a:noFill/>
                  </a:tcPr>
                </a:tc>
                <a:tc>
                  <a:txBody>
                    <a:bodyPr/>
                    <a:lstStyle/>
                    <a:p>
                      <a:pPr algn="ctr"/>
                      <a:r>
                        <a:rPr lang="en-US" sz="3200"/>
                        <a:t>8</a:t>
                      </a:r>
                    </a:p>
                  </a:txBody>
                  <a:tcPr>
                    <a:noFill/>
                  </a:tcPr>
                </a:tc>
                <a:tc>
                  <a:txBody>
                    <a:bodyPr/>
                    <a:lstStyle/>
                    <a:p>
                      <a:pPr algn="ctr"/>
                      <a:r>
                        <a:rPr lang="en-US" sz="3200"/>
                        <a:t>9</a:t>
                      </a:r>
                    </a:p>
                  </a:txBody>
                  <a:tcPr>
                    <a:noFill/>
                  </a:tcPr>
                </a:tc>
                <a:extLst>
                  <a:ext uri="{0D108BD9-81ED-4DB2-BD59-A6C34878D82A}">
                    <a16:rowId xmlns:a16="http://schemas.microsoft.com/office/drawing/2014/main" val="2802962279"/>
                  </a:ext>
                </a:extLst>
              </a:tr>
              <a:tr h="0">
                <a:tc>
                  <a:txBody>
                    <a:bodyPr/>
                    <a:lstStyle/>
                    <a:p>
                      <a:pPr algn="ctr"/>
                      <a:r>
                        <a:rPr lang="en-US" sz="3200"/>
                        <a:t>10</a:t>
                      </a:r>
                    </a:p>
                  </a:txBody>
                  <a:tcPr>
                    <a:noFill/>
                  </a:tcPr>
                </a:tc>
                <a:tc>
                  <a:txBody>
                    <a:bodyPr/>
                    <a:lstStyle/>
                    <a:p>
                      <a:pPr algn="ctr"/>
                      <a:r>
                        <a:rPr lang="en-US" sz="3200"/>
                        <a:t>11</a:t>
                      </a:r>
                    </a:p>
                  </a:txBody>
                  <a:tcPr>
                    <a:noFill/>
                  </a:tcPr>
                </a:tc>
                <a:tc>
                  <a:txBody>
                    <a:bodyPr/>
                    <a:lstStyle/>
                    <a:p>
                      <a:pPr algn="ctr"/>
                      <a:r>
                        <a:rPr lang="en-US" sz="3200"/>
                        <a:t>12</a:t>
                      </a:r>
                    </a:p>
                  </a:txBody>
                  <a:tcPr>
                    <a:noFill/>
                  </a:tcPr>
                </a:tc>
                <a:extLst>
                  <a:ext uri="{0D108BD9-81ED-4DB2-BD59-A6C34878D82A}">
                    <a16:rowId xmlns:a16="http://schemas.microsoft.com/office/drawing/2014/main" val="1884871092"/>
                  </a:ext>
                </a:extLst>
              </a:tr>
            </a:tbl>
          </a:graphicData>
        </a:graphic>
      </p:graphicFrame>
      <p:sp>
        <p:nvSpPr>
          <p:cNvPr id="37" name="TextBox 36">
            <a:extLst>
              <a:ext uri="{FF2B5EF4-FFF2-40B4-BE49-F238E27FC236}">
                <a16:creationId xmlns:a16="http://schemas.microsoft.com/office/drawing/2014/main" id="{42197CCC-7860-8002-5782-E16F9CF90E8A}"/>
              </a:ext>
            </a:extLst>
          </p:cNvPr>
          <p:cNvSpPr txBox="1"/>
          <p:nvPr/>
        </p:nvSpPr>
        <p:spPr>
          <a:xfrm>
            <a:off x="1546711" y="6015692"/>
            <a:ext cx="606256" cy="523220"/>
          </a:xfrm>
          <a:prstGeom prst="rect">
            <a:avLst/>
          </a:prstGeom>
          <a:noFill/>
        </p:spPr>
        <p:txBody>
          <a:bodyPr wrap="none" rtlCol="0">
            <a:spAutoFit/>
          </a:bodyPr>
          <a:lstStyle/>
          <a:p>
            <a:r>
              <a:rPr lang="en-US" sz="2800" err="1"/>
              <a:t>arr</a:t>
            </a:r>
            <a:endParaRPr lang="en-US" sz="2800"/>
          </a:p>
        </p:txBody>
      </p:sp>
      <p:sp>
        <p:nvSpPr>
          <p:cNvPr id="38" name="TextBox 37">
            <a:extLst>
              <a:ext uri="{FF2B5EF4-FFF2-40B4-BE49-F238E27FC236}">
                <a16:creationId xmlns:a16="http://schemas.microsoft.com/office/drawing/2014/main" id="{8BD43AE6-8AC5-9C3A-3B25-C4BACF203F4B}"/>
              </a:ext>
            </a:extLst>
          </p:cNvPr>
          <p:cNvSpPr txBox="1"/>
          <p:nvPr/>
        </p:nvSpPr>
        <p:spPr>
          <a:xfrm>
            <a:off x="9180422" y="6005047"/>
            <a:ext cx="606256" cy="523220"/>
          </a:xfrm>
          <a:prstGeom prst="rect">
            <a:avLst/>
          </a:prstGeom>
          <a:noFill/>
        </p:spPr>
        <p:txBody>
          <a:bodyPr wrap="none" rtlCol="0">
            <a:spAutoFit/>
          </a:bodyPr>
          <a:lstStyle/>
          <a:p>
            <a:r>
              <a:rPr lang="en-US" sz="2800" err="1"/>
              <a:t>arr</a:t>
            </a:r>
            <a:endParaRPr lang="en-US" sz="2800"/>
          </a:p>
        </p:txBody>
      </p:sp>
    </p:spTree>
    <p:extLst>
      <p:ext uri="{BB962C8B-B14F-4D97-AF65-F5344CB8AC3E}">
        <p14:creationId xmlns:p14="http://schemas.microsoft.com/office/powerpoint/2010/main" val="41608451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47F34-CF89-F335-B951-39C529C4E4FF}"/>
              </a:ext>
            </a:extLst>
          </p:cNvPr>
          <p:cNvSpPr>
            <a:spLocks noGrp="1"/>
          </p:cNvSpPr>
          <p:nvPr>
            <p:ph type="title"/>
          </p:nvPr>
        </p:nvSpPr>
        <p:spPr/>
        <p:txBody>
          <a:bodyPr>
            <a:normAutofit/>
          </a:bodyPr>
          <a:lstStyle/>
          <a:p>
            <a:r>
              <a:rPr lang="en-US" noProof="0"/>
              <a:t>Creating a new array from an existing array</a:t>
            </a:r>
          </a:p>
        </p:txBody>
      </p:sp>
      <p:sp>
        <p:nvSpPr>
          <p:cNvPr id="3" name="Content Placeholder 2">
            <a:extLst>
              <a:ext uri="{FF2B5EF4-FFF2-40B4-BE49-F238E27FC236}">
                <a16:creationId xmlns:a16="http://schemas.microsoft.com/office/drawing/2014/main" id="{BD2C5535-CECD-BCBA-2544-EB38C9DA931A}"/>
              </a:ext>
            </a:extLst>
          </p:cNvPr>
          <p:cNvSpPr>
            <a:spLocks noGrp="1"/>
          </p:cNvSpPr>
          <p:nvPr>
            <p:ph idx="1"/>
          </p:nvPr>
        </p:nvSpPr>
        <p:spPr/>
        <p:txBody>
          <a:bodyPr/>
          <a:lstStyle/>
          <a:p>
            <a:r>
              <a:rPr lang="en-US" noProof="0"/>
              <a:t>To create an entire new array object, use the method copy()</a:t>
            </a:r>
          </a:p>
          <a:p>
            <a:r>
              <a:rPr lang="en-US" noProof="0"/>
              <a:t>Both arrays now live independently from each other</a:t>
            </a:r>
          </a:p>
        </p:txBody>
      </p:sp>
      <p:sp>
        <p:nvSpPr>
          <p:cNvPr id="4" name="Slide Number Placeholder 3">
            <a:extLst>
              <a:ext uri="{FF2B5EF4-FFF2-40B4-BE49-F238E27FC236}">
                <a16:creationId xmlns:a16="http://schemas.microsoft.com/office/drawing/2014/main" id="{EE1FB0C9-FDBF-E397-F46C-F0FCA8BFDC76}"/>
              </a:ext>
            </a:extLst>
          </p:cNvPr>
          <p:cNvSpPr>
            <a:spLocks noGrp="1"/>
          </p:cNvSpPr>
          <p:nvPr>
            <p:ph type="sldNum" sz="quarter" idx="12"/>
          </p:nvPr>
        </p:nvSpPr>
        <p:spPr/>
        <p:txBody>
          <a:bodyPr/>
          <a:lstStyle/>
          <a:p>
            <a:fld id="{FE1B3154-47D9-4402-8EDB-E791933DC0B9}" type="slidenum">
              <a:rPr lang="nl-BE" smtClean="0"/>
              <a:pPr/>
              <a:t>17</a:t>
            </a:fld>
            <a:endParaRPr lang="nl-BE"/>
          </a:p>
        </p:txBody>
      </p:sp>
      <p:sp>
        <p:nvSpPr>
          <p:cNvPr id="15" name="TextBox 14">
            <a:extLst>
              <a:ext uri="{FF2B5EF4-FFF2-40B4-BE49-F238E27FC236}">
                <a16:creationId xmlns:a16="http://schemas.microsoft.com/office/drawing/2014/main" id="{95B72C18-8381-5497-CF9D-DB5AC3E96C2C}"/>
              </a:ext>
            </a:extLst>
          </p:cNvPr>
          <p:cNvSpPr txBox="1"/>
          <p:nvPr/>
        </p:nvSpPr>
        <p:spPr>
          <a:xfrm>
            <a:off x="3686792" y="3228012"/>
            <a:ext cx="4283545" cy="523220"/>
          </a:xfrm>
          <a:prstGeom prst="rect">
            <a:avLst/>
          </a:prstGeom>
          <a:noFill/>
        </p:spPr>
        <p:txBody>
          <a:bodyPr wrap="none" rtlCol="0">
            <a:spAutoFit/>
          </a:bodyPr>
          <a:lstStyle/>
          <a:p>
            <a:r>
              <a:rPr lang="en-US" sz="2800" err="1"/>
              <a:t>arr_new</a:t>
            </a:r>
            <a:r>
              <a:rPr lang="en-US" sz="2800"/>
              <a:t> = </a:t>
            </a:r>
            <a:r>
              <a:rPr lang="en-US" sz="2800" err="1"/>
              <a:t>arr</a:t>
            </a:r>
            <a:r>
              <a:rPr lang="en-US" sz="2800"/>
              <a:t>[ :3 , :2].</a:t>
            </a:r>
            <a:r>
              <a:rPr lang="en-US" sz="2800" b="1"/>
              <a:t>copy()</a:t>
            </a:r>
          </a:p>
        </p:txBody>
      </p:sp>
      <p:graphicFrame>
        <p:nvGraphicFramePr>
          <p:cNvPr id="17" name="Table 5">
            <a:extLst>
              <a:ext uri="{FF2B5EF4-FFF2-40B4-BE49-F238E27FC236}">
                <a16:creationId xmlns:a16="http://schemas.microsoft.com/office/drawing/2014/main" id="{E2D53209-2FB5-D9F6-85D9-8B0B425DD924}"/>
              </a:ext>
            </a:extLst>
          </p:cNvPr>
          <p:cNvGraphicFramePr>
            <a:graphicFrameLocks/>
          </p:cNvGraphicFramePr>
          <p:nvPr/>
        </p:nvGraphicFramePr>
        <p:xfrm>
          <a:off x="787513" y="3731965"/>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noFill/>
                  </a:tcPr>
                </a:tc>
                <a:tc>
                  <a:txBody>
                    <a:bodyPr/>
                    <a:lstStyle/>
                    <a:p>
                      <a:pPr algn="ctr"/>
                      <a:r>
                        <a:rPr lang="en-US" sz="3200"/>
                        <a:t>2</a:t>
                      </a:r>
                    </a:p>
                  </a:txBody>
                  <a:tcPr>
                    <a:noFill/>
                  </a:tcPr>
                </a:tc>
                <a:tc>
                  <a:txBody>
                    <a:bodyPr/>
                    <a:lstStyle/>
                    <a:p>
                      <a:pPr algn="ctr"/>
                      <a:r>
                        <a:rPr lang="en-US" sz="3200"/>
                        <a:t>3</a:t>
                      </a:r>
                    </a:p>
                  </a:txBody>
                  <a:tcPr>
                    <a:noFill/>
                  </a:tcPr>
                </a:tc>
                <a:extLst>
                  <a:ext uri="{0D108BD9-81ED-4DB2-BD59-A6C34878D82A}">
                    <a16:rowId xmlns:a16="http://schemas.microsoft.com/office/drawing/2014/main" val="2144062658"/>
                  </a:ext>
                </a:extLst>
              </a:tr>
              <a:tr h="0">
                <a:tc>
                  <a:txBody>
                    <a:bodyPr/>
                    <a:lstStyle/>
                    <a:p>
                      <a:pPr algn="ctr"/>
                      <a:r>
                        <a:rPr lang="en-US" sz="3200"/>
                        <a:t>4</a:t>
                      </a:r>
                    </a:p>
                  </a:txBody>
                  <a:tcPr>
                    <a:noFill/>
                  </a:tcPr>
                </a:tc>
                <a:tc>
                  <a:txBody>
                    <a:bodyPr/>
                    <a:lstStyle/>
                    <a:p>
                      <a:pPr algn="ctr"/>
                      <a:r>
                        <a:rPr lang="en-US" sz="3200"/>
                        <a:t>5</a:t>
                      </a:r>
                    </a:p>
                  </a:txBody>
                  <a:tcPr>
                    <a:noFill/>
                  </a:tcPr>
                </a:tc>
                <a:tc>
                  <a:txBody>
                    <a:bodyPr/>
                    <a:lstStyle/>
                    <a:p>
                      <a:pPr algn="ctr"/>
                      <a:r>
                        <a:rPr lang="en-US" sz="3200"/>
                        <a:t>6</a:t>
                      </a:r>
                    </a:p>
                  </a:txBody>
                  <a:tcPr>
                    <a:noFill/>
                  </a:tcPr>
                </a:tc>
                <a:extLst>
                  <a:ext uri="{0D108BD9-81ED-4DB2-BD59-A6C34878D82A}">
                    <a16:rowId xmlns:a16="http://schemas.microsoft.com/office/drawing/2014/main" val="1070387239"/>
                  </a:ext>
                </a:extLst>
              </a:tr>
              <a:tr h="0">
                <a:tc>
                  <a:txBody>
                    <a:bodyPr/>
                    <a:lstStyle/>
                    <a:p>
                      <a:pPr algn="ctr"/>
                      <a:r>
                        <a:rPr lang="en-US" sz="3200"/>
                        <a:t>7</a:t>
                      </a:r>
                    </a:p>
                  </a:txBody>
                  <a:tcPr>
                    <a:noFill/>
                  </a:tcPr>
                </a:tc>
                <a:tc>
                  <a:txBody>
                    <a:bodyPr/>
                    <a:lstStyle/>
                    <a:p>
                      <a:pPr algn="ctr"/>
                      <a:r>
                        <a:rPr lang="en-US" sz="3200"/>
                        <a:t>8</a:t>
                      </a:r>
                    </a:p>
                  </a:txBody>
                  <a:tcPr>
                    <a:noFill/>
                  </a:tcPr>
                </a:tc>
                <a:tc>
                  <a:txBody>
                    <a:bodyPr/>
                    <a:lstStyle/>
                    <a:p>
                      <a:pPr algn="ctr"/>
                      <a:r>
                        <a:rPr lang="en-US" sz="3200"/>
                        <a:t>9</a:t>
                      </a:r>
                    </a:p>
                  </a:txBody>
                  <a:tcPr>
                    <a:noFill/>
                  </a:tcPr>
                </a:tc>
                <a:extLst>
                  <a:ext uri="{0D108BD9-81ED-4DB2-BD59-A6C34878D82A}">
                    <a16:rowId xmlns:a16="http://schemas.microsoft.com/office/drawing/2014/main" val="2802962279"/>
                  </a:ext>
                </a:extLst>
              </a:tr>
              <a:tr h="0">
                <a:tc>
                  <a:txBody>
                    <a:bodyPr/>
                    <a:lstStyle/>
                    <a:p>
                      <a:pPr algn="ctr"/>
                      <a:r>
                        <a:rPr lang="en-US" sz="3200"/>
                        <a:t>10</a:t>
                      </a:r>
                    </a:p>
                  </a:txBody>
                  <a:tcPr>
                    <a:noFill/>
                  </a:tcPr>
                </a:tc>
                <a:tc>
                  <a:txBody>
                    <a:bodyPr/>
                    <a:lstStyle/>
                    <a:p>
                      <a:pPr algn="ctr"/>
                      <a:r>
                        <a:rPr lang="en-US" sz="3200"/>
                        <a:t>11</a:t>
                      </a:r>
                    </a:p>
                  </a:txBody>
                  <a:tcPr>
                    <a:noFill/>
                  </a:tcPr>
                </a:tc>
                <a:tc>
                  <a:txBody>
                    <a:bodyPr/>
                    <a:lstStyle/>
                    <a:p>
                      <a:pPr algn="ctr"/>
                      <a:r>
                        <a:rPr lang="en-US" sz="3200"/>
                        <a:t>12</a:t>
                      </a:r>
                    </a:p>
                  </a:txBody>
                  <a:tcPr>
                    <a:noFill/>
                  </a:tcPr>
                </a:tc>
                <a:extLst>
                  <a:ext uri="{0D108BD9-81ED-4DB2-BD59-A6C34878D82A}">
                    <a16:rowId xmlns:a16="http://schemas.microsoft.com/office/drawing/2014/main" val="1884871092"/>
                  </a:ext>
                </a:extLst>
              </a:tr>
            </a:tbl>
          </a:graphicData>
        </a:graphic>
      </p:graphicFrame>
      <p:sp>
        <p:nvSpPr>
          <p:cNvPr id="24" name="TextBox 23">
            <a:extLst>
              <a:ext uri="{FF2B5EF4-FFF2-40B4-BE49-F238E27FC236}">
                <a16:creationId xmlns:a16="http://schemas.microsoft.com/office/drawing/2014/main" id="{6AE0FCCE-CD84-2000-9B9A-7D5A49FA8F63}"/>
              </a:ext>
            </a:extLst>
          </p:cNvPr>
          <p:cNvSpPr txBox="1"/>
          <p:nvPr/>
        </p:nvSpPr>
        <p:spPr>
          <a:xfrm>
            <a:off x="1490909" y="3731965"/>
            <a:ext cx="184731" cy="523220"/>
          </a:xfrm>
          <a:prstGeom prst="rect">
            <a:avLst/>
          </a:prstGeom>
          <a:noFill/>
        </p:spPr>
        <p:txBody>
          <a:bodyPr wrap="none" rtlCol="0">
            <a:spAutoFit/>
          </a:bodyPr>
          <a:lstStyle/>
          <a:p>
            <a:endParaRPr lang="en-US" sz="2800">
              <a:solidFill>
                <a:srgbClr val="FFC000"/>
              </a:solidFill>
            </a:endParaRPr>
          </a:p>
        </p:txBody>
      </p:sp>
      <p:graphicFrame>
        <p:nvGraphicFramePr>
          <p:cNvPr id="34" name="Table 33">
            <a:extLst>
              <a:ext uri="{FF2B5EF4-FFF2-40B4-BE49-F238E27FC236}">
                <a16:creationId xmlns:a16="http://schemas.microsoft.com/office/drawing/2014/main" id="{EE63BBC3-114B-6EC3-BE77-C75C97EB6900}"/>
              </a:ext>
            </a:extLst>
          </p:cNvPr>
          <p:cNvGraphicFramePr>
            <a:graphicFrameLocks noGrp="1"/>
          </p:cNvGraphicFramePr>
          <p:nvPr>
            <p:extLst>
              <p:ext uri="{D42A27DB-BD31-4B8C-83A1-F6EECF244321}">
                <p14:modId xmlns:p14="http://schemas.microsoft.com/office/powerpoint/2010/main" val="437748229"/>
              </p:ext>
            </p:extLst>
          </p:nvPr>
        </p:nvGraphicFramePr>
        <p:xfrm>
          <a:off x="4551997" y="4385190"/>
          <a:ext cx="1463922" cy="173736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1096114999"/>
                    </a:ext>
                  </a:extLst>
                </a:gridCol>
                <a:gridCol w="731961">
                  <a:extLst>
                    <a:ext uri="{9D8B030D-6E8A-4147-A177-3AD203B41FA5}">
                      <a16:colId xmlns:a16="http://schemas.microsoft.com/office/drawing/2014/main" val="1144696541"/>
                    </a:ext>
                  </a:extLst>
                </a:gridCol>
              </a:tblGrid>
              <a:tr h="0">
                <a:tc>
                  <a:txBody>
                    <a:bodyPr/>
                    <a:lstStyle/>
                    <a:p>
                      <a:pPr algn="ctr"/>
                      <a:r>
                        <a:rPr lang="en-US" sz="3200">
                          <a:solidFill>
                            <a:srgbClr val="D5AD42"/>
                          </a:solidFill>
                        </a:rPr>
                        <a:t>10</a:t>
                      </a:r>
                    </a:p>
                  </a:txBody>
                  <a:tcPr>
                    <a:solidFill>
                      <a:schemeClr val="accent1">
                        <a:lumMod val="60000"/>
                        <a:lumOff val="40000"/>
                      </a:schemeClr>
                    </a:solidFill>
                  </a:tcPr>
                </a:tc>
                <a:tc>
                  <a:txBody>
                    <a:bodyPr/>
                    <a:lstStyle/>
                    <a:p>
                      <a:pPr algn="ctr"/>
                      <a:r>
                        <a:rPr lang="en-US" sz="3200"/>
                        <a:t>2</a:t>
                      </a:r>
                    </a:p>
                  </a:txBody>
                  <a:tcPr>
                    <a:solidFill>
                      <a:schemeClr val="accent1">
                        <a:lumMod val="60000"/>
                        <a:lumOff val="40000"/>
                      </a:schemeClr>
                    </a:solidFill>
                  </a:tcPr>
                </a:tc>
                <a:extLst>
                  <a:ext uri="{0D108BD9-81ED-4DB2-BD59-A6C34878D82A}">
                    <a16:rowId xmlns:a16="http://schemas.microsoft.com/office/drawing/2014/main" val="1755322269"/>
                  </a:ext>
                </a:extLst>
              </a:tr>
              <a:tr h="0">
                <a:tc>
                  <a:txBody>
                    <a:bodyPr/>
                    <a:lstStyle/>
                    <a:p>
                      <a:pPr algn="ctr"/>
                      <a:r>
                        <a:rPr lang="en-US" sz="3200"/>
                        <a:t>4</a:t>
                      </a:r>
                    </a:p>
                  </a:txBody>
                  <a:tcPr>
                    <a:solidFill>
                      <a:schemeClr val="accent1">
                        <a:lumMod val="60000"/>
                        <a:lumOff val="40000"/>
                      </a:schemeClr>
                    </a:solidFill>
                  </a:tcPr>
                </a:tc>
                <a:tc>
                  <a:txBody>
                    <a:bodyPr/>
                    <a:lstStyle/>
                    <a:p>
                      <a:pPr algn="ctr"/>
                      <a:r>
                        <a:rPr lang="en-US" sz="3200"/>
                        <a:t>5</a:t>
                      </a:r>
                    </a:p>
                  </a:txBody>
                  <a:tcPr>
                    <a:solidFill>
                      <a:schemeClr val="accent1">
                        <a:lumMod val="60000"/>
                        <a:lumOff val="40000"/>
                      </a:schemeClr>
                    </a:solidFill>
                  </a:tcPr>
                </a:tc>
                <a:extLst>
                  <a:ext uri="{0D108BD9-81ED-4DB2-BD59-A6C34878D82A}">
                    <a16:rowId xmlns:a16="http://schemas.microsoft.com/office/drawing/2014/main" val="2125090142"/>
                  </a:ext>
                </a:extLst>
              </a:tr>
              <a:tr h="0">
                <a:tc>
                  <a:txBody>
                    <a:bodyPr/>
                    <a:lstStyle/>
                    <a:p>
                      <a:pPr algn="ctr"/>
                      <a:r>
                        <a:rPr lang="en-US" sz="3200"/>
                        <a:t>7</a:t>
                      </a:r>
                    </a:p>
                  </a:txBody>
                  <a:tcPr>
                    <a:solidFill>
                      <a:schemeClr val="accent1">
                        <a:lumMod val="60000"/>
                        <a:lumOff val="40000"/>
                      </a:schemeClr>
                    </a:solidFill>
                  </a:tcPr>
                </a:tc>
                <a:tc>
                  <a:txBody>
                    <a:bodyPr/>
                    <a:lstStyle/>
                    <a:p>
                      <a:pPr algn="ctr"/>
                      <a:r>
                        <a:rPr lang="en-US" sz="3200"/>
                        <a:t>8</a:t>
                      </a:r>
                    </a:p>
                  </a:txBody>
                  <a:tcPr>
                    <a:solidFill>
                      <a:schemeClr val="accent1">
                        <a:lumMod val="60000"/>
                        <a:lumOff val="40000"/>
                      </a:schemeClr>
                    </a:solidFill>
                  </a:tcPr>
                </a:tc>
                <a:extLst>
                  <a:ext uri="{0D108BD9-81ED-4DB2-BD59-A6C34878D82A}">
                    <a16:rowId xmlns:a16="http://schemas.microsoft.com/office/drawing/2014/main" val="300775788"/>
                  </a:ext>
                </a:extLst>
              </a:tr>
            </a:tbl>
          </a:graphicData>
        </a:graphic>
      </p:graphicFrame>
      <p:sp>
        <p:nvSpPr>
          <p:cNvPr id="35" name="TextBox 34">
            <a:extLst>
              <a:ext uri="{FF2B5EF4-FFF2-40B4-BE49-F238E27FC236}">
                <a16:creationId xmlns:a16="http://schemas.microsoft.com/office/drawing/2014/main" id="{A1B3B309-98DE-F244-83FB-BFEF7B15818D}"/>
              </a:ext>
            </a:extLst>
          </p:cNvPr>
          <p:cNvSpPr txBox="1"/>
          <p:nvPr/>
        </p:nvSpPr>
        <p:spPr>
          <a:xfrm>
            <a:off x="3686792" y="3670597"/>
            <a:ext cx="2710870" cy="523220"/>
          </a:xfrm>
          <a:prstGeom prst="rect">
            <a:avLst/>
          </a:prstGeom>
          <a:noFill/>
        </p:spPr>
        <p:txBody>
          <a:bodyPr wrap="none" rtlCol="0">
            <a:spAutoFit/>
          </a:bodyPr>
          <a:lstStyle/>
          <a:p>
            <a:r>
              <a:rPr lang="en-US" sz="2800" err="1"/>
              <a:t>arr_new</a:t>
            </a:r>
            <a:r>
              <a:rPr lang="en-US" sz="2800"/>
              <a:t>[0,0]= 10</a:t>
            </a:r>
          </a:p>
        </p:txBody>
      </p:sp>
      <p:graphicFrame>
        <p:nvGraphicFramePr>
          <p:cNvPr id="36" name="Table 5">
            <a:extLst>
              <a:ext uri="{FF2B5EF4-FFF2-40B4-BE49-F238E27FC236}">
                <a16:creationId xmlns:a16="http://schemas.microsoft.com/office/drawing/2014/main" id="{B3C67C02-6E66-DB8A-66B8-7799C68B3444}"/>
              </a:ext>
            </a:extLst>
          </p:cNvPr>
          <p:cNvGraphicFramePr>
            <a:graphicFrameLocks/>
          </p:cNvGraphicFramePr>
          <p:nvPr>
            <p:extLst>
              <p:ext uri="{D42A27DB-BD31-4B8C-83A1-F6EECF244321}">
                <p14:modId xmlns:p14="http://schemas.microsoft.com/office/powerpoint/2010/main" val="3964836752"/>
              </p:ext>
            </p:extLst>
          </p:nvPr>
        </p:nvGraphicFramePr>
        <p:xfrm>
          <a:off x="8385609" y="3618654"/>
          <a:ext cx="2195883" cy="231648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solidFill>
                            <a:schemeClr val="tx1"/>
                          </a:solidFill>
                        </a:rPr>
                        <a:t>1</a:t>
                      </a:r>
                    </a:p>
                  </a:txBody>
                  <a:tcPr>
                    <a:noFill/>
                  </a:tcPr>
                </a:tc>
                <a:tc>
                  <a:txBody>
                    <a:bodyPr/>
                    <a:lstStyle/>
                    <a:p>
                      <a:pPr algn="ctr"/>
                      <a:r>
                        <a:rPr lang="en-US" sz="3200"/>
                        <a:t>2</a:t>
                      </a:r>
                    </a:p>
                  </a:txBody>
                  <a:tcPr>
                    <a:noFill/>
                  </a:tcPr>
                </a:tc>
                <a:tc>
                  <a:txBody>
                    <a:bodyPr/>
                    <a:lstStyle/>
                    <a:p>
                      <a:pPr algn="ctr"/>
                      <a:r>
                        <a:rPr lang="en-US" sz="3200"/>
                        <a:t>3</a:t>
                      </a:r>
                    </a:p>
                  </a:txBody>
                  <a:tcPr>
                    <a:noFill/>
                  </a:tcPr>
                </a:tc>
                <a:extLst>
                  <a:ext uri="{0D108BD9-81ED-4DB2-BD59-A6C34878D82A}">
                    <a16:rowId xmlns:a16="http://schemas.microsoft.com/office/drawing/2014/main" val="2144062658"/>
                  </a:ext>
                </a:extLst>
              </a:tr>
              <a:tr h="0">
                <a:tc>
                  <a:txBody>
                    <a:bodyPr/>
                    <a:lstStyle/>
                    <a:p>
                      <a:pPr algn="ctr"/>
                      <a:r>
                        <a:rPr lang="en-US" sz="3200"/>
                        <a:t>4</a:t>
                      </a:r>
                    </a:p>
                  </a:txBody>
                  <a:tcPr>
                    <a:noFill/>
                  </a:tcPr>
                </a:tc>
                <a:tc>
                  <a:txBody>
                    <a:bodyPr/>
                    <a:lstStyle/>
                    <a:p>
                      <a:pPr algn="ctr"/>
                      <a:r>
                        <a:rPr lang="en-US" sz="3200"/>
                        <a:t>5</a:t>
                      </a:r>
                    </a:p>
                  </a:txBody>
                  <a:tcPr>
                    <a:noFill/>
                  </a:tcPr>
                </a:tc>
                <a:tc>
                  <a:txBody>
                    <a:bodyPr/>
                    <a:lstStyle/>
                    <a:p>
                      <a:pPr algn="ctr"/>
                      <a:r>
                        <a:rPr lang="en-US" sz="3200"/>
                        <a:t>6</a:t>
                      </a:r>
                    </a:p>
                  </a:txBody>
                  <a:tcPr>
                    <a:noFill/>
                  </a:tcPr>
                </a:tc>
                <a:extLst>
                  <a:ext uri="{0D108BD9-81ED-4DB2-BD59-A6C34878D82A}">
                    <a16:rowId xmlns:a16="http://schemas.microsoft.com/office/drawing/2014/main" val="1070387239"/>
                  </a:ext>
                </a:extLst>
              </a:tr>
              <a:tr h="0">
                <a:tc>
                  <a:txBody>
                    <a:bodyPr/>
                    <a:lstStyle/>
                    <a:p>
                      <a:pPr algn="ctr"/>
                      <a:r>
                        <a:rPr lang="en-US" sz="3200"/>
                        <a:t>7</a:t>
                      </a:r>
                    </a:p>
                  </a:txBody>
                  <a:tcPr>
                    <a:noFill/>
                  </a:tcPr>
                </a:tc>
                <a:tc>
                  <a:txBody>
                    <a:bodyPr/>
                    <a:lstStyle/>
                    <a:p>
                      <a:pPr algn="ctr"/>
                      <a:r>
                        <a:rPr lang="en-US" sz="3200"/>
                        <a:t>8</a:t>
                      </a:r>
                    </a:p>
                  </a:txBody>
                  <a:tcPr>
                    <a:noFill/>
                  </a:tcPr>
                </a:tc>
                <a:tc>
                  <a:txBody>
                    <a:bodyPr/>
                    <a:lstStyle/>
                    <a:p>
                      <a:pPr algn="ctr"/>
                      <a:r>
                        <a:rPr lang="en-US" sz="3200"/>
                        <a:t>9</a:t>
                      </a:r>
                    </a:p>
                  </a:txBody>
                  <a:tcPr>
                    <a:noFill/>
                  </a:tcPr>
                </a:tc>
                <a:extLst>
                  <a:ext uri="{0D108BD9-81ED-4DB2-BD59-A6C34878D82A}">
                    <a16:rowId xmlns:a16="http://schemas.microsoft.com/office/drawing/2014/main" val="2802962279"/>
                  </a:ext>
                </a:extLst>
              </a:tr>
              <a:tr h="0">
                <a:tc>
                  <a:txBody>
                    <a:bodyPr/>
                    <a:lstStyle/>
                    <a:p>
                      <a:pPr algn="ctr"/>
                      <a:r>
                        <a:rPr lang="en-US" sz="3200"/>
                        <a:t>10</a:t>
                      </a:r>
                    </a:p>
                  </a:txBody>
                  <a:tcPr>
                    <a:noFill/>
                  </a:tcPr>
                </a:tc>
                <a:tc>
                  <a:txBody>
                    <a:bodyPr/>
                    <a:lstStyle/>
                    <a:p>
                      <a:pPr algn="ctr"/>
                      <a:r>
                        <a:rPr lang="en-US" sz="3200"/>
                        <a:t>11</a:t>
                      </a:r>
                    </a:p>
                  </a:txBody>
                  <a:tcPr>
                    <a:noFill/>
                  </a:tcPr>
                </a:tc>
                <a:tc>
                  <a:txBody>
                    <a:bodyPr/>
                    <a:lstStyle/>
                    <a:p>
                      <a:pPr algn="ctr"/>
                      <a:r>
                        <a:rPr lang="en-US" sz="3200"/>
                        <a:t>12</a:t>
                      </a:r>
                    </a:p>
                  </a:txBody>
                  <a:tcPr>
                    <a:noFill/>
                  </a:tcPr>
                </a:tc>
                <a:extLst>
                  <a:ext uri="{0D108BD9-81ED-4DB2-BD59-A6C34878D82A}">
                    <a16:rowId xmlns:a16="http://schemas.microsoft.com/office/drawing/2014/main" val="1884871092"/>
                  </a:ext>
                </a:extLst>
              </a:tr>
            </a:tbl>
          </a:graphicData>
        </a:graphic>
      </p:graphicFrame>
      <p:sp>
        <p:nvSpPr>
          <p:cNvPr id="37" name="TextBox 36">
            <a:extLst>
              <a:ext uri="{FF2B5EF4-FFF2-40B4-BE49-F238E27FC236}">
                <a16:creationId xmlns:a16="http://schemas.microsoft.com/office/drawing/2014/main" id="{42197CCC-7860-8002-5782-E16F9CF90E8A}"/>
              </a:ext>
            </a:extLst>
          </p:cNvPr>
          <p:cNvSpPr txBox="1"/>
          <p:nvPr/>
        </p:nvSpPr>
        <p:spPr>
          <a:xfrm>
            <a:off x="1546711" y="6015692"/>
            <a:ext cx="606256" cy="523220"/>
          </a:xfrm>
          <a:prstGeom prst="rect">
            <a:avLst/>
          </a:prstGeom>
          <a:noFill/>
        </p:spPr>
        <p:txBody>
          <a:bodyPr wrap="none" rtlCol="0">
            <a:spAutoFit/>
          </a:bodyPr>
          <a:lstStyle/>
          <a:p>
            <a:r>
              <a:rPr lang="en-US" sz="2800" err="1"/>
              <a:t>arr</a:t>
            </a:r>
            <a:endParaRPr lang="en-US" sz="2800"/>
          </a:p>
        </p:txBody>
      </p:sp>
      <p:sp>
        <p:nvSpPr>
          <p:cNvPr id="38" name="TextBox 37">
            <a:extLst>
              <a:ext uri="{FF2B5EF4-FFF2-40B4-BE49-F238E27FC236}">
                <a16:creationId xmlns:a16="http://schemas.microsoft.com/office/drawing/2014/main" id="{8BD43AE6-8AC5-9C3A-3B25-C4BACF203F4B}"/>
              </a:ext>
            </a:extLst>
          </p:cNvPr>
          <p:cNvSpPr txBox="1"/>
          <p:nvPr/>
        </p:nvSpPr>
        <p:spPr>
          <a:xfrm>
            <a:off x="9180422" y="6005047"/>
            <a:ext cx="606256" cy="523220"/>
          </a:xfrm>
          <a:prstGeom prst="rect">
            <a:avLst/>
          </a:prstGeom>
          <a:noFill/>
        </p:spPr>
        <p:txBody>
          <a:bodyPr wrap="none" rtlCol="0">
            <a:spAutoFit/>
          </a:bodyPr>
          <a:lstStyle/>
          <a:p>
            <a:r>
              <a:rPr lang="en-US" sz="2800" err="1"/>
              <a:t>arr</a:t>
            </a:r>
            <a:endParaRPr lang="en-US" sz="2800"/>
          </a:p>
        </p:txBody>
      </p:sp>
    </p:spTree>
    <p:extLst>
      <p:ext uri="{BB962C8B-B14F-4D97-AF65-F5344CB8AC3E}">
        <p14:creationId xmlns:p14="http://schemas.microsoft.com/office/powerpoint/2010/main" val="707672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3A046-D98E-087E-E287-A3F7522417C0}"/>
              </a:ext>
            </a:extLst>
          </p:cNvPr>
          <p:cNvSpPr>
            <a:spLocks noGrp="1"/>
          </p:cNvSpPr>
          <p:nvPr>
            <p:ph type="title"/>
          </p:nvPr>
        </p:nvSpPr>
        <p:spPr/>
        <p:txBody>
          <a:bodyPr/>
          <a:lstStyle/>
          <a:p>
            <a:r>
              <a:rPr lang="en-US" noProof="0"/>
              <a:t>Creating a new array from an existing array</a:t>
            </a:r>
          </a:p>
        </p:txBody>
      </p:sp>
      <p:sp>
        <p:nvSpPr>
          <p:cNvPr id="3" name="Content Placeholder 2">
            <a:extLst>
              <a:ext uri="{FF2B5EF4-FFF2-40B4-BE49-F238E27FC236}">
                <a16:creationId xmlns:a16="http://schemas.microsoft.com/office/drawing/2014/main" id="{5AA6012D-A5AD-705A-866B-8157B764E824}"/>
              </a:ext>
            </a:extLst>
          </p:cNvPr>
          <p:cNvSpPr>
            <a:spLocks noGrp="1"/>
          </p:cNvSpPr>
          <p:nvPr>
            <p:ph idx="1"/>
          </p:nvPr>
        </p:nvSpPr>
        <p:spPr/>
        <p:txBody>
          <a:bodyPr/>
          <a:lstStyle/>
          <a:p>
            <a:r>
              <a:rPr lang="en-US" noProof="0"/>
              <a:t>NumPy where() function is used to create a new array from the existing array based on conditions. </a:t>
            </a:r>
          </a:p>
          <a:p>
            <a:r>
              <a:rPr lang="en-US" noProof="0"/>
              <a:t>It returns the indices of the array for which each condition is True.  So, you get an indication of whether or not to keep the element in the corresponding array. </a:t>
            </a:r>
          </a:p>
          <a:p>
            <a:r>
              <a:rPr lang="en-US" noProof="0"/>
              <a:t>You can use the result for </a:t>
            </a:r>
            <a:r>
              <a:rPr lang="en-US" noProof="0" err="1"/>
              <a:t>boolean</a:t>
            </a:r>
            <a:r>
              <a:rPr lang="en-US" noProof="0"/>
              <a:t> mask slicing. </a:t>
            </a:r>
          </a:p>
          <a:p>
            <a:r>
              <a:rPr lang="en-US" noProof="0"/>
              <a:t>For example, if you filter the array [1, 2, 3] with the </a:t>
            </a:r>
            <a:r>
              <a:rPr lang="en-US" noProof="0" err="1"/>
              <a:t>boolean</a:t>
            </a:r>
            <a:r>
              <a:rPr lang="en-US" noProof="0"/>
              <a:t> list [True, False, True], the filtered array would be [1, 3].</a:t>
            </a:r>
          </a:p>
        </p:txBody>
      </p:sp>
      <p:sp>
        <p:nvSpPr>
          <p:cNvPr id="4" name="Slide Number Placeholder 3">
            <a:extLst>
              <a:ext uri="{FF2B5EF4-FFF2-40B4-BE49-F238E27FC236}">
                <a16:creationId xmlns:a16="http://schemas.microsoft.com/office/drawing/2014/main" id="{9BB73D3E-DBA9-5C32-C037-24F7EE2D08F7}"/>
              </a:ext>
            </a:extLst>
          </p:cNvPr>
          <p:cNvSpPr>
            <a:spLocks noGrp="1"/>
          </p:cNvSpPr>
          <p:nvPr>
            <p:ph type="sldNum" sz="quarter" idx="12"/>
          </p:nvPr>
        </p:nvSpPr>
        <p:spPr/>
        <p:txBody>
          <a:bodyPr/>
          <a:lstStyle/>
          <a:p>
            <a:fld id="{FE1B3154-47D9-4402-8EDB-E791933DC0B9}" type="slidenum">
              <a:rPr lang="nl-BE" smtClean="0"/>
              <a:pPr/>
              <a:t>18</a:t>
            </a:fld>
            <a:endParaRPr lang="nl-BE"/>
          </a:p>
        </p:txBody>
      </p:sp>
    </p:spTree>
    <p:extLst>
      <p:ext uri="{BB962C8B-B14F-4D97-AF65-F5344CB8AC3E}">
        <p14:creationId xmlns:p14="http://schemas.microsoft.com/office/powerpoint/2010/main" val="1790217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4B3C0-29C0-034E-01A2-DC08F56F1E4F}"/>
              </a:ext>
            </a:extLst>
          </p:cNvPr>
          <p:cNvSpPr>
            <a:spLocks noGrp="1"/>
          </p:cNvSpPr>
          <p:nvPr>
            <p:ph type="title"/>
          </p:nvPr>
        </p:nvSpPr>
        <p:spPr/>
        <p:txBody>
          <a:bodyPr/>
          <a:lstStyle/>
          <a:p>
            <a:r>
              <a:rPr lang="en-US" noProof="0"/>
              <a:t>Creating a new array from an existing array</a:t>
            </a:r>
          </a:p>
        </p:txBody>
      </p:sp>
      <p:sp>
        <p:nvSpPr>
          <p:cNvPr id="4" name="Slide Number Placeholder 3">
            <a:extLst>
              <a:ext uri="{FF2B5EF4-FFF2-40B4-BE49-F238E27FC236}">
                <a16:creationId xmlns:a16="http://schemas.microsoft.com/office/drawing/2014/main" id="{C179496B-17CB-B36A-6DD5-5B88F2F336D2}"/>
              </a:ext>
            </a:extLst>
          </p:cNvPr>
          <p:cNvSpPr>
            <a:spLocks noGrp="1"/>
          </p:cNvSpPr>
          <p:nvPr>
            <p:ph type="sldNum" sz="quarter" idx="12"/>
          </p:nvPr>
        </p:nvSpPr>
        <p:spPr/>
        <p:txBody>
          <a:bodyPr/>
          <a:lstStyle/>
          <a:p>
            <a:fld id="{FE1B3154-47D9-4402-8EDB-E791933DC0B9}" type="slidenum">
              <a:rPr lang="nl-BE" smtClean="0"/>
              <a:pPr/>
              <a:t>19</a:t>
            </a:fld>
            <a:endParaRPr lang="nl-BE"/>
          </a:p>
        </p:txBody>
      </p:sp>
      <p:pic>
        <p:nvPicPr>
          <p:cNvPr id="6" name="Picture 5">
            <a:extLst>
              <a:ext uri="{FF2B5EF4-FFF2-40B4-BE49-F238E27FC236}">
                <a16:creationId xmlns:a16="http://schemas.microsoft.com/office/drawing/2014/main" id="{191CC31B-8DA3-70FE-9A7A-42A2B9FFFBF0}"/>
              </a:ext>
            </a:extLst>
          </p:cNvPr>
          <p:cNvPicPr>
            <a:picLocks noChangeAspect="1"/>
          </p:cNvPicPr>
          <p:nvPr/>
        </p:nvPicPr>
        <p:blipFill>
          <a:blip r:embed="rId3"/>
          <a:stretch>
            <a:fillRect/>
          </a:stretch>
        </p:blipFill>
        <p:spPr>
          <a:xfrm>
            <a:off x="6162675" y="2223874"/>
            <a:ext cx="6029325" cy="1809750"/>
          </a:xfrm>
          <a:prstGeom prst="rect">
            <a:avLst/>
          </a:prstGeom>
        </p:spPr>
      </p:pic>
      <p:sp>
        <p:nvSpPr>
          <p:cNvPr id="8" name="TextBox 7">
            <a:extLst>
              <a:ext uri="{FF2B5EF4-FFF2-40B4-BE49-F238E27FC236}">
                <a16:creationId xmlns:a16="http://schemas.microsoft.com/office/drawing/2014/main" id="{ED5460C8-35A7-B734-522B-F804601EED42}"/>
              </a:ext>
            </a:extLst>
          </p:cNvPr>
          <p:cNvSpPr txBox="1"/>
          <p:nvPr/>
        </p:nvSpPr>
        <p:spPr>
          <a:xfrm>
            <a:off x="771099" y="1929679"/>
            <a:ext cx="6100548" cy="3416320"/>
          </a:xfrm>
          <a:prstGeom prst="rect">
            <a:avLst/>
          </a:prstGeom>
          <a:noFill/>
        </p:spPr>
        <p:txBody>
          <a:bodyPr wrap="square">
            <a:spAutoFit/>
          </a:bodyPr>
          <a:lstStyle/>
          <a:p>
            <a:r>
              <a:rPr lang="en-US" b="0">
                <a:solidFill>
                  <a:srgbClr val="008000"/>
                </a:solidFill>
                <a:effectLst/>
                <a:latin typeface="Consolas" panose="020B0609020204030204" pitchFamily="49" charset="0"/>
              </a:rPr>
              <a:t># Create a </a:t>
            </a:r>
            <a:r>
              <a:rPr lang="en-US" b="0" err="1">
                <a:solidFill>
                  <a:srgbClr val="008000"/>
                </a:solidFill>
                <a:effectLst/>
                <a:latin typeface="Consolas" panose="020B0609020204030204" pitchFamily="49" charset="0"/>
              </a:rPr>
              <a:t>numpy</a:t>
            </a:r>
            <a:r>
              <a:rPr lang="en-US" b="0">
                <a:solidFill>
                  <a:srgbClr val="008000"/>
                </a:solidFill>
                <a:effectLst/>
                <a:latin typeface="Consolas" panose="020B0609020204030204" pitchFamily="49" charset="0"/>
              </a:rPr>
              <a:t> array</a:t>
            </a:r>
            <a:endParaRPr lang="en-US" b="0">
              <a:solidFill>
                <a:srgbClr val="000000"/>
              </a:solidFill>
              <a:effectLst/>
              <a:latin typeface="Consolas" panose="020B0609020204030204" pitchFamily="49" charset="0"/>
            </a:endParaRPr>
          </a:p>
          <a:p>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array</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1</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4</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2</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7</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9</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5</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8</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8000"/>
                </a:solidFill>
                <a:effectLst/>
                <a:latin typeface="Consolas" panose="020B0609020204030204" pitchFamily="49" charset="0"/>
              </a:rPr>
              <a:t># indexes of elements to keep</a:t>
            </a:r>
            <a:endParaRPr lang="en-US" b="0">
              <a:solidFill>
                <a:srgbClr val="000000"/>
              </a:solidFill>
              <a:effectLst/>
              <a:latin typeface="Consolas" panose="020B0609020204030204" pitchFamily="49" charset="0"/>
            </a:endParaRPr>
          </a:p>
          <a:p>
            <a:r>
              <a:rPr lang="en-US" b="0" err="1">
                <a:solidFill>
                  <a:srgbClr val="001080"/>
                </a:solidFill>
                <a:effectLst/>
                <a:latin typeface="Consolas" panose="020B0609020204030204" pitchFamily="49" charset="0"/>
              </a:rPr>
              <a:t>indexes_to_keep</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where</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 &gt; </a:t>
            </a:r>
            <a:r>
              <a:rPr lang="en-US" b="0">
                <a:solidFill>
                  <a:srgbClr val="098658"/>
                </a:solidFill>
                <a:effectLst/>
                <a:latin typeface="Consolas" panose="020B0609020204030204" pitchFamily="49" charset="0"/>
              </a:rPr>
              <a:t>5</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indexes_to_keep</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8000"/>
                </a:solidFill>
                <a:effectLst/>
                <a:latin typeface="Consolas" panose="020B0609020204030204" pitchFamily="49" charset="0"/>
              </a:rPr>
              <a:t># filter the array</a:t>
            </a:r>
            <a:endParaRPr lang="en-US" b="0">
              <a:solidFill>
                <a:srgbClr val="000000"/>
              </a:solidFill>
              <a:effectLst/>
              <a:latin typeface="Consolas" panose="020B0609020204030204" pitchFamily="49" charset="0"/>
            </a:endParaRPr>
          </a:p>
          <a:p>
            <a:r>
              <a:rPr lang="en-US" b="0" err="1">
                <a:solidFill>
                  <a:srgbClr val="001080"/>
                </a:solidFill>
                <a:effectLst/>
                <a:latin typeface="Consolas" panose="020B0609020204030204" pitchFamily="49" charset="0"/>
              </a:rPr>
              <a:t>arr_filtered</a:t>
            </a:r>
            <a:r>
              <a:rPr lang="en-US" b="0">
                <a:solidFill>
                  <a:srgbClr val="000000"/>
                </a:solidFill>
                <a:effectLst/>
                <a:latin typeface="Consolas" panose="020B0609020204030204" pitchFamily="49" charset="0"/>
              </a:rPr>
              <a:t> = </a:t>
            </a:r>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indexes_to_keep</a:t>
            </a:r>
            <a:r>
              <a:rPr lang="en-US" b="0">
                <a:solidFill>
                  <a:srgbClr val="000000"/>
                </a:solidFill>
                <a:effectLst/>
                <a:latin typeface="Consolas" panose="020B0609020204030204" pitchFamily="49" charset="0"/>
              </a:rPr>
              <a:t>]</a:t>
            </a:r>
          </a:p>
          <a:p>
            <a:br>
              <a:rPr lang="en-US" b="0">
                <a:solidFill>
                  <a:srgbClr val="000000"/>
                </a:solidFill>
                <a:effectLst/>
                <a:latin typeface="Consolas" panose="020B0609020204030204" pitchFamily="49" charset="0"/>
              </a:rPr>
            </a:br>
            <a:r>
              <a:rPr lang="en-US" b="0">
                <a:solidFill>
                  <a:srgbClr val="008000"/>
                </a:solidFill>
                <a:effectLst/>
                <a:latin typeface="Consolas" panose="020B0609020204030204" pitchFamily="49" charset="0"/>
              </a:rPr>
              <a:t># show the filtered array</a:t>
            </a:r>
            <a:endParaRPr lang="en-US" b="0">
              <a:solidFill>
                <a:srgbClr val="000000"/>
              </a:solidFill>
              <a:effectLst/>
              <a:latin typeface="Consolas" panose="020B0609020204030204" pitchFamily="49" charset="0"/>
            </a:endParaRP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arr_filtered</a:t>
            </a:r>
            <a:r>
              <a:rPr lang="en-US" b="0">
                <a:solidFill>
                  <a:srgbClr val="000000"/>
                </a:solidFill>
                <a:effectLst/>
                <a:latin typeface="Consolas" panose="020B0609020204030204" pitchFamily="49" charset="0"/>
              </a:rPr>
              <a:t>)</a:t>
            </a:r>
          </a:p>
        </p:txBody>
      </p:sp>
      <p:pic>
        <p:nvPicPr>
          <p:cNvPr id="12" name="Picture 11">
            <a:extLst>
              <a:ext uri="{FF2B5EF4-FFF2-40B4-BE49-F238E27FC236}">
                <a16:creationId xmlns:a16="http://schemas.microsoft.com/office/drawing/2014/main" id="{48AECFB1-EADA-AD68-CE6D-91EEDE764FF0}"/>
              </a:ext>
            </a:extLst>
          </p:cNvPr>
          <p:cNvPicPr>
            <a:picLocks noChangeAspect="1"/>
          </p:cNvPicPr>
          <p:nvPr/>
        </p:nvPicPr>
        <p:blipFill>
          <a:blip r:embed="rId4"/>
          <a:stretch>
            <a:fillRect/>
          </a:stretch>
        </p:blipFill>
        <p:spPr>
          <a:xfrm>
            <a:off x="6162675" y="4831307"/>
            <a:ext cx="5778971" cy="848067"/>
          </a:xfrm>
          <a:prstGeom prst="rect">
            <a:avLst/>
          </a:prstGeom>
        </p:spPr>
      </p:pic>
    </p:spTree>
    <p:extLst>
      <p:ext uri="{BB962C8B-B14F-4D97-AF65-F5344CB8AC3E}">
        <p14:creationId xmlns:p14="http://schemas.microsoft.com/office/powerpoint/2010/main" val="111177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0AE9-3137-FF59-BA46-862E4003199B}"/>
              </a:ext>
            </a:extLst>
          </p:cNvPr>
          <p:cNvSpPr>
            <a:spLocks noGrp="1"/>
          </p:cNvSpPr>
          <p:nvPr>
            <p:ph type="title"/>
          </p:nvPr>
        </p:nvSpPr>
        <p:spPr/>
        <p:txBody>
          <a:bodyPr/>
          <a:lstStyle/>
          <a:p>
            <a:r>
              <a:rPr lang="en-US" noProof="0"/>
              <a:t>Creating a new array from an existing array</a:t>
            </a:r>
          </a:p>
        </p:txBody>
      </p:sp>
      <p:sp>
        <p:nvSpPr>
          <p:cNvPr id="3" name="Content Placeholder 2">
            <a:extLst>
              <a:ext uri="{FF2B5EF4-FFF2-40B4-BE49-F238E27FC236}">
                <a16:creationId xmlns:a16="http://schemas.microsoft.com/office/drawing/2014/main" id="{F9F87B26-3828-2B34-BF8B-D5B661415C9E}"/>
              </a:ext>
            </a:extLst>
          </p:cNvPr>
          <p:cNvSpPr>
            <a:spLocks noGrp="1"/>
          </p:cNvSpPr>
          <p:nvPr>
            <p:ph idx="1"/>
          </p:nvPr>
        </p:nvSpPr>
        <p:spPr/>
        <p:txBody>
          <a:bodyPr>
            <a:noAutofit/>
          </a:bodyPr>
          <a:lstStyle/>
          <a:p>
            <a:pPr marL="0" indent="0">
              <a:buNone/>
            </a:pPr>
            <a:r>
              <a:rPr lang="en-US" noProof="0" err="1"/>
              <a:t>np.where</a:t>
            </a:r>
            <a:r>
              <a:rPr lang="en-US" noProof="0"/>
              <a:t> (conditions, x, y)</a:t>
            </a:r>
          </a:p>
          <a:p>
            <a:pPr marL="0" indent="0">
              <a:buNone/>
            </a:pPr>
            <a:endParaRPr lang="en-US" noProof="0"/>
          </a:p>
          <a:p>
            <a:r>
              <a:rPr lang="en-US" noProof="0"/>
              <a:t>The where() function has 2 optional extra parameters x and y. </a:t>
            </a:r>
          </a:p>
          <a:p>
            <a:pPr lvl="1"/>
            <a:r>
              <a:rPr lang="en-US" sz="2800" noProof="0"/>
              <a:t>If condition holds true, the new array will choose elements from x.</a:t>
            </a:r>
          </a:p>
          <a:p>
            <a:pPr lvl="1"/>
            <a:r>
              <a:rPr lang="en-US" sz="2800" noProof="0"/>
              <a:t>Otherwise, if it’s false, elements from y will be taken.</a:t>
            </a:r>
            <a:endParaRPr lang="en-US" noProof="0"/>
          </a:p>
          <a:p>
            <a:r>
              <a:rPr lang="en-US" noProof="0"/>
              <a:t>With that, our final output array will be an array with elements from x wherever condition = True, and elements from y whenever condition = False.</a:t>
            </a:r>
          </a:p>
          <a:p>
            <a:r>
              <a:rPr lang="en-US" noProof="0"/>
              <a:t>Although x and y are optional, if you specify x, you MUST also specify y.</a:t>
            </a:r>
          </a:p>
          <a:p>
            <a:pPr lvl="1"/>
            <a:r>
              <a:rPr lang="en-US"/>
              <a:t>T</a:t>
            </a:r>
            <a:r>
              <a:rPr lang="en-US" noProof="0"/>
              <a:t>he output array shape must be the same as the input array.</a:t>
            </a:r>
          </a:p>
        </p:txBody>
      </p:sp>
      <p:sp>
        <p:nvSpPr>
          <p:cNvPr id="4" name="Slide Number Placeholder 3">
            <a:extLst>
              <a:ext uri="{FF2B5EF4-FFF2-40B4-BE49-F238E27FC236}">
                <a16:creationId xmlns:a16="http://schemas.microsoft.com/office/drawing/2014/main" id="{84929482-9CCB-B4C9-0F14-D2343C7DA448}"/>
              </a:ext>
            </a:extLst>
          </p:cNvPr>
          <p:cNvSpPr>
            <a:spLocks noGrp="1"/>
          </p:cNvSpPr>
          <p:nvPr>
            <p:ph type="sldNum" sz="quarter" idx="12"/>
          </p:nvPr>
        </p:nvSpPr>
        <p:spPr/>
        <p:txBody>
          <a:bodyPr/>
          <a:lstStyle/>
          <a:p>
            <a:fld id="{FE1B3154-47D9-4402-8EDB-E791933DC0B9}" type="slidenum">
              <a:rPr lang="nl-BE" smtClean="0"/>
              <a:pPr/>
              <a:t>20</a:t>
            </a:fld>
            <a:endParaRPr lang="nl-BE"/>
          </a:p>
        </p:txBody>
      </p:sp>
    </p:spTree>
    <p:extLst>
      <p:ext uri="{BB962C8B-B14F-4D97-AF65-F5344CB8AC3E}">
        <p14:creationId xmlns:p14="http://schemas.microsoft.com/office/powerpoint/2010/main" val="2617469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A00AE-720C-6143-0D1C-1C4694E07222}"/>
              </a:ext>
            </a:extLst>
          </p:cNvPr>
          <p:cNvSpPr>
            <a:spLocks noGrp="1"/>
          </p:cNvSpPr>
          <p:nvPr>
            <p:ph type="title"/>
          </p:nvPr>
        </p:nvSpPr>
        <p:spPr/>
        <p:txBody>
          <a:bodyPr/>
          <a:lstStyle/>
          <a:p>
            <a:r>
              <a:rPr lang="en-US" noProof="0"/>
              <a:t>Creating a new array from an existing array</a:t>
            </a:r>
          </a:p>
        </p:txBody>
      </p:sp>
      <p:sp>
        <p:nvSpPr>
          <p:cNvPr id="4" name="Slide Number Placeholder 3">
            <a:extLst>
              <a:ext uri="{FF2B5EF4-FFF2-40B4-BE49-F238E27FC236}">
                <a16:creationId xmlns:a16="http://schemas.microsoft.com/office/drawing/2014/main" id="{AAD68943-EDCC-31B7-9E8C-EF32E2DBB0F5}"/>
              </a:ext>
            </a:extLst>
          </p:cNvPr>
          <p:cNvSpPr>
            <a:spLocks noGrp="1"/>
          </p:cNvSpPr>
          <p:nvPr>
            <p:ph type="sldNum" sz="quarter" idx="12"/>
          </p:nvPr>
        </p:nvSpPr>
        <p:spPr/>
        <p:txBody>
          <a:bodyPr/>
          <a:lstStyle/>
          <a:p>
            <a:fld id="{FE1B3154-47D9-4402-8EDB-E791933DC0B9}" type="slidenum">
              <a:rPr lang="nl-BE" smtClean="0"/>
              <a:pPr/>
              <a:t>21</a:t>
            </a:fld>
            <a:endParaRPr lang="nl-BE"/>
          </a:p>
        </p:txBody>
      </p:sp>
      <p:sp>
        <p:nvSpPr>
          <p:cNvPr id="6" name="TextBox 5">
            <a:extLst>
              <a:ext uri="{FF2B5EF4-FFF2-40B4-BE49-F238E27FC236}">
                <a16:creationId xmlns:a16="http://schemas.microsoft.com/office/drawing/2014/main" id="{38E1FD7E-8878-F48E-F776-5883DCE676C2}"/>
              </a:ext>
            </a:extLst>
          </p:cNvPr>
          <p:cNvSpPr txBox="1"/>
          <p:nvPr/>
        </p:nvSpPr>
        <p:spPr>
          <a:xfrm>
            <a:off x="582706" y="1966374"/>
            <a:ext cx="6100548" cy="2585323"/>
          </a:xfrm>
          <a:prstGeom prst="rect">
            <a:avLst/>
          </a:prstGeom>
          <a:noFill/>
        </p:spPr>
        <p:txBody>
          <a:bodyPr wrap="square">
            <a:spAutoFit/>
          </a:bodyPr>
          <a:lstStyle/>
          <a:p>
            <a:r>
              <a:rPr lang="en-US" b="0">
                <a:solidFill>
                  <a:srgbClr val="008000"/>
                </a:solidFill>
                <a:effectLst/>
                <a:latin typeface="Consolas" panose="020B0609020204030204" pitchFamily="49" charset="0"/>
              </a:rPr>
              <a:t># Create a </a:t>
            </a:r>
            <a:r>
              <a:rPr lang="en-US" b="0" err="1">
                <a:solidFill>
                  <a:srgbClr val="008000"/>
                </a:solidFill>
                <a:effectLst/>
                <a:latin typeface="Consolas" panose="020B0609020204030204" pitchFamily="49" charset="0"/>
              </a:rPr>
              <a:t>numpy</a:t>
            </a:r>
            <a:r>
              <a:rPr lang="en-US" b="0">
                <a:solidFill>
                  <a:srgbClr val="008000"/>
                </a:solidFill>
                <a:effectLst/>
                <a:latin typeface="Consolas" panose="020B0609020204030204" pitchFamily="49" charset="0"/>
              </a:rPr>
              <a:t> array</a:t>
            </a:r>
            <a:endParaRPr lang="en-US" b="0">
              <a:solidFill>
                <a:srgbClr val="000000"/>
              </a:solidFill>
              <a:effectLst/>
              <a:latin typeface="Consolas" panose="020B0609020204030204" pitchFamily="49" charset="0"/>
            </a:endParaRPr>
          </a:p>
          <a:p>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array</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1</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4</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2</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7</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9</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3</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5</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8</a:t>
            </a:r>
            <a:r>
              <a:rPr lang="en-US" b="0">
                <a:solidFill>
                  <a:srgbClr val="000000"/>
                </a:solidFill>
                <a:effectLst/>
                <a:latin typeface="Consolas" panose="020B0609020204030204" pitchFamily="49" charset="0"/>
              </a:rPr>
              <a:t>])</a:t>
            </a: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r>
              <a:rPr lang="en-US" b="0">
                <a:solidFill>
                  <a:srgbClr val="008000"/>
                </a:solidFill>
                <a:effectLst/>
                <a:latin typeface="Consolas" panose="020B0609020204030204" pitchFamily="49" charset="0"/>
              </a:rPr>
              <a:t># filter the array</a:t>
            </a:r>
            <a:endParaRPr lang="en-US" b="0">
              <a:solidFill>
                <a:srgbClr val="000000"/>
              </a:solidFill>
              <a:effectLst/>
              <a:latin typeface="Consolas" panose="020B0609020204030204" pitchFamily="49" charset="0"/>
            </a:endParaRPr>
          </a:p>
          <a:p>
            <a:r>
              <a:rPr lang="en-US" b="0" err="1">
                <a:solidFill>
                  <a:srgbClr val="001080"/>
                </a:solidFill>
                <a:effectLst/>
                <a:latin typeface="Consolas" panose="020B0609020204030204" pitchFamily="49" charset="0"/>
              </a:rPr>
              <a:t>arr_filtered</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where</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 &gt; </a:t>
            </a:r>
            <a:r>
              <a:rPr lang="en-US" b="0">
                <a:solidFill>
                  <a:srgbClr val="098658"/>
                </a:solidFill>
                <a:effectLst/>
                <a:latin typeface="Consolas" panose="020B0609020204030204" pitchFamily="49" charset="0"/>
              </a:rPr>
              <a:t>5</a:t>
            </a:r>
            <a:r>
              <a:rPr lang="en-US" b="0">
                <a:solidFill>
                  <a:srgbClr val="000000"/>
                </a:solidFill>
                <a:effectLst/>
                <a:latin typeface="Consolas" panose="020B0609020204030204" pitchFamily="49" charset="0"/>
              </a:rPr>
              <a:t>, </a:t>
            </a:r>
            <a:r>
              <a:rPr lang="en-US" b="0">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0</a:t>
            </a:r>
            <a:r>
              <a:rPr lang="en-US" b="0">
                <a:solidFill>
                  <a:srgbClr val="000000"/>
                </a:solidFill>
                <a:effectLst/>
                <a:latin typeface="Consolas" panose="020B0609020204030204" pitchFamily="49" charset="0"/>
              </a:rPr>
              <a:t>)</a:t>
            </a: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r>
              <a:rPr lang="en-US" b="0">
                <a:solidFill>
                  <a:srgbClr val="008000"/>
                </a:solidFill>
                <a:effectLst/>
                <a:latin typeface="Consolas" panose="020B0609020204030204" pitchFamily="49" charset="0"/>
              </a:rPr>
              <a:t># show the filtered array</a:t>
            </a:r>
            <a:endParaRPr lang="en-US" b="0">
              <a:solidFill>
                <a:srgbClr val="000000"/>
              </a:solidFill>
              <a:effectLst/>
              <a:latin typeface="Consolas" panose="020B0609020204030204" pitchFamily="49" charset="0"/>
            </a:endParaRP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a:t>
            </a:r>
            <a:r>
              <a:rPr lang="en-US" b="0" err="1">
                <a:solidFill>
                  <a:srgbClr val="A31515"/>
                </a:solidFill>
                <a:effectLst/>
                <a:latin typeface="Consolas" panose="020B0609020204030204" pitchFamily="49" charset="0"/>
              </a:rPr>
              <a:t>arr</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a:t>
            </a: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A31515"/>
                </a:solidFill>
                <a:effectLst/>
                <a:latin typeface="Consolas" panose="020B0609020204030204" pitchFamily="49" charset="0"/>
              </a:rPr>
              <a:t>"arr_filtered:"</a:t>
            </a:r>
            <a:r>
              <a:rPr lang="en-US" b="0">
                <a:solidFill>
                  <a:srgbClr val="000000"/>
                </a:solidFill>
                <a:effectLst/>
                <a:latin typeface="Consolas" panose="020B0609020204030204" pitchFamily="49" charset="0"/>
              </a:rPr>
              <a:t>,</a:t>
            </a:r>
            <a:r>
              <a:rPr lang="en-US" b="0" err="1">
                <a:solidFill>
                  <a:srgbClr val="001080"/>
                </a:solidFill>
                <a:effectLst/>
                <a:latin typeface="Consolas" panose="020B0609020204030204" pitchFamily="49" charset="0"/>
              </a:rPr>
              <a:t>arr_filtered</a:t>
            </a:r>
            <a:r>
              <a:rPr lang="en-US" b="0">
                <a:solidFill>
                  <a:srgbClr val="000000"/>
                </a:solidFill>
                <a:effectLst/>
                <a:latin typeface="Consolas" panose="020B0609020204030204" pitchFamily="49" charset="0"/>
              </a:rPr>
              <a:t>)</a:t>
            </a:r>
          </a:p>
        </p:txBody>
      </p:sp>
      <p:pic>
        <p:nvPicPr>
          <p:cNvPr id="8" name="Picture 7">
            <a:extLst>
              <a:ext uri="{FF2B5EF4-FFF2-40B4-BE49-F238E27FC236}">
                <a16:creationId xmlns:a16="http://schemas.microsoft.com/office/drawing/2014/main" id="{4A085760-10CD-5655-825C-4472B0437730}"/>
              </a:ext>
            </a:extLst>
          </p:cNvPr>
          <p:cNvPicPr>
            <a:picLocks noChangeAspect="1"/>
          </p:cNvPicPr>
          <p:nvPr/>
        </p:nvPicPr>
        <p:blipFill>
          <a:blip r:embed="rId2"/>
          <a:stretch>
            <a:fillRect/>
          </a:stretch>
        </p:blipFill>
        <p:spPr>
          <a:xfrm>
            <a:off x="5968253" y="5045412"/>
            <a:ext cx="4925573" cy="969959"/>
          </a:xfrm>
          <a:prstGeom prst="rect">
            <a:avLst/>
          </a:prstGeom>
        </p:spPr>
      </p:pic>
      <p:pic>
        <p:nvPicPr>
          <p:cNvPr id="11" name="Picture 10">
            <a:extLst>
              <a:ext uri="{FF2B5EF4-FFF2-40B4-BE49-F238E27FC236}">
                <a16:creationId xmlns:a16="http://schemas.microsoft.com/office/drawing/2014/main" id="{C2E28B09-1673-D2B1-885A-AF6497D1E456}"/>
              </a:ext>
            </a:extLst>
          </p:cNvPr>
          <p:cNvPicPr>
            <a:picLocks noChangeAspect="1"/>
          </p:cNvPicPr>
          <p:nvPr/>
        </p:nvPicPr>
        <p:blipFill rotWithShape="1">
          <a:blip r:embed="rId3"/>
          <a:srcRect b="25968"/>
          <a:stretch/>
        </p:blipFill>
        <p:spPr>
          <a:xfrm>
            <a:off x="5968253" y="2089204"/>
            <a:ext cx="6029325" cy="1339796"/>
          </a:xfrm>
          <a:prstGeom prst="rect">
            <a:avLst/>
          </a:prstGeom>
        </p:spPr>
      </p:pic>
      <p:graphicFrame>
        <p:nvGraphicFramePr>
          <p:cNvPr id="14" name="Table 14">
            <a:extLst>
              <a:ext uri="{FF2B5EF4-FFF2-40B4-BE49-F238E27FC236}">
                <a16:creationId xmlns:a16="http://schemas.microsoft.com/office/drawing/2014/main" id="{7741501F-861A-F432-C205-AFCCE6615F8E}"/>
              </a:ext>
            </a:extLst>
          </p:cNvPr>
          <p:cNvGraphicFramePr>
            <a:graphicFrameLocks noGrp="1"/>
          </p:cNvGraphicFramePr>
          <p:nvPr>
            <p:extLst>
              <p:ext uri="{D42A27DB-BD31-4B8C-83A1-F6EECF244321}">
                <p14:modId xmlns:p14="http://schemas.microsoft.com/office/powerpoint/2010/main" val="3122394386"/>
              </p:ext>
            </p:extLst>
          </p:nvPr>
        </p:nvGraphicFramePr>
        <p:xfrm>
          <a:off x="6096000" y="3551829"/>
          <a:ext cx="5777752" cy="365760"/>
        </p:xfrm>
        <a:graphic>
          <a:graphicData uri="http://schemas.openxmlformats.org/drawingml/2006/table">
            <a:tbl>
              <a:tblPr firstRow="1" bandRow="1">
                <a:tableStyleId>{5C22544A-7EE6-4342-B048-85BDC9FD1C3A}</a:tableStyleId>
              </a:tblPr>
              <a:tblGrid>
                <a:gridCol w="722219">
                  <a:extLst>
                    <a:ext uri="{9D8B030D-6E8A-4147-A177-3AD203B41FA5}">
                      <a16:colId xmlns:a16="http://schemas.microsoft.com/office/drawing/2014/main" val="2194705802"/>
                    </a:ext>
                  </a:extLst>
                </a:gridCol>
                <a:gridCol w="722219">
                  <a:extLst>
                    <a:ext uri="{9D8B030D-6E8A-4147-A177-3AD203B41FA5}">
                      <a16:colId xmlns:a16="http://schemas.microsoft.com/office/drawing/2014/main" val="3505078823"/>
                    </a:ext>
                  </a:extLst>
                </a:gridCol>
                <a:gridCol w="722219">
                  <a:extLst>
                    <a:ext uri="{9D8B030D-6E8A-4147-A177-3AD203B41FA5}">
                      <a16:colId xmlns:a16="http://schemas.microsoft.com/office/drawing/2014/main" val="3426025576"/>
                    </a:ext>
                  </a:extLst>
                </a:gridCol>
                <a:gridCol w="722219">
                  <a:extLst>
                    <a:ext uri="{9D8B030D-6E8A-4147-A177-3AD203B41FA5}">
                      <a16:colId xmlns:a16="http://schemas.microsoft.com/office/drawing/2014/main" val="2241047519"/>
                    </a:ext>
                  </a:extLst>
                </a:gridCol>
                <a:gridCol w="722219">
                  <a:extLst>
                    <a:ext uri="{9D8B030D-6E8A-4147-A177-3AD203B41FA5}">
                      <a16:colId xmlns:a16="http://schemas.microsoft.com/office/drawing/2014/main" val="265390502"/>
                    </a:ext>
                  </a:extLst>
                </a:gridCol>
                <a:gridCol w="722219">
                  <a:extLst>
                    <a:ext uri="{9D8B030D-6E8A-4147-A177-3AD203B41FA5}">
                      <a16:colId xmlns:a16="http://schemas.microsoft.com/office/drawing/2014/main" val="914758707"/>
                    </a:ext>
                  </a:extLst>
                </a:gridCol>
                <a:gridCol w="722219">
                  <a:extLst>
                    <a:ext uri="{9D8B030D-6E8A-4147-A177-3AD203B41FA5}">
                      <a16:colId xmlns:a16="http://schemas.microsoft.com/office/drawing/2014/main" val="33138915"/>
                    </a:ext>
                  </a:extLst>
                </a:gridCol>
                <a:gridCol w="722219">
                  <a:extLst>
                    <a:ext uri="{9D8B030D-6E8A-4147-A177-3AD203B41FA5}">
                      <a16:colId xmlns:a16="http://schemas.microsoft.com/office/drawing/2014/main" val="4192074034"/>
                    </a:ext>
                  </a:extLst>
                </a:gridCol>
              </a:tblGrid>
              <a:tr h="205399">
                <a:tc>
                  <a:txBody>
                    <a:bodyPr/>
                    <a:lstStyle/>
                    <a:p>
                      <a:pPr algn="ctr"/>
                      <a:r>
                        <a:rPr lang="en-US">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solidFill>
                            <a:schemeClr val="tx1"/>
                          </a:solidFill>
                        </a:rPr>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8110929"/>
                  </a:ext>
                </a:extLst>
              </a:tr>
            </a:tbl>
          </a:graphicData>
        </a:graphic>
      </p:graphicFrame>
    </p:spTree>
    <p:extLst>
      <p:ext uri="{BB962C8B-B14F-4D97-AF65-F5344CB8AC3E}">
        <p14:creationId xmlns:p14="http://schemas.microsoft.com/office/powerpoint/2010/main" val="27732654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14560-8EBE-AE71-061C-3A27FB599894}"/>
              </a:ext>
            </a:extLst>
          </p:cNvPr>
          <p:cNvSpPr>
            <a:spLocks noGrp="1"/>
          </p:cNvSpPr>
          <p:nvPr>
            <p:ph type="title"/>
          </p:nvPr>
        </p:nvSpPr>
        <p:spPr/>
        <p:txBody>
          <a:bodyPr>
            <a:normAutofit fontScale="90000"/>
          </a:bodyPr>
          <a:lstStyle/>
          <a:p>
            <a:r>
              <a:rPr lang="en-US" noProof="0"/>
              <a:t>Reshaping and flattening multidimensional arrays</a:t>
            </a:r>
          </a:p>
        </p:txBody>
      </p:sp>
      <p:sp>
        <p:nvSpPr>
          <p:cNvPr id="3" name="Content Placeholder 2">
            <a:extLst>
              <a:ext uri="{FF2B5EF4-FFF2-40B4-BE49-F238E27FC236}">
                <a16:creationId xmlns:a16="http://schemas.microsoft.com/office/drawing/2014/main" id="{ABF76DC1-889F-A6F5-EE47-EE935F25F8F6}"/>
              </a:ext>
            </a:extLst>
          </p:cNvPr>
          <p:cNvSpPr>
            <a:spLocks noGrp="1"/>
          </p:cNvSpPr>
          <p:nvPr>
            <p:ph idx="1"/>
          </p:nvPr>
        </p:nvSpPr>
        <p:spPr/>
        <p:txBody>
          <a:bodyPr/>
          <a:lstStyle/>
          <a:p>
            <a:r>
              <a:rPr lang="en-US" noProof="0"/>
              <a:t>Reshaping means changing the shape of an array</a:t>
            </a:r>
          </a:p>
        </p:txBody>
      </p:sp>
      <p:sp>
        <p:nvSpPr>
          <p:cNvPr id="4" name="Slide Number Placeholder 3">
            <a:extLst>
              <a:ext uri="{FF2B5EF4-FFF2-40B4-BE49-F238E27FC236}">
                <a16:creationId xmlns:a16="http://schemas.microsoft.com/office/drawing/2014/main" id="{3420748B-4E6E-022C-19B9-45466C6AB050}"/>
              </a:ext>
            </a:extLst>
          </p:cNvPr>
          <p:cNvSpPr>
            <a:spLocks noGrp="1"/>
          </p:cNvSpPr>
          <p:nvPr>
            <p:ph type="sldNum" sz="quarter" idx="12"/>
          </p:nvPr>
        </p:nvSpPr>
        <p:spPr/>
        <p:txBody>
          <a:bodyPr/>
          <a:lstStyle/>
          <a:p>
            <a:fld id="{FE1B3154-47D9-4402-8EDB-E791933DC0B9}" type="slidenum">
              <a:rPr lang="nl-BE" smtClean="0"/>
              <a:pPr/>
              <a:t>22</a:t>
            </a:fld>
            <a:endParaRPr lang="nl-BE"/>
          </a:p>
        </p:txBody>
      </p:sp>
      <p:sp>
        <p:nvSpPr>
          <p:cNvPr id="6" name="TextBox 5">
            <a:extLst>
              <a:ext uri="{FF2B5EF4-FFF2-40B4-BE49-F238E27FC236}">
                <a16:creationId xmlns:a16="http://schemas.microsoft.com/office/drawing/2014/main" id="{B8F23112-3832-B503-C190-FF7AD8C66B5C}"/>
              </a:ext>
            </a:extLst>
          </p:cNvPr>
          <p:cNvSpPr txBox="1"/>
          <p:nvPr/>
        </p:nvSpPr>
        <p:spPr>
          <a:xfrm>
            <a:off x="824286" y="2155768"/>
            <a:ext cx="6600096" cy="4401205"/>
          </a:xfrm>
          <a:prstGeom prst="rect">
            <a:avLst/>
          </a:prstGeom>
          <a:noFill/>
        </p:spPr>
        <p:txBody>
          <a:bodyPr wrap="square">
            <a:spAutoFit/>
          </a:bodyPr>
          <a:lstStyle/>
          <a:p>
            <a:r>
              <a:rPr lang="en-US" sz="2000" b="0" dirty="0">
                <a:solidFill>
                  <a:srgbClr val="008000"/>
                </a:solidFill>
                <a:effectLst/>
                <a:latin typeface="Consolas" panose="020B0609020204030204" pitchFamily="49" charset="0"/>
              </a:rPr>
              <a:t># create a 2d array with 3 rows and 4 columns</a:t>
            </a:r>
            <a:endParaRPr lang="en-US" sz="2000" b="0" dirty="0">
              <a:solidFill>
                <a:srgbClr val="000000"/>
              </a:solidFill>
              <a:effectLst/>
              <a:latin typeface="Consolas" panose="020B0609020204030204" pitchFamily="49" charset="0"/>
            </a:endParaRPr>
          </a:p>
          <a:p>
            <a:r>
              <a:rPr lang="en-US" sz="2000" b="0" dirty="0" err="1">
                <a:solidFill>
                  <a:srgbClr val="001080"/>
                </a:solidFill>
                <a:effectLst/>
                <a:latin typeface="Consolas" panose="020B0609020204030204" pitchFamily="49" charset="0"/>
              </a:rPr>
              <a:t>arr</a:t>
            </a:r>
            <a:r>
              <a:rPr lang="en-US" sz="2000" b="0" dirty="0">
                <a:solidFill>
                  <a:srgbClr val="000000"/>
                </a:solidFill>
                <a:effectLst/>
                <a:latin typeface="Consolas" panose="020B0609020204030204" pitchFamily="49" charset="0"/>
              </a:rPr>
              <a:t> = </a:t>
            </a:r>
            <a:r>
              <a:rPr lang="en-US" sz="2000" b="0" dirty="0" err="1">
                <a:solidFill>
                  <a:srgbClr val="267F99"/>
                </a:solidFill>
                <a:effectLst/>
                <a:latin typeface="Consolas" panose="020B0609020204030204" pitchFamily="49" charset="0"/>
              </a:rPr>
              <a:t>np</a:t>
            </a:r>
            <a:r>
              <a:rPr lang="en-US" sz="2000" b="0" dirty="0" err="1">
                <a:solidFill>
                  <a:srgbClr val="000000"/>
                </a:solidFill>
                <a:effectLst/>
                <a:latin typeface="Consolas" panose="020B0609020204030204" pitchFamily="49" charset="0"/>
              </a:rPr>
              <a:t>.</a:t>
            </a:r>
            <a:r>
              <a:rPr lang="en-US" sz="2000" b="0" dirty="0" err="1">
                <a:solidFill>
                  <a:srgbClr val="267F99"/>
                </a:solidFill>
                <a:effectLst/>
                <a:latin typeface="Consolas" panose="020B0609020204030204" pitchFamily="49" charset="0"/>
              </a:rPr>
              <a:t>random</a:t>
            </a:r>
            <a:r>
              <a:rPr lang="en-US" sz="2000" b="0" dirty="0" err="1">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randint</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11</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3</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4</a:t>
            </a:r>
            <a:r>
              <a:rPr lang="en-US" sz="2000" b="0" dirty="0">
                <a:solidFill>
                  <a:srgbClr val="000000"/>
                </a:solidFill>
                <a:effectLst/>
                <a:latin typeface="Consolas" panose="020B0609020204030204" pitchFamily="49" charset="0"/>
              </a:rPr>
              <a:t>))</a:t>
            </a:r>
          </a:p>
          <a:p>
            <a:r>
              <a:rPr lang="en-US" sz="2000" b="0" dirty="0">
                <a:solidFill>
                  <a:srgbClr val="795E26"/>
                </a:solidFill>
                <a:effectLst/>
                <a:latin typeface="Consolas" panose="020B0609020204030204" pitchFamily="49" charset="0"/>
              </a:rPr>
              <a:t>print</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a:solidFill>
                  <a:srgbClr val="000000"/>
                </a:solidFill>
                <a:effectLst/>
                <a:latin typeface="Consolas" panose="020B0609020204030204" pitchFamily="49" charset="0"/>
              </a:rPr>
              <a:t>)</a:t>
            </a:r>
          </a:p>
          <a:p>
            <a:endParaRPr lang="en-US" sz="2000" b="0" dirty="0">
              <a:solidFill>
                <a:srgbClr val="008000"/>
              </a:solidFill>
              <a:effectLst/>
              <a:latin typeface="Consolas" panose="020B0609020204030204" pitchFamily="49" charset="0"/>
            </a:endParaRPr>
          </a:p>
          <a:p>
            <a:r>
              <a:rPr lang="en-US" sz="2000" b="0" dirty="0">
                <a:solidFill>
                  <a:srgbClr val="008000"/>
                </a:solidFill>
                <a:effectLst/>
                <a:latin typeface="Consolas" panose="020B0609020204030204" pitchFamily="49" charset="0"/>
              </a:rPr>
              <a:t># reshape a 3x4 array to 4x3 array</a:t>
            </a:r>
            <a:endParaRPr lang="en-US" sz="2000" b="0" dirty="0">
              <a:solidFill>
                <a:srgbClr val="000000"/>
              </a:solidFill>
              <a:effectLst/>
              <a:latin typeface="Consolas" panose="020B0609020204030204" pitchFamily="49" charset="0"/>
            </a:endParaRPr>
          </a:p>
          <a:p>
            <a:r>
              <a:rPr lang="en-US" sz="2000" b="0" dirty="0" err="1">
                <a:solidFill>
                  <a:srgbClr val="001080"/>
                </a:solidFill>
                <a:effectLst/>
                <a:latin typeface="Consolas" panose="020B0609020204030204" pitchFamily="49" charset="0"/>
              </a:rPr>
              <a:t>arr_reshaped</a:t>
            </a:r>
            <a:r>
              <a:rPr lang="en-US" sz="2000" b="0" dirty="0">
                <a:solidFill>
                  <a:srgbClr val="000000"/>
                </a:solidFill>
                <a:effectLst/>
                <a:latin typeface="Consolas" panose="020B0609020204030204" pitchFamily="49" charset="0"/>
              </a:rPr>
              <a:t> = </a:t>
            </a:r>
            <a:r>
              <a:rPr lang="en-US" sz="2000" b="0" dirty="0" err="1">
                <a:solidFill>
                  <a:srgbClr val="001080"/>
                </a:solidFill>
                <a:effectLst/>
                <a:latin typeface="Consolas" panose="020B0609020204030204" pitchFamily="49" charset="0"/>
              </a:rPr>
              <a:t>arr</a:t>
            </a:r>
            <a:r>
              <a:rPr lang="en-US" sz="2000" b="0" dirty="0" err="1">
                <a:solidFill>
                  <a:srgbClr val="000000"/>
                </a:solidFill>
                <a:effectLst/>
                <a:latin typeface="Consolas" panose="020B0609020204030204" pitchFamily="49" charset="0"/>
              </a:rPr>
              <a:t>.</a:t>
            </a:r>
            <a:r>
              <a:rPr lang="en-US" sz="2000" b="0" dirty="0" err="1">
                <a:solidFill>
                  <a:srgbClr val="795E26"/>
                </a:solidFill>
                <a:effectLst/>
                <a:latin typeface="Consolas" panose="020B0609020204030204" pitchFamily="49" charset="0"/>
              </a:rPr>
              <a:t>reshape</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4</a:t>
            </a:r>
            <a:r>
              <a:rPr lang="en-US" sz="2000" b="0" dirty="0">
                <a:solidFill>
                  <a:srgbClr val="000000"/>
                </a:solidFill>
                <a:effectLst/>
                <a:latin typeface="Consolas" panose="020B0609020204030204" pitchFamily="49" charset="0"/>
              </a:rPr>
              <a:t>, </a:t>
            </a:r>
            <a:r>
              <a:rPr lang="en-US" sz="2000" b="0" dirty="0">
                <a:solidFill>
                  <a:srgbClr val="098658"/>
                </a:solidFill>
                <a:effectLst/>
                <a:latin typeface="Consolas" panose="020B0609020204030204" pitchFamily="49" charset="0"/>
              </a:rPr>
              <a:t>3</a:t>
            </a:r>
            <a:r>
              <a:rPr lang="en-US" sz="2000" b="0" dirty="0">
                <a:solidFill>
                  <a:srgbClr val="000000"/>
                </a:solidFill>
                <a:effectLst/>
                <a:latin typeface="Consolas" panose="020B0609020204030204" pitchFamily="49" charset="0"/>
              </a:rPr>
              <a:t>)</a:t>
            </a:r>
          </a:p>
          <a:p>
            <a:endParaRPr lang="en-US" sz="2000" b="0" dirty="0">
              <a:solidFill>
                <a:srgbClr val="008000"/>
              </a:solidFill>
              <a:effectLst/>
              <a:latin typeface="Consolas" panose="020B0609020204030204" pitchFamily="49" charset="0"/>
            </a:endParaRPr>
          </a:p>
          <a:p>
            <a:r>
              <a:rPr lang="en-US" sz="2000" b="0" dirty="0">
                <a:solidFill>
                  <a:srgbClr val="008000"/>
                </a:solidFill>
                <a:effectLst/>
                <a:latin typeface="Consolas" panose="020B0609020204030204" pitchFamily="49" charset="0"/>
              </a:rPr>
              <a:t># every change in the reshaped array is</a:t>
            </a:r>
            <a:br>
              <a:rPr lang="en-US" sz="2000" b="0" dirty="0">
                <a:solidFill>
                  <a:srgbClr val="008000"/>
                </a:solidFill>
                <a:effectLst/>
                <a:latin typeface="Consolas" panose="020B0609020204030204" pitchFamily="49" charset="0"/>
              </a:rPr>
            </a:br>
            <a:r>
              <a:rPr lang="en-US" sz="2000" b="0" dirty="0">
                <a:solidFill>
                  <a:srgbClr val="008000"/>
                </a:solidFill>
                <a:effectLst/>
                <a:latin typeface="Consolas" panose="020B0609020204030204" pitchFamily="49" charset="0"/>
              </a:rPr>
              <a:t># reflected in the parent (base)</a:t>
            </a:r>
            <a:endParaRPr lang="en-US" sz="2000" b="0" dirty="0">
              <a:solidFill>
                <a:srgbClr val="000000"/>
              </a:solidFill>
              <a:effectLst/>
              <a:latin typeface="Consolas" panose="020B0609020204030204" pitchFamily="49" charset="0"/>
            </a:endParaRPr>
          </a:p>
          <a:p>
            <a:r>
              <a:rPr lang="en-US" sz="2000" b="0" dirty="0" err="1">
                <a:solidFill>
                  <a:srgbClr val="001080"/>
                </a:solidFill>
                <a:effectLst/>
                <a:latin typeface="Consolas" panose="020B0609020204030204" pitchFamily="49" charset="0"/>
              </a:rPr>
              <a:t>arr_reshaped</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0</a:t>
            </a:r>
            <a:r>
              <a:rPr lang="en-US" sz="2000" b="0" dirty="0">
                <a:solidFill>
                  <a:srgbClr val="000000"/>
                </a:solidFill>
                <a:effectLst/>
                <a:latin typeface="Consolas" panose="020B0609020204030204" pitchFamily="49" charset="0"/>
              </a:rPr>
              <a:t>]=</a:t>
            </a:r>
            <a:r>
              <a:rPr lang="en-US" sz="2000" b="0" dirty="0">
                <a:solidFill>
                  <a:srgbClr val="098658"/>
                </a:solidFill>
                <a:effectLst/>
                <a:latin typeface="Consolas" panose="020B0609020204030204" pitchFamily="49" charset="0"/>
              </a:rPr>
              <a:t>999</a:t>
            </a:r>
            <a:br>
              <a:rPr lang="en-US" sz="2000" b="0" dirty="0">
                <a:solidFill>
                  <a:srgbClr val="000000"/>
                </a:solidFill>
                <a:effectLst/>
                <a:latin typeface="Consolas" panose="020B0609020204030204" pitchFamily="49" charset="0"/>
              </a:rPr>
            </a:br>
            <a:r>
              <a:rPr lang="en-US" sz="2000" dirty="0">
                <a:solidFill>
                  <a:srgbClr val="795E26"/>
                </a:solidFill>
                <a:latin typeface="Consolas" panose="020B0609020204030204" pitchFamily="49" charset="0"/>
              </a:rPr>
              <a:t>print</a:t>
            </a:r>
            <a:r>
              <a:rPr lang="en-US" sz="2000" dirty="0">
                <a:solidFill>
                  <a:srgbClr val="000000"/>
                </a:solidFill>
                <a:latin typeface="Consolas" panose="020B0609020204030204" pitchFamily="49" charset="0"/>
              </a:rPr>
              <a:t>(</a:t>
            </a:r>
            <a:r>
              <a:rPr lang="en-US" sz="2000" dirty="0" err="1">
                <a:solidFill>
                  <a:srgbClr val="001080"/>
                </a:solidFill>
                <a:latin typeface="Consolas" panose="020B0609020204030204" pitchFamily="49" charset="0"/>
              </a:rPr>
              <a:t>arr_reshaped</a:t>
            </a:r>
            <a:r>
              <a:rPr lang="en-US" sz="2000" dirty="0">
                <a:solidFill>
                  <a:srgbClr val="000000"/>
                </a:solidFill>
                <a:latin typeface="Consolas" panose="020B0609020204030204" pitchFamily="49" charset="0"/>
              </a:rPr>
              <a:t>)</a:t>
            </a:r>
            <a:br>
              <a:rPr lang="en-US" sz="2000" dirty="0">
                <a:solidFill>
                  <a:srgbClr val="000000"/>
                </a:solidFill>
                <a:latin typeface="Consolas" panose="020B0609020204030204" pitchFamily="49" charset="0"/>
              </a:rPr>
            </a:br>
            <a:r>
              <a:rPr lang="en-US" sz="2000" b="0" dirty="0">
                <a:solidFill>
                  <a:srgbClr val="795E26"/>
                </a:solidFill>
                <a:effectLst/>
                <a:latin typeface="Consolas" panose="020B0609020204030204" pitchFamily="49" charset="0"/>
              </a:rPr>
              <a:t>print</a:t>
            </a:r>
            <a:r>
              <a:rPr lang="en-US" sz="2000" b="0" dirty="0">
                <a:solidFill>
                  <a:srgbClr val="000000"/>
                </a:solidFill>
                <a:effectLst/>
                <a:latin typeface="Consolas" panose="020B0609020204030204" pitchFamily="49" charset="0"/>
              </a:rPr>
              <a:t>(</a:t>
            </a:r>
            <a:r>
              <a:rPr lang="en-US" sz="2000" b="0" dirty="0" err="1">
                <a:solidFill>
                  <a:srgbClr val="001080"/>
                </a:solidFill>
                <a:effectLst/>
                <a:latin typeface="Consolas" panose="020B0609020204030204" pitchFamily="49" charset="0"/>
              </a:rPr>
              <a:t>arr</a:t>
            </a:r>
            <a:r>
              <a:rPr lang="en-US" sz="2000" b="0" dirty="0">
                <a:solidFill>
                  <a:srgbClr val="000000"/>
                </a:solidFill>
                <a:effectLst/>
                <a:latin typeface="Consolas" panose="020B0609020204030204" pitchFamily="49" charset="0"/>
              </a:rPr>
              <a:t>)</a:t>
            </a:r>
          </a:p>
          <a:p>
            <a:endParaRPr lang="en-US" sz="2000" dirty="0">
              <a:solidFill>
                <a:srgbClr val="000000"/>
              </a:solidFill>
              <a:latin typeface="Consolas" panose="020B0609020204030204" pitchFamily="49" charset="0"/>
            </a:endParaRPr>
          </a:p>
          <a:p>
            <a:endParaRPr lang="en-US" sz="2000" b="0" dirty="0">
              <a:solidFill>
                <a:srgbClr val="000000"/>
              </a:solidFill>
              <a:effectLst/>
              <a:latin typeface="Consolas" panose="020B0609020204030204" pitchFamily="49" charset="0"/>
            </a:endParaRPr>
          </a:p>
        </p:txBody>
      </p:sp>
      <p:sp>
        <p:nvSpPr>
          <p:cNvPr id="10" name="TextBox 9">
            <a:extLst>
              <a:ext uri="{FF2B5EF4-FFF2-40B4-BE49-F238E27FC236}">
                <a16:creationId xmlns:a16="http://schemas.microsoft.com/office/drawing/2014/main" id="{26EB0A29-48AD-0B70-69D3-B6FE5865D617}"/>
              </a:ext>
            </a:extLst>
          </p:cNvPr>
          <p:cNvSpPr txBox="1"/>
          <p:nvPr/>
        </p:nvSpPr>
        <p:spPr>
          <a:xfrm>
            <a:off x="8287604" y="2107146"/>
            <a:ext cx="1098644" cy="369332"/>
          </a:xfrm>
          <a:prstGeom prst="rect">
            <a:avLst/>
          </a:prstGeom>
          <a:noFill/>
        </p:spPr>
        <p:txBody>
          <a:bodyPr wrap="square">
            <a:spAutoFit/>
          </a:bodyPr>
          <a:lstStyle/>
          <a:p>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 </a:t>
            </a:r>
            <a:endParaRPr lang="en-US"/>
          </a:p>
        </p:txBody>
      </p:sp>
      <p:sp>
        <p:nvSpPr>
          <p:cNvPr id="11" name="TextBox 10">
            <a:extLst>
              <a:ext uri="{FF2B5EF4-FFF2-40B4-BE49-F238E27FC236}">
                <a16:creationId xmlns:a16="http://schemas.microsoft.com/office/drawing/2014/main" id="{73D5E20D-6553-E986-2BEF-1A7E6A10267A}"/>
              </a:ext>
            </a:extLst>
          </p:cNvPr>
          <p:cNvSpPr txBox="1"/>
          <p:nvPr/>
        </p:nvSpPr>
        <p:spPr>
          <a:xfrm>
            <a:off x="8287604" y="4806186"/>
            <a:ext cx="1098644" cy="369332"/>
          </a:xfrm>
          <a:prstGeom prst="rect">
            <a:avLst/>
          </a:prstGeom>
          <a:noFill/>
        </p:spPr>
        <p:txBody>
          <a:bodyPr wrap="square">
            <a:spAutoFit/>
          </a:bodyPr>
          <a:lstStyle/>
          <a:p>
            <a:r>
              <a:rPr lang="en-US" b="0" err="1">
                <a:solidFill>
                  <a:srgbClr val="001080"/>
                </a:solidFill>
                <a:effectLst/>
                <a:latin typeface="Consolas" panose="020B0609020204030204" pitchFamily="49" charset="0"/>
              </a:rPr>
              <a:t>arr</a:t>
            </a:r>
            <a:r>
              <a:rPr lang="en-US" b="0">
                <a:solidFill>
                  <a:srgbClr val="000000"/>
                </a:solidFill>
                <a:effectLst/>
                <a:latin typeface="Consolas" panose="020B0609020204030204" pitchFamily="49" charset="0"/>
              </a:rPr>
              <a:t> </a:t>
            </a:r>
            <a:endParaRPr lang="en-US"/>
          </a:p>
        </p:txBody>
      </p:sp>
      <p:sp>
        <p:nvSpPr>
          <p:cNvPr id="13" name="TextBox 12">
            <a:extLst>
              <a:ext uri="{FF2B5EF4-FFF2-40B4-BE49-F238E27FC236}">
                <a16:creationId xmlns:a16="http://schemas.microsoft.com/office/drawing/2014/main" id="{57665319-3741-0DFA-1A10-AE284B2D80ED}"/>
              </a:ext>
            </a:extLst>
          </p:cNvPr>
          <p:cNvSpPr txBox="1"/>
          <p:nvPr/>
        </p:nvSpPr>
        <p:spPr>
          <a:xfrm>
            <a:off x="7127076" y="3296311"/>
            <a:ext cx="1809665" cy="369332"/>
          </a:xfrm>
          <a:prstGeom prst="rect">
            <a:avLst/>
          </a:prstGeom>
          <a:noFill/>
        </p:spPr>
        <p:txBody>
          <a:bodyPr wrap="square">
            <a:spAutoFit/>
          </a:bodyPr>
          <a:lstStyle/>
          <a:p>
            <a:r>
              <a:rPr lang="en-US" b="0" err="1">
                <a:solidFill>
                  <a:srgbClr val="001080"/>
                </a:solidFill>
                <a:effectLst/>
                <a:latin typeface="Consolas" panose="020B0609020204030204" pitchFamily="49" charset="0"/>
              </a:rPr>
              <a:t>arr_reshaped</a:t>
            </a:r>
            <a:r>
              <a:rPr lang="en-US" b="0">
                <a:solidFill>
                  <a:srgbClr val="000000"/>
                </a:solidFill>
                <a:effectLst/>
                <a:latin typeface="Consolas" panose="020B0609020204030204" pitchFamily="49" charset="0"/>
              </a:rPr>
              <a:t> </a:t>
            </a:r>
            <a:endParaRPr lang="en-US"/>
          </a:p>
        </p:txBody>
      </p:sp>
      <p:pic>
        <p:nvPicPr>
          <p:cNvPr id="7" name="Picture 6">
            <a:extLst>
              <a:ext uri="{FF2B5EF4-FFF2-40B4-BE49-F238E27FC236}">
                <a16:creationId xmlns:a16="http://schemas.microsoft.com/office/drawing/2014/main" id="{6611CCBD-78D8-9440-3F0A-079ADB3F66BC}"/>
              </a:ext>
            </a:extLst>
          </p:cNvPr>
          <p:cNvPicPr>
            <a:picLocks noChangeAspect="1"/>
          </p:cNvPicPr>
          <p:nvPr/>
        </p:nvPicPr>
        <p:blipFill>
          <a:blip r:embed="rId2"/>
          <a:stretch>
            <a:fillRect/>
          </a:stretch>
        </p:blipFill>
        <p:spPr>
          <a:xfrm>
            <a:off x="8750076" y="2104973"/>
            <a:ext cx="3396110" cy="4003144"/>
          </a:xfrm>
          <a:prstGeom prst="rect">
            <a:avLst/>
          </a:prstGeom>
        </p:spPr>
      </p:pic>
      <p:sp>
        <p:nvSpPr>
          <p:cNvPr id="12" name="Oval 11">
            <a:extLst>
              <a:ext uri="{FF2B5EF4-FFF2-40B4-BE49-F238E27FC236}">
                <a16:creationId xmlns:a16="http://schemas.microsoft.com/office/drawing/2014/main" id="{1286EA02-54DD-A251-9D5F-41792123C0BB}"/>
              </a:ext>
            </a:extLst>
          </p:cNvPr>
          <p:cNvSpPr/>
          <p:nvPr/>
        </p:nvSpPr>
        <p:spPr>
          <a:xfrm>
            <a:off x="9130553" y="3296311"/>
            <a:ext cx="596251" cy="369332"/>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
        <p:nvSpPr>
          <p:cNvPr id="14" name="Oval 13">
            <a:extLst>
              <a:ext uri="{FF2B5EF4-FFF2-40B4-BE49-F238E27FC236}">
                <a16:creationId xmlns:a16="http://schemas.microsoft.com/office/drawing/2014/main" id="{84455E98-F6F9-5D2E-AB62-590E1572AF90}"/>
              </a:ext>
            </a:extLst>
          </p:cNvPr>
          <p:cNvSpPr/>
          <p:nvPr/>
        </p:nvSpPr>
        <p:spPr>
          <a:xfrm>
            <a:off x="9130553" y="4863445"/>
            <a:ext cx="596251" cy="369332"/>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BE"/>
          </a:p>
        </p:txBody>
      </p:sp>
    </p:spTree>
    <p:extLst>
      <p:ext uri="{BB962C8B-B14F-4D97-AF65-F5344CB8AC3E}">
        <p14:creationId xmlns:p14="http://schemas.microsoft.com/office/powerpoint/2010/main" val="24646264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621F6-7578-4C73-1066-6F6BDFE03FB6}"/>
              </a:ext>
            </a:extLst>
          </p:cNvPr>
          <p:cNvSpPr>
            <a:spLocks noGrp="1"/>
          </p:cNvSpPr>
          <p:nvPr>
            <p:ph type="title"/>
          </p:nvPr>
        </p:nvSpPr>
        <p:spPr/>
        <p:txBody>
          <a:bodyPr>
            <a:normAutofit fontScale="90000"/>
          </a:bodyPr>
          <a:lstStyle/>
          <a:p>
            <a:r>
              <a:rPr lang="en-US" noProof="0"/>
              <a:t>Reshaping and flattening multidimensional arrays</a:t>
            </a:r>
          </a:p>
        </p:txBody>
      </p:sp>
      <p:sp>
        <p:nvSpPr>
          <p:cNvPr id="3" name="Content Placeholder 2">
            <a:extLst>
              <a:ext uri="{FF2B5EF4-FFF2-40B4-BE49-F238E27FC236}">
                <a16:creationId xmlns:a16="http://schemas.microsoft.com/office/drawing/2014/main" id="{82FF9DF7-03C4-05DD-0BF0-3FC177EEE1DB}"/>
              </a:ext>
            </a:extLst>
          </p:cNvPr>
          <p:cNvSpPr>
            <a:spLocks noGrp="1"/>
          </p:cNvSpPr>
          <p:nvPr>
            <p:ph idx="1"/>
          </p:nvPr>
        </p:nvSpPr>
        <p:spPr/>
        <p:txBody>
          <a:bodyPr/>
          <a:lstStyle/>
          <a:p>
            <a:r>
              <a:rPr lang="en-US" b="0" noProof="0">
                <a:solidFill>
                  <a:srgbClr val="000000"/>
                </a:solidFill>
                <a:effectLst/>
              </a:rPr>
              <a:t>Flattening an array means converting a multidimensional array into a 1D array.</a:t>
            </a:r>
          </a:p>
          <a:p>
            <a:r>
              <a:rPr lang="en-US">
                <a:solidFill>
                  <a:srgbClr val="000000"/>
                </a:solidFill>
              </a:rPr>
              <a:t>3</a:t>
            </a:r>
            <a:r>
              <a:rPr lang="en-US" noProof="0">
                <a:solidFill>
                  <a:srgbClr val="000000"/>
                </a:solidFill>
              </a:rPr>
              <a:t> methods available:</a:t>
            </a:r>
            <a:endParaRPr lang="en-US" b="0" noProof="0">
              <a:solidFill>
                <a:srgbClr val="000000"/>
              </a:solidFill>
              <a:effectLst/>
            </a:endParaRPr>
          </a:p>
          <a:p>
            <a:pPr lvl="1"/>
            <a:r>
              <a:rPr lang="en-US">
                <a:solidFill>
                  <a:srgbClr val="000000"/>
                </a:solidFill>
              </a:rPr>
              <a:t>reshape(-1): returned array is reference</a:t>
            </a:r>
            <a:endParaRPr lang="en-US" noProof="0">
              <a:solidFill>
                <a:srgbClr val="000000"/>
              </a:solidFill>
            </a:endParaRPr>
          </a:p>
          <a:p>
            <a:pPr lvl="1"/>
            <a:r>
              <a:rPr lang="en-US" noProof="0">
                <a:solidFill>
                  <a:srgbClr val="000000"/>
                </a:solidFill>
              </a:rPr>
              <a:t>flatten(): a new 1D array object is created</a:t>
            </a:r>
          </a:p>
          <a:p>
            <a:pPr lvl="1"/>
            <a:r>
              <a:rPr lang="en-US" b="0" noProof="0">
                <a:solidFill>
                  <a:srgbClr val="000000"/>
                </a:solidFill>
                <a:effectLst/>
              </a:rPr>
              <a:t>ravel(): the returned 1D array is just a reference to the parent array</a:t>
            </a:r>
          </a:p>
        </p:txBody>
      </p:sp>
      <p:sp>
        <p:nvSpPr>
          <p:cNvPr id="4" name="Slide Number Placeholder 3">
            <a:extLst>
              <a:ext uri="{FF2B5EF4-FFF2-40B4-BE49-F238E27FC236}">
                <a16:creationId xmlns:a16="http://schemas.microsoft.com/office/drawing/2014/main" id="{4DAA5746-A1F8-8854-77BA-8FE442D64BBF}"/>
              </a:ext>
            </a:extLst>
          </p:cNvPr>
          <p:cNvSpPr>
            <a:spLocks noGrp="1"/>
          </p:cNvSpPr>
          <p:nvPr>
            <p:ph type="sldNum" sz="quarter" idx="12"/>
          </p:nvPr>
        </p:nvSpPr>
        <p:spPr/>
        <p:txBody>
          <a:bodyPr/>
          <a:lstStyle/>
          <a:p>
            <a:fld id="{FE1B3154-47D9-4402-8EDB-E791933DC0B9}" type="slidenum">
              <a:rPr lang="nl-BE" smtClean="0"/>
              <a:pPr/>
              <a:t>23</a:t>
            </a:fld>
            <a:endParaRPr lang="nl-BE"/>
          </a:p>
        </p:txBody>
      </p:sp>
      <p:pic>
        <p:nvPicPr>
          <p:cNvPr id="6" name="Picture 5">
            <a:extLst>
              <a:ext uri="{FF2B5EF4-FFF2-40B4-BE49-F238E27FC236}">
                <a16:creationId xmlns:a16="http://schemas.microsoft.com/office/drawing/2014/main" id="{7AFCD7E1-7B90-9360-F9F1-0D0FB968AF3C}"/>
              </a:ext>
            </a:extLst>
          </p:cNvPr>
          <p:cNvPicPr>
            <a:picLocks noChangeAspect="1"/>
          </p:cNvPicPr>
          <p:nvPr/>
        </p:nvPicPr>
        <p:blipFill>
          <a:blip r:embed="rId2"/>
          <a:stretch>
            <a:fillRect/>
          </a:stretch>
        </p:blipFill>
        <p:spPr>
          <a:xfrm>
            <a:off x="2285122" y="4580543"/>
            <a:ext cx="2201057" cy="1453125"/>
          </a:xfrm>
          <a:prstGeom prst="rect">
            <a:avLst/>
          </a:prstGeom>
        </p:spPr>
      </p:pic>
      <p:pic>
        <p:nvPicPr>
          <p:cNvPr id="8" name="Picture 7">
            <a:extLst>
              <a:ext uri="{FF2B5EF4-FFF2-40B4-BE49-F238E27FC236}">
                <a16:creationId xmlns:a16="http://schemas.microsoft.com/office/drawing/2014/main" id="{BA8CA447-FFF2-F973-34CB-2B9B0663910B}"/>
              </a:ext>
            </a:extLst>
          </p:cNvPr>
          <p:cNvPicPr>
            <a:picLocks noChangeAspect="1"/>
          </p:cNvPicPr>
          <p:nvPr/>
        </p:nvPicPr>
        <p:blipFill>
          <a:blip r:embed="rId3"/>
          <a:stretch>
            <a:fillRect/>
          </a:stretch>
        </p:blipFill>
        <p:spPr>
          <a:xfrm>
            <a:off x="6142298" y="4955158"/>
            <a:ext cx="3851015" cy="512204"/>
          </a:xfrm>
          <a:prstGeom prst="rect">
            <a:avLst/>
          </a:prstGeom>
        </p:spPr>
      </p:pic>
      <p:cxnSp>
        <p:nvCxnSpPr>
          <p:cNvPr id="10" name="Straight Arrow Connector 9">
            <a:extLst>
              <a:ext uri="{FF2B5EF4-FFF2-40B4-BE49-F238E27FC236}">
                <a16:creationId xmlns:a16="http://schemas.microsoft.com/office/drawing/2014/main" id="{F85A12EB-7E30-201D-43E4-7926DDF7A29C}"/>
              </a:ext>
            </a:extLst>
          </p:cNvPr>
          <p:cNvCxnSpPr/>
          <p:nvPr/>
        </p:nvCxnSpPr>
        <p:spPr>
          <a:xfrm>
            <a:off x="4782071" y="5307106"/>
            <a:ext cx="1105469" cy="0"/>
          </a:xfrm>
          <a:prstGeom prst="straightConnector1">
            <a:avLst/>
          </a:prstGeom>
          <a:ln w="38100">
            <a:solidFill>
              <a:srgbClr val="446785"/>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4330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63964-C645-BEBE-C609-223234DD40F4}"/>
              </a:ext>
            </a:extLst>
          </p:cNvPr>
          <p:cNvSpPr>
            <a:spLocks noGrp="1"/>
          </p:cNvSpPr>
          <p:nvPr>
            <p:ph type="title"/>
          </p:nvPr>
        </p:nvSpPr>
        <p:spPr/>
        <p:txBody>
          <a:bodyPr/>
          <a:lstStyle/>
          <a:p>
            <a:r>
              <a:rPr lang="en-US" dirty="0"/>
              <a:t>Selecting unique values: unique()</a:t>
            </a:r>
          </a:p>
        </p:txBody>
      </p:sp>
      <p:sp>
        <p:nvSpPr>
          <p:cNvPr id="3" name="Content Placeholder 2">
            <a:extLst>
              <a:ext uri="{FF2B5EF4-FFF2-40B4-BE49-F238E27FC236}">
                <a16:creationId xmlns:a16="http://schemas.microsoft.com/office/drawing/2014/main" id="{93553553-BC8D-D2D6-A48C-6F1302C3ED0C}"/>
              </a:ext>
            </a:extLst>
          </p:cNvPr>
          <p:cNvSpPr>
            <a:spLocks noGrp="1"/>
          </p:cNvSpPr>
          <p:nvPr>
            <p:ph idx="1"/>
          </p:nvPr>
        </p:nvSpPr>
        <p:spPr/>
        <p:txBody>
          <a:bodyPr>
            <a:normAutofit fontScale="92500" lnSpcReduction="20000"/>
          </a:bodyPr>
          <a:lstStyle/>
          <a:p>
            <a:r>
              <a:rPr lang="en-US" dirty="0"/>
              <a:t>Suppose we have the data of 2 tests:</a:t>
            </a:r>
          </a:p>
          <a:p>
            <a:endParaRPr lang="en-US" dirty="0"/>
          </a:p>
          <a:p>
            <a:endParaRPr lang="en-US" dirty="0"/>
          </a:p>
          <a:p>
            <a:r>
              <a:rPr lang="en-US" dirty="0"/>
              <a:t>What are the unique values in each of these datasets?</a:t>
            </a:r>
            <a:br>
              <a:rPr lang="en-US" dirty="0"/>
            </a:br>
            <a:br>
              <a:rPr lang="en-US" dirty="0"/>
            </a:br>
            <a:r>
              <a:rPr lang="en-GB" sz="2000" b="0" dirty="0">
                <a:solidFill>
                  <a:srgbClr val="795E26"/>
                </a:solidFill>
                <a:effectLst/>
                <a:latin typeface="Consolas" panose="020B0609020204030204" pitchFamily="49" charset="0"/>
              </a:rPr>
              <a:t>print</a:t>
            </a:r>
            <a:r>
              <a:rPr lang="en-GB" sz="2000" b="0" dirty="0">
                <a:solidFill>
                  <a:srgbClr val="3B3B3B"/>
                </a:solidFill>
                <a:effectLst/>
                <a:latin typeface="Consolas" panose="020B0609020204030204" pitchFamily="49" charset="0"/>
              </a:rPr>
              <a:t>(</a:t>
            </a:r>
            <a:r>
              <a:rPr lang="en-GB" sz="2000" b="0" dirty="0" err="1">
                <a:solidFill>
                  <a:srgbClr val="267F99"/>
                </a:solidFill>
                <a:effectLst/>
                <a:latin typeface="Consolas" panose="020B0609020204030204" pitchFamily="49" charset="0"/>
              </a:rPr>
              <a:t>np</a:t>
            </a:r>
            <a:r>
              <a:rPr lang="en-GB" sz="2000" b="0" dirty="0" err="1">
                <a:solidFill>
                  <a:srgbClr val="3B3B3B"/>
                </a:solidFill>
                <a:effectLst/>
                <a:latin typeface="Consolas" panose="020B0609020204030204" pitchFamily="49" charset="0"/>
              </a:rPr>
              <a:t>.</a:t>
            </a:r>
            <a:r>
              <a:rPr lang="en-GB" sz="2000" b="0" dirty="0" err="1">
                <a:solidFill>
                  <a:srgbClr val="795E26"/>
                </a:solidFill>
                <a:effectLst/>
                <a:latin typeface="Consolas" panose="020B0609020204030204" pitchFamily="49" charset="0"/>
              </a:rPr>
              <a:t>unique</a:t>
            </a:r>
            <a:r>
              <a:rPr lang="en-GB" sz="2000" b="0" dirty="0">
                <a:solidFill>
                  <a:srgbClr val="3B3B3B"/>
                </a:solidFill>
                <a:effectLst/>
                <a:latin typeface="Consolas" panose="020B0609020204030204" pitchFamily="49" charset="0"/>
              </a:rPr>
              <a:t>(</a:t>
            </a:r>
            <a:r>
              <a:rPr lang="en-GB" sz="2000" b="0" dirty="0">
                <a:solidFill>
                  <a:srgbClr val="001080"/>
                </a:solidFill>
                <a:effectLst/>
                <a:latin typeface="Consolas" panose="020B0609020204030204" pitchFamily="49" charset="0"/>
              </a:rPr>
              <a:t>test_1</a:t>
            </a:r>
            <a:r>
              <a:rPr lang="en-GB" sz="2000" b="0" dirty="0">
                <a:solidFill>
                  <a:srgbClr val="3B3B3B"/>
                </a:solidFill>
                <a:effectLst/>
                <a:latin typeface="Consolas" panose="020B0609020204030204" pitchFamily="49" charset="0"/>
              </a:rPr>
              <a:t>), </a:t>
            </a:r>
            <a:r>
              <a:rPr lang="en-GB" sz="2000" b="0" dirty="0" err="1">
                <a:solidFill>
                  <a:srgbClr val="267F99"/>
                </a:solidFill>
                <a:effectLst/>
                <a:latin typeface="Consolas" panose="020B0609020204030204" pitchFamily="49" charset="0"/>
              </a:rPr>
              <a:t>np</a:t>
            </a:r>
            <a:r>
              <a:rPr lang="en-GB" sz="2000" b="0" dirty="0" err="1">
                <a:solidFill>
                  <a:srgbClr val="3B3B3B"/>
                </a:solidFill>
                <a:effectLst/>
                <a:latin typeface="Consolas" panose="020B0609020204030204" pitchFamily="49" charset="0"/>
              </a:rPr>
              <a:t>.</a:t>
            </a:r>
            <a:r>
              <a:rPr lang="en-GB" sz="2000" b="0" dirty="0" err="1">
                <a:solidFill>
                  <a:srgbClr val="795E26"/>
                </a:solidFill>
                <a:effectLst/>
                <a:latin typeface="Consolas" panose="020B0609020204030204" pitchFamily="49" charset="0"/>
              </a:rPr>
              <a:t>unique</a:t>
            </a:r>
            <a:r>
              <a:rPr lang="en-GB" sz="2000" b="0" dirty="0">
                <a:solidFill>
                  <a:srgbClr val="3B3B3B"/>
                </a:solidFill>
                <a:effectLst/>
                <a:latin typeface="Consolas" panose="020B0609020204030204" pitchFamily="49" charset="0"/>
              </a:rPr>
              <a:t>(</a:t>
            </a:r>
            <a:r>
              <a:rPr lang="en-GB" sz="2000" b="0" dirty="0">
                <a:solidFill>
                  <a:srgbClr val="001080"/>
                </a:solidFill>
                <a:effectLst/>
                <a:latin typeface="Consolas" panose="020B0609020204030204" pitchFamily="49" charset="0"/>
              </a:rPr>
              <a:t>test_2</a:t>
            </a:r>
            <a:r>
              <a:rPr lang="en-GB" sz="2000" b="0" dirty="0">
                <a:solidFill>
                  <a:srgbClr val="3B3B3B"/>
                </a:solidFill>
                <a:effectLst/>
                <a:latin typeface="Consolas" panose="020B0609020204030204" pitchFamily="49" charset="0"/>
              </a:rPr>
              <a:t>), </a:t>
            </a:r>
            <a:r>
              <a:rPr lang="en-GB" sz="2000" b="0" dirty="0" err="1">
                <a:solidFill>
                  <a:srgbClr val="001080"/>
                </a:solidFill>
                <a:effectLst/>
                <a:latin typeface="Consolas" panose="020B0609020204030204" pitchFamily="49" charset="0"/>
              </a:rPr>
              <a:t>sep</a:t>
            </a:r>
            <a:r>
              <a:rPr lang="en-GB" sz="2000" b="0" dirty="0">
                <a:solidFill>
                  <a:srgbClr val="000000"/>
                </a:solidFill>
                <a:effectLst/>
                <a:latin typeface="Consolas" panose="020B0609020204030204" pitchFamily="49" charset="0"/>
              </a:rPr>
              <a:t>=</a:t>
            </a:r>
            <a:r>
              <a:rPr lang="en-GB" sz="2000" b="0" dirty="0">
                <a:solidFill>
                  <a:srgbClr val="A31515"/>
                </a:solidFill>
                <a:effectLst/>
                <a:latin typeface="Consolas" panose="020B0609020204030204" pitchFamily="49" charset="0"/>
              </a:rPr>
              <a:t>'</a:t>
            </a:r>
            <a:r>
              <a:rPr lang="en-GB" sz="2000" b="0" dirty="0">
                <a:solidFill>
                  <a:srgbClr val="EE0000"/>
                </a:solidFill>
                <a:effectLst/>
                <a:latin typeface="Consolas" panose="020B0609020204030204" pitchFamily="49" charset="0"/>
              </a:rPr>
              <a:t>\n</a:t>
            </a:r>
            <a:r>
              <a:rPr lang="en-GB" sz="2000" b="0" dirty="0">
                <a:solidFill>
                  <a:srgbClr val="A31515"/>
                </a:solidFill>
                <a:effectLst/>
                <a:latin typeface="Consolas" panose="020B0609020204030204" pitchFamily="49" charset="0"/>
              </a:rPr>
              <a:t>’</a:t>
            </a:r>
            <a:r>
              <a:rPr lang="en-GB" sz="2000" b="0" dirty="0">
                <a:solidFill>
                  <a:srgbClr val="3B3B3B"/>
                </a:solidFill>
                <a:effectLst/>
                <a:latin typeface="Consolas" panose="020B0609020204030204" pitchFamily="49" charset="0"/>
              </a:rPr>
              <a:t>)</a:t>
            </a:r>
            <a:endParaRPr lang="en-US" dirty="0"/>
          </a:p>
          <a:p>
            <a:endParaRPr lang="en-US" dirty="0"/>
          </a:p>
          <a:p>
            <a:pPr>
              <a:lnSpc>
                <a:spcPts val="1200"/>
              </a:lnSpc>
            </a:pPr>
            <a:r>
              <a:rPr lang="en-US" dirty="0"/>
              <a:t>How many times do these unique values occur in dataset test_1?</a:t>
            </a:r>
            <a:br>
              <a:rPr lang="en-US" sz="2200" dirty="0"/>
            </a:br>
            <a:endParaRPr lang="en-US" sz="2200" dirty="0"/>
          </a:p>
          <a:p>
            <a:pPr>
              <a:lnSpc>
                <a:spcPts val="1200"/>
              </a:lnSpc>
              <a:buNone/>
            </a:pPr>
            <a:r>
              <a:rPr lang="en-US" sz="2200" b="0" dirty="0">
                <a:solidFill>
                  <a:srgbClr val="001080"/>
                </a:solidFill>
                <a:effectLst/>
                <a:latin typeface="Consolas" panose="020B0609020204030204" pitchFamily="49" charset="0"/>
              </a:rPr>
              <a:t>	unique</a:t>
            </a:r>
            <a:r>
              <a:rPr lang="en-US" sz="2200" b="0" dirty="0">
                <a:solidFill>
                  <a:srgbClr val="3B3B3B"/>
                </a:solidFill>
                <a:effectLst/>
                <a:latin typeface="Consolas" panose="020B0609020204030204" pitchFamily="49" charset="0"/>
              </a:rPr>
              <a:t>, </a:t>
            </a:r>
            <a:r>
              <a:rPr lang="en-US" sz="2200" b="0" dirty="0">
                <a:solidFill>
                  <a:srgbClr val="001080"/>
                </a:solidFill>
                <a:effectLst/>
                <a:latin typeface="Consolas" panose="020B0609020204030204" pitchFamily="49" charset="0"/>
              </a:rPr>
              <a:t>counts</a:t>
            </a:r>
            <a:r>
              <a:rPr lang="en-US" sz="2200" b="0" dirty="0">
                <a:solidFill>
                  <a:srgbClr val="3B3B3B"/>
                </a:solidFill>
                <a:effectLst/>
                <a:latin typeface="Consolas" panose="020B0609020204030204" pitchFamily="49" charset="0"/>
              </a:rPr>
              <a:t> </a:t>
            </a:r>
            <a:r>
              <a:rPr lang="en-US" sz="2200" b="0" dirty="0">
                <a:solidFill>
                  <a:srgbClr val="000000"/>
                </a:solidFill>
                <a:effectLst/>
                <a:latin typeface="Consolas" panose="020B0609020204030204" pitchFamily="49" charset="0"/>
              </a:rPr>
              <a:t>=</a:t>
            </a:r>
            <a:r>
              <a:rPr lang="en-US" sz="2200" b="0" dirty="0">
                <a:solidFill>
                  <a:srgbClr val="3B3B3B"/>
                </a:solidFill>
                <a:effectLst/>
                <a:latin typeface="Consolas" panose="020B0609020204030204" pitchFamily="49" charset="0"/>
              </a:rPr>
              <a:t> </a:t>
            </a:r>
            <a:r>
              <a:rPr lang="en-US" sz="2200" b="0" dirty="0" err="1">
                <a:solidFill>
                  <a:srgbClr val="267F99"/>
                </a:solidFill>
                <a:effectLst/>
                <a:latin typeface="Consolas" panose="020B0609020204030204" pitchFamily="49" charset="0"/>
              </a:rPr>
              <a:t>np</a:t>
            </a:r>
            <a:r>
              <a:rPr lang="en-US" sz="2200" b="0" dirty="0" err="1">
                <a:solidFill>
                  <a:srgbClr val="3B3B3B"/>
                </a:solidFill>
                <a:effectLst/>
                <a:latin typeface="Consolas" panose="020B0609020204030204" pitchFamily="49" charset="0"/>
              </a:rPr>
              <a:t>.</a:t>
            </a:r>
            <a:r>
              <a:rPr lang="en-US" sz="2200" b="0" dirty="0" err="1">
                <a:solidFill>
                  <a:srgbClr val="795E26"/>
                </a:solidFill>
                <a:effectLst/>
                <a:latin typeface="Consolas" panose="020B0609020204030204" pitchFamily="49" charset="0"/>
              </a:rPr>
              <a:t>unique</a:t>
            </a:r>
            <a:r>
              <a:rPr lang="en-US" sz="2200" b="0" dirty="0">
                <a:solidFill>
                  <a:srgbClr val="3B3B3B"/>
                </a:solidFill>
                <a:effectLst/>
                <a:latin typeface="Consolas" panose="020B0609020204030204" pitchFamily="49" charset="0"/>
              </a:rPr>
              <a:t>(</a:t>
            </a:r>
            <a:r>
              <a:rPr lang="en-US" sz="2200" b="0" dirty="0">
                <a:solidFill>
                  <a:srgbClr val="001080"/>
                </a:solidFill>
                <a:effectLst/>
                <a:latin typeface="Consolas" panose="020B0609020204030204" pitchFamily="49" charset="0"/>
              </a:rPr>
              <a:t>test_1</a:t>
            </a:r>
            <a:r>
              <a:rPr lang="en-US" sz="2200" b="0" dirty="0">
                <a:solidFill>
                  <a:srgbClr val="3B3B3B"/>
                </a:solidFill>
                <a:effectLst/>
                <a:latin typeface="Consolas" panose="020B0609020204030204" pitchFamily="49" charset="0"/>
              </a:rPr>
              <a:t>, </a:t>
            </a:r>
            <a:r>
              <a:rPr lang="en-US" sz="2200" b="0" dirty="0" err="1">
                <a:solidFill>
                  <a:srgbClr val="001080"/>
                </a:solidFill>
                <a:effectLst/>
                <a:latin typeface="Consolas" panose="020B0609020204030204" pitchFamily="49" charset="0"/>
              </a:rPr>
              <a:t>return_counts</a:t>
            </a:r>
            <a:r>
              <a:rPr lang="en-US" sz="2200" b="0" dirty="0">
                <a:solidFill>
                  <a:srgbClr val="000000"/>
                </a:solidFill>
                <a:effectLst/>
                <a:latin typeface="Consolas" panose="020B0609020204030204" pitchFamily="49" charset="0"/>
              </a:rPr>
              <a:t>=</a:t>
            </a:r>
            <a:r>
              <a:rPr lang="en-US" sz="2200" b="0" dirty="0">
                <a:solidFill>
                  <a:srgbClr val="0000FF"/>
                </a:solidFill>
                <a:effectLst/>
                <a:latin typeface="Consolas" panose="020B0609020204030204" pitchFamily="49" charset="0"/>
              </a:rPr>
              <a:t>True</a:t>
            </a:r>
            <a:r>
              <a:rPr lang="en-US" sz="2200" b="0" dirty="0">
                <a:solidFill>
                  <a:srgbClr val="3B3B3B"/>
                </a:solidFill>
                <a:effectLst/>
                <a:latin typeface="Consolas" panose="020B0609020204030204" pitchFamily="49" charset="0"/>
              </a:rPr>
              <a:t>)</a:t>
            </a:r>
            <a:br>
              <a:rPr lang="en-US" sz="2200" b="0" dirty="0">
                <a:solidFill>
                  <a:srgbClr val="3B3B3B"/>
                </a:solidFill>
                <a:effectLst/>
                <a:latin typeface="Consolas" panose="020B0609020204030204" pitchFamily="49" charset="0"/>
              </a:rPr>
            </a:br>
            <a:endParaRPr lang="en-US" sz="2200" b="0" dirty="0">
              <a:solidFill>
                <a:srgbClr val="3B3B3B"/>
              </a:solidFill>
              <a:effectLst/>
              <a:latin typeface="Consolas" panose="020B0609020204030204" pitchFamily="49" charset="0"/>
            </a:endParaRPr>
          </a:p>
          <a:p>
            <a:pPr>
              <a:lnSpc>
                <a:spcPts val="1200"/>
              </a:lnSpc>
              <a:buNone/>
            </a:pPr>
            <a:r>
              <a:rPr lang="en-US" sz="2200" b="0" dirty="0">
                <a:solidFill>
                  <a:srgbClr val="795E26"/>
                </a:solidFill>
                <a:effectLst/>
                <a:latin typeface="Consolas" panose="020B0609020204030204" pitchFamily="49" charset="0"/>
              </a:rPr>
              <a:t> 	print</a:t>
            </a:r>
            <a:r>
              <a:rPr lang="en-US" sz="2200" b="0" dirty="0">
                <a:solidFill>
                  <a:srgbClr val="3B3B3B"/>
                </a:solidFill>
                <a:effectLst/>
                <a:latin typeface="Consolas" panose="020B0609020204030204" pitchFamily="49" charset="0"/>
              </a:rPr>
              <a:t>(</a:t>
            </a:r>
            <a:r>
              <a:rPr lang="en-US" sz="2200" b="0" dirty="0">
                <a:solidFill>
                  <a:srgbClr val="001080"/>
                </a:solidFill>
                <a:effectLst/>
                <a:latin typeface="Consolas" panose="020B0609020204030204" pitchFamily="49" charset="0"/>
              </a:rPr>
              <a:t>unique</a:t>
            </a:r>
            <a:r>
              <a:rPr lang="en-US" sz="2200" b="0" dirty="0">
                <a:solidFill>
                  <a:srgbClr val="3B3B3B"/>
                </a:solidFill>
                <a:effectLst/>
                <a:latin typeface="Consolas" panose="020B0609020204030204" pitchFamily="49" charset="0"/>
              </a:rPr>
              <a:t>, </a:t>
            </a:r>
            <a:r>
              <a:rPr lang="en-US" sz="2200" b="0" dirty="0">
                <a:solidFill>
                  <a:srgbClr val="001080"/>
                </a:solidFill>
                <a:effectLst/>
                <a:latin typeface="Consolas" panose="020B0609020204030204" pitchFamily="49" charset="0"/>
              </a:rPr>
              <a:t>counts</a:t>
            </a:r>
            <a:r>
              <a:rPr lang="en-US" sz="2200" b="0" dirty="0">
                <a:solidFill>
                  <a:srgbClr val="3B3B3B"/>
                </a:solidFill>
                <a:effectLst/>
                <a:latin typeface="Consolas" panose="020B0609020204030204" pitchFamily="49" charset="0"/>
              </a:rPr>
              <a:t> )</a:t>
            </a:r>
          </a:p>
          <a:p>
            <a:pPr marL="0" indent="0">
              <a:buNone/>
            </a:pPr>
            <a:br>
              <a:rPr lang="nl-BE" sz="2800" dirty="0"/>
            </a:br>
            <a:br>
              <a:rPr lang="nl-BE" sz="2800" dirty="0"/>
            </a:br>
            <a:endParaRPr lang="nl-BE" sz="2800" dirty="0"/>
          </a:p>
          <a:p>
            <a:endParaRPr lang="nl-BE" dirty="0"/>
          </a:p>
          <a:p>
            <a:pPr lvl="1"/>
            <a:endParaRPr lang="en-US" dirty="0"/>
          </a:p>
        </p:txBody>
      </p:sp>
      <p:sp>
        <p:nvSpPr>
          <p:cNvPr id="4" name="Slide Number Placeholder 3">
            <a:extLst>
              <a:ext uri="{FF2B5EF4-FFF2-40B4-BE49-F238E27FC236}">
                <a16:creationId xmlns:a16="http://schemas.microsoft.com/office/drawing/2014/main" id="{A988640F-92EB-D8E5-E117-A433FBE82EEE}"/>
              </a:ext>
            </a:extLst>
          </p:cNvPr>
          <p:cNvSpPr>
            <a:spLocks noGrp="1"/>
          </p:cNvSpPr>
          <p:nvPr>
            <p:ph type="sldNum" sz="quarter" idx="12"/>
          </p:nvPr>
        </p:nvSpPr>
        <p:spPr/>
        <p:txBody>
          <a:bodyPr/>
          <a:lstStyle/>
          <a:p>
            <a:fld id="{FE1B3154-47D9-4402-8EDB-E791933DC0B9}" type="slidenum">
              <a:rPr lang="nl-BE" smtClean="0"/>
              <a:pPr/>
              <a:t>24</a:t>
            </a:fld>
            <a:endParaRPr lang="nl-BE"/>
          </a:p>
        </p:txBody>
      </p:sp>
      <p:pic>
        <p:nvPicPr>
          <p:cNvPr id="13" name="Picture 12">
            <a:extLst>
              <a:ext uri="{FF2B5EF4-FFF2-40B4-BE49-F238E27FC236}">
                <a16:creationId xmlns:a16="http://schemas.microsoft.com/office/drawing/2014/main" id="{A6FBBB0C-8990-D570-DE44-95B2D98D1C30}"/>
              </a:ext>
            </a:extLst>
          </p:cNvPr>
          <p:cNvPicPr>
            <a:picLocks noChangeAspect="1"/>
          </p:cNvPicPr>
          <p:nvPr/>
        </p:nvPicPr>
        <p:blipFill>
          <a:blip r:embed="rId2"/>
          <a:stretch>
            <a:fillRect/>
          </a:stretch>
        </p:blipFill>
        <p:spPr>
          <a:xfrm>
            <a:off x="8936009" y="3078535"/>
            <a:ext cx="2937744" cy="630703"/>
          </a:xfrm>
          <a:prstGeom prst="rect">
            <a:avLst/>
          </a:prstGeom>
        </p:spPr>
      </p:pic>
      <p:pic>
        <p:nvPicPr>
          <p:cNvPr id="15" name="Picture 14">
            <a:extLst>
              <a:ext uri="{FF2B5EF4-FFF2-40B4-BE49-F238E27FC236}">
                <a16:creationId xmlns:a16="http://schemas.microsoft.com/office/drawing/2014/main" id="{AD315C9F-9E81-4B32-6ABC-2165B6ADBF69}"/>
              </a:ext>
            </a:extLst>
          </p:cNvPr>
          <p:cNvPicPr>
            <a:picLocks noChangeAspect="1"/>
          </p:cNvPicPr>
          <p:nvPr/>
        </p:nvPicPr>
        <p:blipFill>
          <a:blip r:embed="rId3"/>
          <a:stretch>
            <a:fillRect/>
          </a:stretch>
        </p:blipFill>
        <p:spPr>
          <a:xfrm>
            <a:off x="841340" y="1969799"/>
            <a:ext cx="10025539" cy="689831"/>
          </a:xfrm>
          <a:prstGeom prst="rect">
            <a:avLst/>
          </a:prstGeom>
        </p:spPr>
      </p:pic>
      <p:pic>
        <p:nvPicPr>
          <p:cNvPr id="6" name="Picture 5">
            <a:extLst>
              <a:ext uri="{FF2B5EF4-FFF2-40B4-BE49-F238E27FC236}">
                <a16:creationId xmlns:a16="http://schemas.microsoft.com/office/drawing/2014/main" id="{0D8D942C-D3C8-A696-2255-30A1782B21AA}"/>
              </a:ext>
            </a:extLst>
          </p:cNvPr>
          <p:cNvPicPr>
            <a:picLocks noChangeAspect="1"/>
          </p:cNvPicPr>
          <p:nvPr/>
        </p:nvPicPr>
        <p:blipFill>
          <a:blip r:embed="rId4"/>
          <a:stretch>
            <a:fillRect/>
          </a:stretch>
        </p:blipFill>
        <p:spPr>
          <a:xfrm>
            <a:off x="841340" y="5307106"/>
            <a:ext cx="5658640" cy="371527"/>
          </a:xfrm>
          <a:prstGeom prst="rect">
            <a:avLst/>
          </a:prstGeom>
        </p:spPr>
      </p:pic>
    </p:spTree>
    <p:extLst>
      <p:ext uri="{BB962C8B-B14F-4D97-AF65-F5344CB8AC3E}">
        <p14:creationId xmlns:p14="http://schemas.microsoft.com/office/powerpoint/2010/main" val="2883626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34DED-7B77-E6CF-BC3C-2FFC330D24F9}"/>
              </a:ext>
            </a:extLst>
          </p:cNvPr>
          <p:cNvSpPr>
            <a:spLocks noGrp="1"/>
          </p:cNvSpPr>
          <p:nvPr>
            <p:ph type="title"/>
          </p:nvPr>
        </p:nvSpPr>
        <p:spPr/>
        <p:txBody>
          <a:bodyPr/>
          <a:lstStyle/>
          <a:p>
            <a:r>
              <a:rPr lang="en-US" dirty="0"/>
              <a:t>Selecting shared values: intersect1d()</a:t>
            </a:r>
          </a:p>
        </p:txBody>
      </p:sp>
      <p:sp>
        <p:nvSpPr>
          <p:cNvPr id="3" name="Content Placeholder 2">
            <a:extLst>
              <a:ext uri="{FF2B5EF4-FFF2-40B4-BE49-F238E27FC236}">
                <a16:creationId xmlns:a16="http://schemas.microsoft.com/office/drawing/2014/main" id="{425D2D4B-1C92-252B-0666-07EBF365FAEE}"/>
              </a:ext>
            </a:extLst>
          </p:cNvPr>
          <p:cNvSpPr>
            <a:spLocks noGrp="1"/>
          </p:cNvSpPr>
          <p:nvPr>
            <p:ph idx="1"/>
          </p:nvPr>
        </p:nvSpPr>
        <p:spPr/>
        <p:txBody>
          <a:bodyPr/>
          <a:lstStyle/>
          <a:p>
            <a:endParaRPr lang="en-US" dirty="0"/>
          </a:p>
          <a:p>
            <a:endParaRPr lang="en-US" dirty="0"/>
          </a:p>
          <a:p>
            <a:endParaRPr lang="en-US" dirty="0"/>
          </a:p>
          <a:p>
            <a:r>
              <a:rPr lang="en-US" dirty="0"/>
              <a:t>And which numbers do the two tests share?</a:t>
            </a:r>
          </a:p>
          <a:p>
            <a:pPr marL="0" indent="0">
              <a:buNone/>
            </a:pPr>
            <a:endParaRPr lang="en-US" dirty="0"/>
          </a:p>
        </p:txBody>
      </p:sp>
      <p:sp>
        <p:nvSpPr>
          <p:cNvPr id="4" name="Slide Number Placeholder 3">
            <a:extLst>
              <a:ext uri="{FF2B5EF4-FFF2-40B4-BE49-F238E27FC236}">
                <a16:creationId xmlns:a16="http://schemas.microsoft.com/office/drawing/2014/main" id="{326A9D67-85B6-264C-1703-5707B237E589}"/>
              </a:ext>
            </a:extLst>
          </p:cNvPr>
          <p:cNvSpPr>
            <a:spLocks noGrp="1"/>
          </p:cNvSpPr>
          <p:nvPr>
            <p:ph type="sldNum" sz="quarter" idx="12"/>
          </p:nvPr>
        </p:nvSpPr>
        <p:spPr/>
        <p:txBody>
          <a:bodyPr/>
          <a:lstStyle/>
          <a:p>
            <a:fld id="{FE1B3154-47D9-4402-8EDB-E791933DC0B9}" type="slidenum">
              <a:rPr lang="nl-BE" smtClean="0"/>
              <a:pPr/>
              <a:t>25</a:t>
            </a:fld>
            <a:endParaRPr lang="nl-BE"/>
          </a:p>
        </p:txBody>
      </p:sp>
      <p:pic>
        <p:nvPicPr>
          <p:cNvPr id="11" name="Picture 10">
            <a:extLst>
              <a:ext uri="{FF2B5EF4-FFF2-40B4-BE49-F238E27FC236}">
                <a16:creationId xmlns:a16="http://schemas.microsoft.com/office/drawing/2014/main" id="{038F3F0A-29C9-8547-2776-B2AC9F0E98C5}"/>
              </a:ext>
            </a:extLst>
          </p:cNvPr>
          <p:cNvPicPr>
            <a:picLocks noChangeAspect="1"/>
          </p:cNvPicPr>
          <p:nvPr/>
        </p:nvPicPr>
        <p:blipFill>
          <a:blip r:embed="rId2"/>
          <a:stretch>
            <a:fillRect/>
          </a:stretch>
        </p:blipFill>
        <p:spPr>
          <a:xfrm>
            <a:off x="825500" y="4176647"/>
            <a:ext cx="1985493" cy="390255"/>
          </a:xfrm>
          <a:prstGeom prst="rect">
            <a:avLst/>
          </a:prstGeom>
        </p:spPr>
      </p:pic>
      <p:sp>
        <p:nvSpPr>
          <p:cNvPr id="6" name="TextBox 5">
            <a:extLst>
              <a:ext uri="{FF2B5EF4-FFF2-40B4-BE49-F238E27FC236}">
                <a16:creationId xmlns:a16="http://schemas.microsoft.com/office/drawing/2014/main" id="{BA69A3F3-952B-7810-D527-1CCC2961C12E}"/>
              </a:ext>
            </a:extLst>
          </p:cNvPr>
          <p:cNvSpPr txBox="1"/>
          <p:nvPr/>
        </p:nvSpPr>
        <p:spPr>
          <a:xfrm>
            <a:off x="825500" y="3729949"/>
            <a:ext cx="7119620" cy="286938"/>
          </a:xfrm>
          <a:prstGeom prst="rect">
            <a:avLst/>
          </a:prstGeom>
          <a:noFill/>
        </p:spPr>
        <p:txBody>
          <a:bodyPr wrap="square">
            <a:spAutoFit/>
          </a:bodyPr>
          <a:lstStyle/>
          <a:p>
            <a:pPr>
              <a:lnSpc>
                <a:spcPts val="1200"/>
              </a:lnSpc>
            </a:pPr>
            <a:r>
              <a:rPr lang="en-US" sz="2400" b="0" dirty="0">
                <a:solidFill>
                  <a:srgbClr val="795E26"/>
                </a:solidFill>
                <a:effectLst/>
                <a:latin typeface="Consolas" panose="020B0609020204030204" pitchFamily="49" charset="0"/>
              </a:rPr>
              <a:t>print</a:t>
            </a:r>
            <a:r>
              <a:rPr lang="en-US" sz="2400" b="0" dirty="0">
                <a:solidFill>
                  <a:srgbClr val="3B3B3B"/>
                </a:solidFill>
                <a:effectLst/>
                <a:latin typeface="Consolas" panose="020B0609020204030204" pitchFamily="49" charset="0"/>
              </a:rPr>
              <a:t>(</a:t>
            </a:r>
            <a:r>
              <a:rPr lang="en-US" sz="2400" b="0" dirty="0">
                <a:solidFill>
                  <a:srgbClr val="267F99"/>
                </a:solidFill>
                <a:effectLst/>
                <a:latin typeface="Consolas" panose="020B0609020204030204" pitchFamily="49" charset="0"/>
              </a:rPr>
              <a:t>np</a:t>
            </a:r>
            <a:r>
              <a:rPr lang="en-US" sz="2400" b="0" dirty="0">
                <a:solidFill>
                  <a:srgbClr val="3B3B3B"/>
                </a:solidFill>
                <a:effectLst/>
                <a:latin typeface="Consolas" panose="020B0609020204030204" pitchFamily="49" charset="0"/>
              </a:rPr>
              <a:t>.</a:t>
            </a:r>
            <a:r>
              <a:rPr lang="en-US" sz="2400" b="0" dirty="0">
                <a:solidFill>
                  <a:srgbClr val="795E26"/>
                </a:solidFill>
                <a:effectLst/>
                <a:latin typeface="Consolas" panose="020B0609020204030204" pitchFamily="49" charset="0"/>
              </a:rPr>
              <a:t>intersect1d</a:t>
            </a:r>
            <a:r>
              <a:rPr lang="en-US" sz="2400" b="0" dirty="0">
                <a:solidFill>
                  <a:srgbClr val="3B3B3B"/>
                </a:solidFill>
                <a:effectLst/>
                <a:latin typeface="Consolas" panose="020B0609020204030204" pitchFamily="49" charset="0"/>
              </a:rPr>
              <a:t>(</a:t>
            </a:r>
            <a:r>
              <a:rPr lang="en-US" sz="2400" b="0" dirty="0">
                <a:solidFill>
                  <a:srgbClr val="001080"/>
                </a:solidFill>
                <a:effectLst/>
                <a:latin typeface="Consolas" panose="020B0609020204030204" pitchFamily="49" charset="0"/>
              </a:rPr>
              <a:t>test_1</a:t>
            </a:r>
            <a:r>
              <a:rPr lang="en-US" sz="2400" b="0" dirty="0">
                <a:solidFill>
                  <a:srgbClr val="3B3B3B"/>
                </a:solidFill>
                <a:effectLst/>
                <a:latin typeface="Consolas" panose="020B0609020204030204" pitchFamily="49" charset="0"/>
              </a:rPr>
              <a:t>, </a:t>
            </a:r>
            <a:r>
              <a:rPr lang="en-US" sz="2400" b="0" dirty="0">
                <a:solidFill>
                  <a:srgbClr val="001080"/>
                </a:solidFill>
                <a:effectLst/>
                <a:latin typeface="Consolas" panose="020B0609020204030204" pitchFamily="49" charset="0"/>
              </a:rPr>
              <a:t>test_2</a:t>
            </a:r>
            <a:r>
              <a:rPr lang="en-US" sz="2400" b="0" dirty="0">
                <a:solidFill>
                  <a:srgbClr val="3B3B3B"/>
                </a:solidFill>
                <a:effectLst/>
                <a:latin typeface="Consolas" panose="020B0609020204030204" pitchFamily="49" charset="0"/>
              </a:rPr>
              <a:t>))</a:t>
            </a:r>
          </a:p>
        </p:txBody>
      </p:sp>
      <p:pic>
        <p:nvPicPr>
          <p:cNvPr id="7" name="Picture 6">
            <a:extLst>
              <a:ext uri="{FF2B5EF4-FFF2-40B4-BE49-F238E27FC236}">
                <a16:creationId xmlns:a16="http://schemas.microsoft.com/office/drawing/2014/main" id="{7B820D40-0DA8-3895-DFEC-103F8C2DB009}"/>
              </a:ext>
            </a:extLst>
          </p:cNvPr>
          <p:cNvPicPr>
            <a:picLocks noChangeAspect="1"/>
          </p:cNvPicPr>
          <p:nvPr/>
        </p:nvPicPr>
        <p:blipFill>
          <a:blip r:embed="rId3"/>
          <a:stretch>
            <a:fillRect/>
          </a:stretch>
        </p:blipFill>
        <p:spPr>
          <a:xfrm>
            <a:off x="825500" y="1876755"/>
            <a:ext cx="10025539" cy="689831"/>
          </a:xfrm>
          <a:prstGeom prst="rect">
            <a:avLst/>
          </a:prstGeom>
        </p:spPr>
      </p:pic>
    </p:spTree>
    <p:extLst>
      <p:ext uri="{BB962C8B-B14F-4D97-AF65-F5344CB8AC3E}">
        <p14:creationId xmlns:p14="http://schemas.microsoft.com/office/powerpoint/2010/main" val="25249837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ECD04-E7E0-688C-84DC-F693EE42FBD2}"/>
              </a:ext>
            </a:extLst>
          </p:cNvPr>
          <p:cNvSpPr>
            <a:spLocks noGrp="1"/>
          </p:cNvSpPr>
          <p:nvPr>
            <p:ph type="title"/>
          </p:nvPr>
        </p:nvSpPr>
        <p:spPr/>
        <p:txBody>
          <a:bodyPr>
            <a:normAutofit/>
          </a:bodyPr>
          <a:lstStyle/>
          <a:p>
            <a:r>
              <a:rPr lang="en-US" noProof="0"/>
              <a:t>Aggregations</a:t>
            </a:r>
          </a:p>
        </p:txBody>
      </p:sp>
      <p:sp>
        <p:nvSpPr>
          <p:cNvPr id="8" name="Content Placeholder 7">
            <a:extLst>
              <a:ext uri="{FF2B5EF4-FFF2-40B4-BE49-F238E27FC236}">
                <a16:creationId xmlns:a16="http://schemas.microsoft.com/office/drawing/2014/main" id="{3C575275-6F30-6F74-F6E3-DB43E8C553AA}"/>
              </a:ext>
            </a:extLst>
          </p:cNvPr>
          <p:cNvSpPr>
            <a:spLocks noGrp="1"/>
          </p:cNvSpPr>
          <p:nvPr>
            <p:ph idx="1"/>
          </p:nvPr>
        </p:nvSpPr>
        <p:spPr/>
        <p:txBody>
          <a:bodyPr>
            <a:normAutofit lnSpcReduction="10000"/>
          </a:bodyPr>
          <a:lstStyle/>
          <a:p>
            <a:r>
              <a:rPr lang="en-US" noProof="0"/>
              <a:t>When faced with a large amount of data, a first step is to compute summary statistics for the data in question. This can be done with aggregate functions that perform a calculation on a set of values and return a single value.</a:t>
            </a:r>
          </a:p>
          <a:p>
            <a:r>
              <a:rPr lang="en-US" noProof="0"/>
              <a:t>The most common summary statistics are the </a:t>
            </a:r>
            <a:r>
              <a:rPr lang="en-US" b="1" noProof="0"/>
              <a:t>mean</a:t>
            </a:r>
            <a:r>
              <a:rPr lang="en-US" noProof="0"/>
              <a:t>, the </a:t>
            </a:r>
            <a:r>
              <a:rPr lang="en-US" b="1" noProof="0"/>
              <a:t>median</a:t>
            </a:r>
            <a:r>
              <a:rPr lang="en-US" noProof="0"/>
              <a:t>, the </a:t>
            </a:r>
            <a:r>
              <a:rPr lang="en-US" b="1" noProof="0"/>
              <a:t>minimum</a:t>
            </a:r>
            <a:r>
              <a:rPr lang="en-US" noProof="0"/>
              <a:t> and the </a:t>
            </a:r>
            <a:r>
              <a:rPr lang="en-US" b="1" noProof="0"/>
              <a:t>maximum</a:t>
            </a:r>
            <a:r>
              <a:rPr lang="en-US" noProof="0"/>
              <a:t> value in a dataset. </a:t>
            </a:r>
          </a:p>
          <a:p>
            <a:r>
              <a:rPr lang="en-US" noProof="0"/>
              <a:t>A data scientist also wants to know how spread-out the numbers in the dataset are by computing </a:t>
            </a:r>
            <a:r>
              <a:rPr lang="en-US" b="1" noProof="0"/>
              <a:t>percentiles</a:t>
            </a:r>
            <a:r>
              <a:rPr lang="en-US" noProof="0"/>
              <a:t> and the </a:t>
            </a:r>
            <a:r>
              <a:rPr lang="en-US" b="1" noProof="0"/>
              <a:t>standard deviation</a:t>
            </a:r>
            <a:r>
              <a:rPr lang="en-US" noProof="0"/>
              <a:t>. </a:t>
            </a:r>
          </a:p>
          <a:p>
            <a:r>
              <a:rPr lang="en-US" noProof="0"/>
              <a:t>Other aggregates like </a:t>
            </a:r>
            <a:r>
              <a:rPr lang="en-US" b="1" noProof="0"/>
              <a:t>sum</a:t>
            </a:r>
            <a:r>
              <a:rPr lang="en-US" noProof="0"/>
              <a:t> and </a:t>
            </a:r>
            <a:r>
              <a:rPr lang="en-US" b="1" noProof="0"/>
              <a:t>product</a:t>
            </a:r>
            <a:r>
              <a:rPr lang="en-US" noProof="0"/>
              <a:t> could be useful as well. </a:t>
            </a:r>
          </a:p>
          <a:p>
            <a:pPr marL="0" indent="0">
              <a:buNone/>
            </a:pPr>
            <a:br>
              <a:rPr lang="en-US" noProof="0"/>
            </a:br>
            <a:endParaRPr lang="en-US" noProof="0"/>
          </a:p>
          <a:p>
            <a:endParaRPr lang="en-US" noProof="0"/>
          </a:p>
        </p:txBody>
      </p:sp>
      <p:sp>
        <p:nvSpPr>
          <p:cNvPr id="4" name="Slide Number Placeholder 3">
            <a:extLst>
              <a:ext uri="{FF2B5EF4-FFF2-40B4-BE49-F238E27FC236}">
                <a16:creationId xmlns:a16="http://schemas.microsoft.com/office/drawing/2014/main" id="{B0EA3CD5-0EC3-C894-4CDB-8669B50C8155}"/>
              </a:ext>
            </a:extLst>
          </p:cNvPr>
          <p:cNvSpPr>
            <a:spLocks noGrp="1"/>
          </p:cNvSpPr>
          <p:nvPr>
            <p:ph type="sldNum" sz="quarter" idx="12"/>
          </p:nvPr>
        </p:nvSpPr>
        <p:spPr/>
        <p:txBody>
          <a:bodyPr/>
          <a:lstStyle/>
          <a:p>
            <a:fld id="{FE1B3154-47D9-4402-8EDB-E791933DC0B9}" type="slidenum">
              <a:rPr lang="nl-BE" smtClean="0"/>
              <a:pPr/>
              <a:t>26</a:t>
            </a:fld>
            <a:endParaRPr lang="nl-BE"/>
          </a:p>
        </p:txBody>
      </p:sp>
    </p:spTree>
    <p:extLst>
      <p:ext uri="{BB962C8B-B14F-4D97-AF65-F5344CB8AC3E}">
        <p14:creationId xmlns:p14="http://schemas.microsoft.com/office/powerpoint/2010/main" val="3149836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38634F8-EB08-45ED-8B76-CA61A366126B}"/>
              </a:ext>
            </a:extLst>
          </p:cNvPr>
          <p:cNvPicPr>
            <a:picLocks noChangeAspect="1"/>
          </p:cNvPicPr>
          <p:nvPr/>
        </p:nvPicPr>
        <p:blipFill rotWithShape="1">
          <a:blip r:embed="rId2"/>
          <a:srcRect l="27109"/>
          <a:stretch/>
        </p:blipFill>
        <p:spPr>
          <a:xfrm>
            <a:off x="6682627" y="1774873"/>
            <a:ext cx="4182394" cy="4091743"/>
          </a:xfrm>
          <a:prstGeom prst="rect">
            <a:avLst/>
          </a:prstGeom>
        </p:spPr>
      </p:pic>
      <p:sp>
        <p:nvSpPr>
          <p:cNvPr id="2" name="Title 1">
            <a:extLst>
              <a:ext uri="{FF2B5EF4-FFF2-40B4-BE49-F238E27FC236}">
                <a16:creationId xmlns:a16="http://schemas.microsoft.com/office/drawing/2014/main" id="{8FB20B84-6D3E-4333-A797-BFFCEB655C88}"/>
              </a:ext>
            </a:extLst>
          </p:cNvPr>
          <p:cNvSpPr>
            <a:spLocks noGrp="1"/>
          </p:cNvSpPr>
          <p:nvPr>
            <p:ph type="title"/>
          </p:nvPr>
        </p:nvSpPr>
        <p:spPr/>
        <p:txBody>
          <a:bodyPr/>
          <a:lstStyle/>
          <a:p>
            <a:r>
              <a:rPr lang="en-US" noProof="0"/>
              <a:t>Aggregations: mean versus median</a:t>
            </a:r>
          </a:p>
        </p:txBody>
      </p:sp>
      <p:sp>
        <p:nvSpPr>
          <p:cNvPr id="3" name="Content Placeholder 2">
            <a:extLst>
              <a:ext uri="{FF2B5EF4-FFF2-40B4-BE49-F238E27FC236}">
                <a16:creationId xmlns:a16="http://schemas.microsoft.com/office/drawing/2014/main" id="{C6F7070B-E965-4757-91A3-32C402219A23}"/>
              </a:ext>
            </a:extLst>
          </p:cNvPr>
          <p:cNvSpPr>
            <a:spLocks noGrp="1"/>
          </p:cNvSpPr>
          <p:nvPr>
            <p:ph idx="1"/>
          </p:nvPr>
        </p:nvSpPr>
        <p:spPr>
          <a:xfrm>
            <a:off x="582705" y="1550894"/>
            <a:ext cx="6099922" cy="4626069"/>
          </a:xfrm>
        </p:spPr>
        <p:txBody>
          <a:bodyPr>
            <a:normAutofit/>
          </a:bodyPr>
          <a:lstStyle/>
          <a:p>
            <a:r>
              <a:rPr lang="en-US" noProof="0"/>
              <a:t>E.g. hotel room prices</a:t>
            </a:r>
          </a:p>
          <a:p>
            <a:endParaRPr lang="en-US" noProof="0"/>
          </a:p>
          <a:p>
            <a:r>
              <a:rPr lang="en-US" noProof="0"/>
              <a:t>Due to the extremely high price of the suite mean and median are far apart</a:t>
            </a:r>
          </a:p>
          <a:p>
            <a:pPr lvl="1"/>
            <a:r>
              <a:rPr lang="en-US">
                <a:sym typeface="Wingdings" panose="05000000000000000000" pitchFamily="2" charset="2"/>
              </a:rPr>
              <a:t>I</a:t>
            </a:r>
            <a:r>
              <a:rPr lang="en-US" noProof="0">
                <a:sym typeface="Wingdings" panose="05000000000000000000" pitchFamily="2" charset="2"/>
              </a:rPr>
              <a:t>n this case median is a far better tendency indicator than average.</a:t>
            </a:r>
          </a:p>
          <a:p>
            <a:pPr lvl="1"/>
            <a:r>
              <a:rPr lang="en-US">
                <a:sym typeface="Wingdings" panose="05000000000000000000" pitchFamily="2" charset="2"/>
              </a:rPr>
              <a:t>The average is pulled upwards by the one high rental price.</a:t>
            </a:r>
          </a:p>
          <a:p>
            <a:pPr lvl="1"/>
            <a:r>
              <a:rPr lang="en-US" noProof="0">
                <a:sym typeface="Wingdings" panose="05000000000000000000" pitchFamily="2" charset="2"/>
              </a:rPr>
              <a:t>We say: </a:t>
            </a:r>
            <a:r>
              <a:rPr lang="en-US">
                <a:sym typeface="Wingdings" panose="05000000000000000000" pitchFamily="2" charset="2"/>
              </a:rPr>
              <a:t>an </a:t>
            </a:r>
            <a:r>
              <a:rPr lang="en-US" b="1">
                <a:sym typeface="Wingdings" panose="05000000000000000000" pitchFamily="2" charset="2"/>
              </a:rPr>
              <a:t>outlier</a:t>
            </a:r>
            <a:r>
              <a:rPr lang="en-US">
                <a:sym typeface="Wingdings" panose="05000000000000000000" pitchFamily="2" charset="2"/>
              </a:rPr>
              <a:t> </a:t>
            </a:r>
            <a:r>
              <a:rPr lang="en-US" b="1">
                <a:sym typeface="Wingdings" panose="05000000000000000000" pitchFamily="2" charset="2"/>
              </a:rPr>
              <a:t>skews</a:t>
            </a:r>
            <a:r>
              <a:rPr lang="en-US">
                <a:sym typeface="Wingdings" panose="05000000000000000000" pitchFamily="2" charset="2"/>
              </a:rPr>
              <a:t> the data.</a:t>
            </a:r>
            <a:endParaRPr lang="en-US" noProof="0">
              <a:sym typeface="Wingdings" panose="05000000000000000000" pitchFamily="2" charset="2"/>
            </a:endParaRPr>
          </a:p>
        </p:txBody>
      </p:sp>
      <p:sp>
        <p:nvSpPr>
          <p:cNvPr id="4" name="Slide Number Placeholder 3">
            <a:extLst>
              <a:ext uri="{FF2B5EF4-FFF2-40B4-BE49-F238E27FC236}">
                <a16:creationId xmlns:a16="http://schemas.microsoft.com/office/drawing/2014/main" id="{8F5770BD-E872-4494-BF0A-3EF87108263D}"/>
              </a:ext>
            </a:extLst>
          </p:cNvPr>
          <p:cNvSpPr>
            <a:spLocks noGrp="1"/>
          </p:cNvSpPr>
          <p:nvPr>
            <p:ph type="sldNum" sz="quarter" idx="12"/>
          </p:nvPr>
        </p:nvSpPr>
        <p:spPr/>
        <p:txBody>
          <a:bodyPr/>
          <a:lstStyle/>
          <a:p>
            <a:fld id="{F89863EF-FC48-4EC9-8E1E-24BF4E0D7CB3}" type="slidenum">
              <a:rPr lang="nl-BE" smtClean="0"/>
              <a:t>27</a:t>
            </a:fld>
            <a:endParaRPr lang="nl-BE"/>
          </a:p>
        </p:txBody>
      </p:sp>
      <p:sp>
        <p:nvSpPr>
          <p:cNvPr id="6" name="TextBox 5">
            <a:extLst>
              <a:ext uri="{FF2B5EF4-FFF2-40B4-BE49-F238E27FC236}">
                <a16:creationId xmlns:a16="http://schemas.microsoft.com/office/drawing/2014/main" id="{1B51D33D-1E6E-9132-FB0F-6E59CE2ED896}"/>
              </a:ext>
            </a:extLst>
          </p:cNvPr>
          <p:cNvSpPr txBox="1"/>
          <p:nvPr/>
        </p:nvSpPr>
        <p:spPr>
          <a:xfrm>
            <a:off x="10910881" y="2216543"/>
            <a:ext cx="1010213" cy="523220"/>
          </a:xfrm>
          <a:prstGeom prst="rect">
            <a:avLst/>
          </a:prstGeom>
          <a:noFill/>
        </p:spPr>
        <p:txBody>
          <a:bodyPr wrap="none" rtlCol="0">
            <a:spAutoFit/>
          </a:bodyPr>
          <a:lstStyle/>
          <a:p>
            <a:r>
              <a:rPr lang="en-US" sz="2800">
                <a:solidFill>
                  <a:srgbClr val="C00000"/>
                </a:solidFill>
              </a:rPr>
              <a:t>mean</a:t>
            </a:r>
          </a:p>
        </p:txBody>
      </p:sp>
      <p:sp>
        <p:nvSpPr>
          <p:cNvPr id="7" name="TextBox 6">
            <a:extLst>
              <a:ext uri="{FF2B5EF4-FFF2-40B4-BE49-F238E27FC236}">
                <a16:creationId xmlns:a16="http://schemas.microsoft.com/office/drawing/2014/main" id="{70AEA5B2-AE6C-41AE-500D-431E8D10601E}"/>
              </a:ext>
            </a:extLst>
          </p:cNvPr>
          <p:cNvSpPr txBox="1"/>
          <p:nvPr/>
        </p:nvSpPr>
        <p:spPr>
          <a:xfrm>
            <a:off x="10910880" y="3678216"/>
            <a:ext cx="1281120" cy="523220"/>
          </a:xfrm>
          <a:prstGeom prst="rect">
            <a:avLst/>
          </a:prstGeom>
          <a:noFill/>
        </p:spPr>
        <p:txBody>
          <a:bodyPr wrap="none" rtlCol="0">
            <a:spAutoFit/>
          </a:bodyPr>
          <a:lstStyle/>
          <a:p>
            <a:r>
              <a:rPr lang="en-US" sz="2800">
                <a:solidFill>
                  <a:srgbClr val="4584B6"/>
                </a:solidFill>
              </a:rPr>
              <a:t>median</a:t>
            </a:r>
          </a:p>
        </p:txBody>
      </p:sp>
    </p:spTree>
    <p:extLst>
      <p:ext uri="{BB962C8B-B14F-4D97-AF65-F5344CB8AC3E}">
        <p14:creationId xmlns:p14="http://schemas.microsoft.com/office/powerpoint/2010/main" val="6676289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295C7-6E26-4253-AC7C-E92746830A20}"/>
              </a:ext>
            </a:extLst>
          </p:cNvPr>
          <p:cNvSpPr>
            <a:spLocks noGrp="1"/>
          </p:cNvSpPr>
          <p:nvPr>
            <p:ph type="title"/>
          </p:nvPr>
        </p:nvSpPr>
        <p:spPr/>
        <p:txBody>
          <a:bodyPr/>
          <a:lstStyle/>
          <a:p>
            <a:r>
              <a:rPr lang="en-US" noProof="0"/>
              <a:t>Aggregations: mean versus median</a:t>
            </a:r>
          </a:p>
        </p:txBody>
      </p:sp>
      <p:sp>
        <p:nvSpPr>
          <p:cNvPr id="7" name="Content Placeholder 6">
            <a:extLst>
              <a:ext uri="{FF2B5EF4-FFF2-40B4-BE49-F238E27FC236}">
                <a16:creationId xmlns:a16="http://schemas.microsoft.com/office/drawing/2014/main" id="{6FDB27B4-F20C-4A63-9614-8BED609FEEF0}"/>
              </a:ext>
            </a:extLst>
          </p:cNvPr>
          <p:cNvSpPr>
            <a:spLocks noGrp="1"/>
          </p:cNvSpPr>
          <p:nvPr>
            <p:ph idx="1"/>
          </p:nvPr>
        </p:nvSpPr>
        <p:spPr>
          <a:xfrm>
            <a:off x="838200" y="1825625"/>
            <a:ext cx="10898688" cy="4351338"/>
          </a:xfrm>
        </p:spPr>
        <p:txBody>
          <a:bodyPr/>
          <a:lstStyle/>
          <a:p>
            <a:pPr marL="0" indent="0">
              <a:buNone/>
            </a:pPr>
            <a:r>
              <a:rPr lang="en-US" noProof="0"/>
              <a:t>In general, outliers have a major effect on the mean but they don’t have such an effect on the median. Therefore, in a skewed distribution the median gives a more realistic picture of the data.</a:t>
            </a:r>
            <a:br>
              <a:rPr lang="en-US" noProof="0"/>
            </a:br>
            <a:endParaRPr lang="en-US" noProof="0"/>
          </a:p>
          <a:p>
            <a:pPr marL="0" indent="0">
              <a:buNone/>
            </a:pPr>
            <a:endParaRPr lang="en-US" noProof="0"/>
          </a:p>
        </p:txBody>
      </p:sp>
      <p:sp>
        <p:nvSpPr>
          <p:cNvPr id="4" name="Slide Number Placeholder 3">
            <a:extLst>
              <a:ext uri="{FF2B5EF4-FFF2-40B4-BE49-F238E27FC236}">
                <a16:creationId xmlns:a16="http://schemas.microsoft.com/office/drawing/2014/main" id="{52503F39-C761-40C8-ACB5-BDAAB8D8A8A8}"/>
              </a:ext>
            </a:extLst>
          </p:cNvPr>
          <p:cNvSpPr>
            <a:spLocks noGrp="1"/>
          </p:cNvSpPr>
          <p:nvPr>
            <p:ph type="sldNum" sz="quarter" idx="12"/>
          </p:nvPr>
        </p:nvSpPr>
        <p:spPr/>
        <p:txBody>
          <a:bodyPr/>
          <a:lstStyle/>
          <a:p>
            <a:fld id="{F89863EF-FC48-4EC9-8E1E-24BF4E0D7CB3}" type="slidenum">
              <a:rPr lang="nl-BE" smtClean="0"/>
              <a:t>28</a:t>
            </a:fld>
            <a:endParaRPr lang="nl-BE"/>
          </a:p>
        </p:txBody>
      </p:sp>
      <p:pic>
        <p:nvPicPr>
          <p:cNvPr id="6" name="Picture 5">
            <a:extLst>
              <a:ext uri="{FF2B5EF4-FFF2-40B4-BE49-F238E27FC236}">
                <a16:creationId xmlns:a16="http://schemas.microsoft.com/office/drawing/2014/main" id="{2B1C8B43-FDCB-4271-98B0-BFF7F45B007A}"/>
              </a:ext>
            </a:extLst>
          </p:cNvPr>
          <p:cNvPicPr>
            <a:picLocks noChangeAspect="1"/>
          </p:cNvPicPr>
          <p:nvPr/>
        </p:nvPicPr>
        <p:blipFill>
          <a:blip r:embed="rId2"/>
          <a:stretch>
            <a:fillRect/>
          </a:stretch>
        </p:blipFill>
        <p:spPr>
          <a:xfrm>
            <a:off x="1991731" y="3256859"/>
            <a:ext cx="7916358" cy="3299148"/>
          </a:xfrm>
          <a:prstGeom prst="rect">
            <a:avLst/>
          </a:prstGeom>
        </p:spPr>
      </p:pic>
    </p:spTree>
    <p:extLst>
      <p:ext uri="{BB962C8B-B14F-4D97-AF65-F5344CB8AC3E}">
        <p14:creationId xmlns:p14="http://schemas.microsoft.com/office/powerpoint/2010/main" val="31162809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199B8-FA85-4837-B20C-425828BE125B}"/>
              </a:ext>
            </a:extLst>
          </p:cNvPr>
          <p:cNvSpPr>
            <a:spLocks noGrp="1"/>
          </p:cNvSpPr>
          <p:nvPr>
            <p:ph type="title"/>
          </p:nvPr>
        </p:nvSpPr>
        <p:spPr/>
        <p:txBody>
          <a:bodyPr/>
          <a:lstStyle/>
          <a:p>
            <a:r>
              <a:rPr lang="en-US" noProof="0"/>
              <a:t>Aggregations: percentiles and </a:t>
            </a:r>
            <a:r>
              <a:rPr lang="en-US" noProof="0" err="1"/>
              <a:t>fractiles</a:t>
            </a:r>
            <a:endParaRPr lang="en-US" noProof="0"/>
          </a:p>
        </p:txBody>
      </p:sp>
      <p:sp>
        <p:nvSpPr>
          <p:cNvPr id="3" name="Content Placeholder 2">
            <a:extLst>
              <a:ext uri="{FF2B5EF4-FFF2-40B4-BE49-F238E27FC236}">
                <a16:creationId xmlns:a16="http://schemas.microsoft.com/office/drawing/2014/main" id="{3277C017-9842-4A8A-9C02-BF21F15807E8}"/>
              </a:ext>
            </a:extLst>
          </p:cNvPr>
          <p:cNvSpPr>
            <a:spLocks noGrp="1"/>
          </p:cNvSpPr>
          <p:nvPr>
            <p:ph idx="1"/>
          </p:nvPr>
        </p:nvSpPr>
        <p:spPr/>
        <p:txBody>
          <a:bodyPr/>
          <a:lstStyle/>
          <a:p>
            <a:r>
              <a:rPr lang="en-US" noProof="0"/>
              <a:t>Percentile is the value below which a stated percentage of the observations lie when all the values are sorted from least to greatest.</a:t>
            </a:r>
          </a:p>
          <a:p>
            <a:endParaRPr lang="en-US" noProof="0"/>
          </a:p>
          <a:p>
            <a:r>
              <a:rPr lang="en-US" noProof="0"/>
              <a:t>Example:</a:t>
            </a:r>
            <a:br>
              <a:rPr lang="en-US" noProof="0"/>
            </a:br>
            <a:r>
              <a:rPr lang="en-US" noProof="0"/>
              <a:t>If 64 out of 80 students score less than 70 points on a test, then 70 points is the 80% percentile, i.e. 80% of the students (64/80*100) have grades below 70 points.</a:t>
            </a:r>
            <a:br>
              <a:rPr lang="en-US" noProof="0"/>
            </a:br>
            <a:r>
              <a:rPr lang="en-US" noProof="0"/>
              <a:t>The 80% percentile is written as P80.</a:t>
            </a:r>
          </a:p>
        </p:txBody>
      </p:sp>
      <p:sp>
        <p:nvSpPr>
          <p:cNvPr id="4" name="Slide Number Placeholder 3">
            <a:extLst>
              <a:ext uri="{FF2B5EF4-FFF2-40B4-BE49-F238E27FC236}">
                <a16:creationId xmlns:a16="http://schemas.microsoft.com/office/drawing/2014/main" id="{8219655D-FEED-480B-9037-452A2D932264}"/>
              </a:ext>
            </a:extLst>
          </p:cNvPr>
          <p:cNvSpPr>
            <a:spLocks noGrp="1"/>
          </p:cNvSpPr>
          <p:nvPr>
            <p:ph type="sldNum" sz="quarter" idx="12"/>
          </p:nvPr>
        </p:nvSpPr>
        <p:spPr/>
        <p:txBody>
          <a:bodyPr/>
          <a:lstStyle/>
          <a:p>
            <a:fld id="{F89863EF-FC48-4EC9-8E1E-24BF4E0D7CB3}" type="slidenum">
              <a:rPr lang="nl-BE" smtClean="0"/>
              <a:t>29</a:t>
            </a:fld>
            <a:endParaRPr lang="nl-BE"/>
          </a:p>
        </p:txBody>
      </p:sp>
    </p:spTree>
    <p:extLst>
      <p:ext uri="{BB962C8B-B14F-4D97-AF65-F5344CB8AC3E}">
        <p14:creationId xmlns:p14="http://schemas.microsoft.com/office/powerpoint/2010/main" val="29814125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0FEAB8-1B23-458A-A179-166CA0BB7035}"/>
              </a:ext>
            </a:extLst>
          </p:cNvPr>
          <p:cNvSpPr>
            <a:spLocks noGrp="1"/>
          </p:cNvSpPr>
          <p:nvPr>
            <p:ph type="title"/>
          </p:nvPr>
        </p:nvSpPr>
        <p:spPr/>
        <p:txBody>
          <a:bodyPr>
            <a:normAutofit/>
          </a:bodyPr>
          <a:lstStyle/>
          <a:p>
            <a:r>
              <a:rPr lang="en-US" noProof="0"/>
              <a:t>Aggregations: percentiles and </a:t>
            </a:r>
            <a:r>
              <a:rPr lang="en-US" noProof="0" err="1"/>
              <a:t>fractiles</a:t>
            </a:r>
            <a:endParaRPr lang="en-US" noProof="0"/>
          </a:p>
        </p:txBody>
      </p:sp>
      <p:sp>
        <p:nvSpPr>
          <p:cNvPr id="3" name="Content Placeholder 2">
            <a:extLst>
              <a:ext uri="{FF2B5EF4-FFF2-40B4-BE49-F238E27FC236}">
                <a16:creationId xmlns:a16="http://schemas.microsoft.com/office/drawing/2014/main" id="{F840E655-3B96-4B83-A187-8E078CE025E1}"/>
              </a:ext>
            </a:extLst>
          </p:cNvPr>
          <p:cNvSpPr>
            <a:spLocks noGrp="1"/>
          </p:cNvSpPr>
          <p:nvPr>
            <p:ph idx="1"/>
          </p:nvPr>
        </p:nvSpPr>
        <p:spPr/>
        <p:txBody>
          <a:bodyPr/>
          <a:lstStyle/>
          <a:p>
            <a:r>
              <a:rPr lang="en-US" noProof="0"/>
              <a:t>There are 3 special percentiles called the quartiles, which divide the data into four groups of equal size.</a:t>
            </a:r>
          </a:p>
          <a:p>
            <a:r>
              <a:rPr lang="en-US" noProof="0"/>
              <a:t>The </a:t>
            </a:r>
            <a:r>
              <a:rPr lang="en-US" b="1" noProof="0"/>
              <a:t>first quartile (Q1)</a:t>
            </a:r>
            <a:r>
              <a:rPr lang="en-US" noProof="0"/>
              <a:t> is the same as the 25th percentile or 0.25-fractile. This number indicates that 25% of the observations are below this number.</a:t>
            </a:r>
          </a:p>
          <a:p>
            <a:r>
              <a:rPr lang="en-US" noProof="0"/>
              <a:t>The </a:t>
            </a:r>
            <a:r>
              <a:rPr lang="en-US" b="1" noProof="0"/>
              <a:t>second quartile (Q2)</a:t>
            </a:r>
            <a:r>
              <a:rPr lang="en-US" noProof="0"/>
              <a:t> is the 50th percentile or the 0.50-fractile and thus equal to the median.</a:t>
            </a:r>
          </a:p>
          <a:p>
            <a:r>
              <a:rPr lang="en-US" noProof="0"/>
              <a:t>The </a:t>
            </a:r>
            <a:r>
              <a:rPr lang="en-US" b="1" noProof="0"/>
              <a:t>third quartile (Q3)</a:t>
            </a:r>
            <a:r>
              <a:rPr lang="en-US" noProof="0"/>
              <a:t> equals the 75th percentile or 0.75-fractile.</a:t>
            </a:r>
          </a:p>
          <a:p>
            <a:endParaRPr lang="en-US" noProof="0"/>
          </a:p>
          <a:p>
            <a:r>
              <a:rPr lang="en-US" noProof="0"/>
              <a:t>Be aware that there is no fourth quartile!</a:t>
            </a:r>
          </a:p>
          <a:p>
            <a:endParaRPr lang="en-US" noProof="0"/>
          </a:p>
        </p:txBody>
      </p:sp>
      <p:sp>
        <p:nvSpPr>
          <p:cNvPr id="4" name="Slide Number Placeholder 3">
            <a:extLst>
              <a:ext uri="{FF2B5EF4-FFF2-40B4-BE49-F238E27FC236}">
                <a16:creationId xmlns:a16="http://schemas.microsoft.com/office/drawing/2014/main" id="{2C6EB22A-39AA-45DC-A69A-761906A9C79A}"/>
              </a:ext>
            </a:extLst>
          </p:cNvPr>
          <p:cNvSpPr>
            <a:spLocks noGrp="1"/>
          </p:cNvSpPr>
          <p:nvPr>
            <p:ph type="sldNum" sz="quarter" idx="12"/>
          </p:nvPr>
        </p:nvSpPr>
        <p:spPr/>
        <p:txBody>
          <a:bodyPr/>
          <a:lstStyle/>
          <a:p>
            <a:fld id="{F89863EF-FC48-4EC9-8E1E-24BF4E0D7CB3}" type="slidenum">
              <a:rPr lang="nl-BE" smtClean="0"/>
              <a:t>30</a:t>
            </a:fld>
            <a:endParaRPr lang="nl-BE"/>
          </a:p>
        </p:txBody>
      </p:sp>
    </p:spTree>
    <p:extLst>
      <p:ext uri="{BB962C8B-B14F-4D97-AF65-F5344CB8AC3E}">
        <p14:creationId xmlns:p14="http://schemas.microsoft.com/office/powerpoint/2010/main" val="29622115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ABC4F-1BC3-4A18-8BB9-47372AF6E00F}"/>
              </a:ext>
            </a:extLst>
          </p:cNvPr>
          <p:cNvSpPr>
            <a:spLocks noGrp="1"/>
          </p:cNvSpPr>
          <p:nvPr>
            <p:ph type="title"/>
          </p:nvPr>
        </p:nvSpPr>
        <p:spPr/>
        <p:txBody>
          <a:bodyPr>
            <a:normAutofit/>
          </a:bodyPr>
          <a:lstStyle/>
          <a:p>
            <a:r>
              <a:rPr lang="en-US" noProof="0"/>
              <a:t>Aggregations: percentiles and </a:t>
            </a:r>
            <a:r>
              <a:rPr lang="en-US" noProof="0" err="1"/>
              <a:t>fractiles</a:t>
            </a:r>
            <a:endParaRPr lang="en-US" noProof="0"/>
          </a:p>
        </p:txBody>
      </p:sp>
      <p:sp>
        <p:nvSpPr>
          <p:cNvPr id="3" name="Content Placeholder 2">
            <a:extLst>
              <a:ext uri="{FF2B5EF4-FFF2-40B4-BE49-F238E27FC236}">
                <a16:creationId xmlns:a16="http://schemas.microsoft.com/office/drawing/2014/main" id="{D0AF41D7-FE77-4514-80FF-0CE7A3035AC6}"/>
              </a:ext>
            </a:extLst>
          </p:cNvPr>
          <p:cNvSpPr>
            <a:spLocks noGrp="1"/>
          </p:cNvSpPr>
          <p:nvPr>
            <p:ph idx="1"/>
          </p:nvPr>
        </p:nvSpPr>
        <p:spPr/>
        <p:txBody>
          <a:bodyPr/>
          <a:lstStyle/>
          <a:p>
            <a:pPr marL="0" indent="0">
              <a:buNone/>
            </a:pPr>
            <a:r>
              <a:rPr lang="en-US" noProof="0"/>
              <a:t>The dataset is split into 4 groups</a:t>
            </a:r>
          </a:p>
        </p:txBody>
      </p:sp>
      <p:sp>
        <p:nvSpPr>
          <p:cNvPr id="4" name="Slide Number Placeholder 3">
            <a:extLst>
              <a:ext uri="{FF2B5EF4-FFF2-40B4-BE49-F238E27FC236}">
                <a16:creationId xmlns:a16="http://schemas.microsoft.com/office/drawing/2014/main" id="{89CE41DF-7FC0-4E9A-8BE8-99007DB1D28A}"/>
              </a:ext>
            </a:extLst>
          </p:cNvPr>
          <p:cNvSpPr>
            <a:spLocks noGrp="1"/>
          </p:cNvSpPr>
          <p:nvPr>
            <p:ph type="sldNum" sz="quarter" idx="12"/>
          </p:nvPr>
        </p:nvSpPr>
        <p:spPr/>
        <p:txBody>
          <a:bodyPr/>
          <a:lstStyle/>
          <a:p>
            <a:fld id="{F89863EF-FC48-4EC9-8E1E-24BF4E0D7CB3}" type="slidenum">
              <a:rPr lang="nl-BE" smtClean="0"/>
              <a:t>31</a:t>
            </a:fld>
            <a:endParaRPr lang="nl-BE"/>
          </a:p>
        </p:txBody>
      </p:sp>
      <p:pic>
        <p:nvPicPr>
          <p:cNvPr id="5" name="Picture 4">
            <a:extLst>
              <a:ext uri="{FF2B5EF4-FFF2-40B4-BE49-F238E27FC236}">
                <a16:creationId xmlns:a16="http://schemas.microsoft.com/office/drawing/2014/main" id="{D65832F2-1900-4BC7-9BA1-606A5862D1D8}"/>
              </a:ext>
            </a:extLst>
          </p:cNvPr>
          <p:cNvPicPr>
            <a:picLocks noChangeAspect="1"/>
          </p:cNvPicPr>
          <p:nvPr/>
        </p:nvPicPr>
        <p:blipFill rotWithShape="1">
          <a:blip r:embed="rId2"/>
          <a:srcRect l="43345"/>
          <a:stretch/>
        </p:blipFill>
        <p:spPr>
          <a:xfrm>
            <a:off x="746077" y="2027830"/>
            <a:ext cx="5349923" cy="4511082"/>
          </a:xfrm>
          <a:prstGeom prst="rect">
            <a:avLst/>
          </a:prstGeom>
        </p:spPr>
      </p:pic>
      <p:sp>
        <p:nvSpPr>
          <p:cNvPr id="6" name="TextBox 5">
            <a:extLst>
              <a:ext uri="{FF2B5EF4-FFF2-40B4-BE49-F238E27FC236}">
                <a16:creationId xmlns:a16="http://schemas.microsoft.com/office/drawing/2014/main" id="{BC2C7A69-8FBD-8CE3-0C41-ADC88D37FEDC}"/>
              </a:ext>
            </a:extLst>
          </p:cNvPr>
          <p:cNvSpPr txBox="1"/>
          <p:nvPr/>
        </p:nvSpPr>
        <p:spPr>
          <a:xfrm>
            <a:off x="5767294" y="5122440"/>
            <a:ext cx="1031051" cy="369332"/>
          </a:xfrm>
          <a:prstGeom prst="rect">
            <a:avLst/>
          </a:prstGeom>
          <a:noFill/>
        </p:spPr>
        <p:txBody>
          <a:bodyPr wrap="none" rtlCol="0">
            <a:spAutoFit/>
          </a:bodyPr>
          <a:lstStyle/>
          <a:p>
            <a:r>
              <a:rPr lang="en-US" b="1"/>
              <a:t>Q1 = P25</a:t>
            </a:r>
          </a:p>
        </p:txBody>
      </p:sp>
      <p:sp>
        <p:nvSpPr>
          <p:cNvPr id="7" name="TextBox 6">
            <a:extLst>
              <a:ext uri="{FF2B5EF4-FFF2-40B4-BE49-F238E27FC236}">
                <a16:creationId xmlns:a16="http://schemas.microsoft.com/office/drawing/2014/main" id="{241C8EEA-4918-2DB8-DF56-8CBD4ED833C5}"/>
              </a:ext>
            </a:extLst>
          </p:cNvPr>
          <p:cNvSpPr txBox="1"/>
          <p:nvPr/>
        </p:nvSpPr>
        <p:spPr>
          <a:xfrm>
            <a:off x="5767294" y="4283371"/>
            <a:ext cx="1994457" cy="369332"/>
          </a:xfrm>
          <a:prstGeom prst="rect">
            <a:avLst/>
          </a:prstGeom>
          <a:noFill/>
        </p:spPr>
        <p:txBody>
          <a:bodyPr wrap="none" rtlCol="0">
            <a:spAutoFit/>
          </a:bodyPr>
          <a:lstStyle/>
          <a:p>
            <a:r>
              <a:rPr lang="en-US" b="1"/>
              <a:t>Q2 = P50 = Median</a:t>
            </a:r>
          </a:p>
        </p:txBody>
      </p:sp>
      <p:sp>
        <p:nvSpPr>
          <p:cNvPr id="8" name="TextBox 7">
            <a:extLst>
              <a:ext uri="{FF2B5EF4-FFF2-40B4-BE49-F238E27FC236}">
                <a16:creationId xmlns:a16="http://schemas.microsoft.com/office/drawing/2014/main" id="{BC464539-0EAB-01FD-C3F0-B360C34BC8BA}"/>
              </a:ext>
            </a:extLst>
          </p:cNvPr>
          <p:cNvSpPr txBox="1"/>
          <p:nvPr/>
        </p:nvSpPr>
        <p:spPr>
          <a:xfrm>
            <a:off x="5767294" y="3552090"/>
            <a:ext cx="1039067" cy="369332"/>
          </a:xfrm>
          <a:prstGeom prst="rect">
            <a:avLst/>
          </a:prstGeom>
          <a:noFill/>
        </p:spPr>
        <p:txBody>
          <a:bodyPr wrap="none" rtlCol="0">
            <a:spAutoFit/>
          </a:bodyPr>
          <a:lstStyle/>
          <a:p>
            <a:r>
              <a:rPr lang="en-US" b="1"/>
              <a:t>Q3 = P75</a:t>
            </a:r>
          </a:p>
        </p:txBody>
      </p:sp>
    </p:spTree>
    <p:extLst>
      <p:ext uri="{BB962C8B-B14F-4D97-AF65-F5344CB8AC3E}">
        <p14:creationId xmlns:p14="http://schemas.microsoft.com/office/powerpoint/2010/main" val="29019265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489BD-34D4-5F26-088B-8A7A21D2C1B1}"/>
              </a:ext>
            </a:extLst>
          </p:cNvPr>
          <p:cNvSpPr>
            <a:spLocks noGrp="1"/>
          </p:cNvSpPr>
          <p:nvPr>
            <p:ph type="title"/>
          </p:nvPr>
        </p:nvSpPr>
        <p:spPr/>
        <p:txBody>
          <a:bodyPr/>
          <a:lstStyle/>
          <a:p>
            <a:r>
              <a:rPr lang="en-US" noProof="0"/>
              <a:t>Wrong?!?</a:t>
            </a:r>
          </a:p>
        </p:txBody>
      </p:sp>
      <p:sp>
        <p:nvSpPr>
          <p:cNvPr id="3" name="Content Placeholder 2">
            <a:extLst>
              <a:ext uri="{FF2B5EF4-FFF2-40B4-BE49-F238E27FC236}">
                <a16:creationId xmlns:a16="http://schemas.microsoft.com/office/drawing/2014/main" id="{1BC0D4B2-253F-52AC-1DAA-21B9C44E274D}"/>
              </a:ext>
            </a:extLst>
          </p:cNvPr>
          <p:cNvSpPr>
            <a:spLocks noGrp="1"/>
          </p:cNvSpPr>
          <p:nvPr>
            <p:ph idx="1"/>
          </p:nvPr>
        </p:nvSpPr>
        <p:spPr/>
        <p:txBody>
          <a:bodyPr>
            <a:normAutofit fontScale="92500" lnSpcReduction="20000"/>
          </a:bodyPr>
          <a:lstStyle/>
          <a:p>
            <a:r>
              <a:rPr lang="en-US" noProof="0"/>
              <a:t>The quartiles as calculated on the previous</a:t>
            </a:r>
            <a:br>
              <a:rPr lang="en-US" noProof="0"/>
            </a:br>
            <a:r>
              <a:rPr lang="en-US" noProof="0"/>
              <a:t>slide aren’t entirely correct according to</a:t>
            </a:r>
            <a:br>
              <a:rPr lang="en-US" noProof="0"/>
            </a:br>
            <a:r>
              <a:rPr lang="en-US" noProof="0"/>
              <a:t>the formula you might have learned earlier</a:t>
            </a:r>
          </a:p>
          <a:p>
            <a:endParaRPr lang="en-US" noProof="0"/>
          </a:p>
          <a:p>
            <a:endParaRPr lang="en-US" noProof="0"/>
          </a:p>
          <a:p>
            <a:r>
              <a:rPr lang="en-US" noProof="0"/>
              <a:t>That’s because there are 9 ways to calculate a quartile:</a:t>
            </a:r>
          </a:p>
          <a:p>
            <a:pPr lvl="1"/>
            <a:r>
              <a:rPr lang="en-US" noProof="0">
                <a:hlinkClick r:id="rId3"/>
              </a:rPr>
              <a:t>https://robjhyndman.com/publications/quantiles/</a:t>
            </a:r>
            <a:endParaRPr lang="en-US" noProof="0"/>
          </a:p>
          <a:p>
            <a:pPr lvl="1"/>
            <a:r>
              <a:rPr lang="en-US" noProof="0">
                <a:hlinkClick r:id="rId4"/>
              </a:rPr>
              <a:t>Quantiles and Percentiles, Clearly Explained!!! - YouTube</a:t>
            </a:r>
            <a:endParaRPr lang="en-US" noProof="0"/>
          </a:p>
          <a:p>
            <a:endParaRPr lang="en-US" noProof="0"/>
          </a:p>
          <a:p>
            <a:r>
              <a:rPr lang="en-US" noProof="0"/>
              <a:t>If you ever take a master course in statistics: dive deep into all 9 of them</a:t>
            </a:r>
          </a:p>
          <a:p>
            <a:r>
              <a:rPr lang="en-US" noProof="0"/>
              <a:t>By default </a:t>
            </a:r>
            <a:r>
              <a:rPr lang="en-US" noProof="0" err="1"/>
              <a:t>np.percentile</a:t>
            </a:r>
            <a:r>
              <a:rPr lang="en-US" noProof="0"/>
              <a:t>() uses the method ‘linear’ </a:t>
            </a:r>
          </a:p>
          <a:p>
            <a:r>
              <a:rPr lang="en-US" noProof="0"/>
              <a:t>In this class: whatever Python tells you is correct</a:t>
            </a:r>
          </a:p>
        </p:txBody>
      </p:sp>
      <p:sp>
        <p:nvSpPr>
          <p:cNvPr id="4" name="Slide Number Placeholder 3">
            <a:extLst>
              <a:ext uri="{FF2B5EF4-FFF2-40B4-BE49-F238E27FC236}">
                <a16:creationId xmlns:a16="http://schemas.microsoft.com/office/drawing/2014/main" id="{AA97BCA7-8351-A145-FC1A-F3A35FD153E1}"/>
              </a:ext>
            </a:extLst>
          </p:cNvPr>
          <p:cNvSpPr>
            <a:spLocks noGrp="1"/>
          </p:cNvSpPr>
          <p:nvPr>
            <p:ph type="sldNum" sz="quarter" idx="12"/>
          </p:nvPr>
        </p:nvSpPr>
        <p:spPr/>
        <p:txBody>
          <a:bodyPr/>
          <a:lstStyle/>
          <a:p>
            <a:fld id="{FE1B3154-47D9-4402-8EDB-E791933DC0B9}" type="slidenum">
              <a:rPr lang="nl-BE" smtClean="0"/>
              <a:pPr/>
              <a:t>32</a:t>
            </a:fld>
            <a:endParaRPr lang="nl-BE"/>
          </a:p>
        </p:txBody>
      </p:sp>
      <p:pic>
        <p:nvPicPr>
          <p:cNvPr id="8" name="Picture 7" descr="A person in a garment&#10;&#10;Description automatically generated with medium confidence">
            <a:extLst>
              <a:ext uri="{FF2B5EF4-FFF2-40B4-BE49-F238E27FC236}">
                <a16:creationId xmlns:a16="http://schemas.microsoft.com/office/drawing/2014/main" id="{8E3F9CA2-8918-4209-E2E2-82642648C996}"/>
              </a:ext>
            </a:extLst>
          </p:cNvPr>
          <p:cNvPicPr>
            <a:picLocks noChangeAspect="1"/>
          </p:cNvPicPr>
          <p:nvPr/>
        </p:nvPicPr>
        <p:blipFill rotWithShape="1">
          <a:blip r:embed="rId5">
            <a:extLst>
              <a:ext uri="{28A0092B-C50C-407E-A947-70E740481C1C}">
                <a14:useLocalDpi xmlns:a14="http://schemas.microsoft.com/office/drawing/2010/main" val="0"/>
              </a:ext>
            </a:extLst>
          </a:blip>
          <a:srcRect t="13238" b="13238"/>
          <a:stretch/>
        </p:blipFill>
        <p:spPr>
          <a:xfrm>
            <a:off x="8634385" y="1683695"/>
            <a:ext cx="3165060" cy="1745305"/>
          </a:xfrm>
          <a:prstGeom prst="rect">
            <a:avLst/>
          </a:prstGeom>
        </p:spPr>
      </p:pic>
      <p:pic>
        <p:nvPicPr>
          <p:cNvPr id="10" name="Picture 9">
            <a:extLst>
              <a:ext uri="{FF2B5EF4-FFF2-40B4-BE49-F238E27FC236}">
                <a16:creationId xmlns:a16="http://schemas.microsoft.com/office/drawing/2014/main" id="{A31F7E3F-4816-8C38-E2B9-0ED3A1DD8347}"/>
              </a:ext>
            </a:extLst>
          </p:cNvPr>
          <p:cNvPicPr>
            <a:picLocks noChangeAspect="1"/>
          </p:cNvPicPr>
          <p:nvPr/>
        </p:nvPicPr>
        <p:blipFill>
          <a:blip r:embed="rId6"/>
          <a:stretch>
            <a:fillRect/>
          </a:stretch>
        </p:blipFill>
        <p:spPr>
          <a:xfrm>
            <a:off x="2678790" y="2556347"/>
            <a:ext cx="2553056" cy="676369"/>
          </a:xfrm>
          <a:prstGeom prst="rect">
            <a:avLst/>
          </a:prstGeom>
        </p:spPr>
      </p:pic>
    </p:spTree>
    <p:extLst>
      <p:ext uri="{BB962C8B-B14F-4D97-AF65-F5344CB8AC3E}">
        <p14:creationId xmlns:p14="http://schemas.microsoft.com/office/powerpoint/2010/main" val="29411775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639E-186C-41E4-8ED7-C592FFB43D00}"/>
              </a:ext>
            </a:extLst>
          </p:cNvPr>
          <p:cNvSpPr>
            <a:spLocks noGrp="1"/>
          </p:cNvSpPr>
          <p:nvPr>
            <p:ph type="title"/>
          </p:nvPr>
        </p:nvSpPr>
        <p:spPr/>
        <p:txBody>
          <a:bodyPr>
            <a:normAutofit/>
          </a:bodyPr>
          <a:lstStyle/>
          <a:p>
            <a:r>
              <a:rPr lang="en-US" noProof="0"/>
              <a:t>Aggregations: percentiles and </a:t>
            </a:r>
            <a:r>
              <a:rPr lang="en-US" noProof="0" err="1"/>
              <a:t>fractiles</a:t>
            </a:r>
            <a:endParaRPr lang="en-US" noProof="0"/>
          </a:p>
        </p:txBody>
      </p:sp>
      <p:sp>
        <p:nvSpPr>
          <p:cNvPr id="3" name="Content Placeholder 2">
            <a:extLst>
              <a:ext uri="{FF2B5EF4-FFF2-40B4-BE49-F238E27FC236}">
                <a16:creationId xmlns:a16="http://schemas.microsoft.com/office/drawing/2014/main" id="{1D337ED8-25A2-AF21-8565-F609727E5C55}"/>
              </a:ext>
            </a:extLst>
          </p:cNvPr>
          <p:cNvSpPr>
            <a:spLocks noGrp="1"/>
          </p:cNvSpPr>
          <p:nvPr>
            <p:ph idx="1"/>
          </p:nvPr>
        </p:nvSpPr>
        <p:spPr>
          <a:xfrm>
            <a:off x="582704" y="1550894"/>
            <a:ext cx="11609295" cy="4626069"/>
          </a:xfrm>
        </p:spPr>
        <p:txBody>
          <a:bodyPr/>
          <a:lstStyle/>
          <a:p>
            <a:r>
              <a:rPr lang="en-US" noProof="0"/>
              <a:t>Next to the quartiles other percentiles like P10 and P90 can be calculated.</a:t>
            </a:r>
          </a:p>
          <a:p>
            <a:r>
              <a:rPr lang="en-US" noProof="0"/>
              <a:t>Values not in the 0,90-fractile or in the 0,10-fractile could be seen as outliers.</a:t>
            </a:r>
          </a:p>
        </p:txBody>
      </p:sp>
      <p:sp>
        <p:nvSpPr>
          <p:cNvPr id="4" name="Slide Number Placeholder 3">
            <a:extLst>
              <a:ext uri="{FF2B5EF4-FFF2-40B4-BE49-F238E27FC236}">
                <a16:creationId xmlns:a16="http://schemas.microsoft.com/office/drawing/2014/main" id="{F49017B9-E2FF-43F4-A960-A3A02A0F21A4}"/>
              </a:ext>
            </a:extLst>
          </p:cNvPr>
          <p:cNvSpPr>
            <a:spLocks noGrp="1"/>
          </p:cNvSpPr>
          <p:nvPr>
            <p:ph type="sldNum" sz="quarter" idx="12"/>
          </p:nvPr>
        </p:nvSpPr>
        <p:spPr/>
        <p:txBody>
          <a:bodyPr/>
          <a:lstStyle/>
          <a:p>
            <a:fld id="{F89863EF-FC48-4EC9-8E1E-24BF4E0D7CB3}" type="slidenum">
              <a:rPr lang="nl-BE" smtClean="0"/>
              <a:t>33</a:t>
            </a:fld>
            <a:endParaRPr lang="nl-BE"/>
          </a:p>
        </p:txBody>
      </p:sp>
      <p:grpSp>
        <p:nvGrpSpPr>
          <p:cNvPr id="9" name="Group 8">
            <a:extLst>
              <a:ext uri="{FF2B5EF4-FFF2-40B4-BE49-F238E27FC236}">
                <a16:creationId xmlns:a16="http://schemas.microsoft.com/office/drawing/2014/main" id="{401D748A-DFD8-2FA8-98EA-0F00EAC2CB69}"/>
              </a:ext>
            </a:extLst>
          </p:cNvPr>
          <p:cNvGrpSpPr/>
          <p:nvPr/>
        </p:nvGrpSpPr>
        <p:grpSpPr>
          <a:xfrm>
            <a:off x="4113879" y="2780984"/>
            <a:ext cx="4546943" cy="3757928"/>
            <a:chOff x="898514" y="2734947"/>
            <a:chExt cx="4546943" cy="3757928"/>
          </a:xfrm>
        </p:grpSpPr>
        <p:pic>
          <p:nvPicPr>
            <p:cNvPr id="5" name="Picture 4">
              <a:extLst>
                <a:ext uri="{FF2B5EF4-FFF2-40B4-BE49-F238E27FC236}">
                  <a16:creationId xmlns:a16="http://schemas.microsoft.com/office/drawing/2014/main" id="{9F68076D-6849-4C35-866E-117FB6637DD1}"/>
                </a:ext>
              </a:extLst>
            </p:cNvPr>
            <p:cNvPicPr>
              <a:picLocks noChangeAspect="1"/>
            </p:cNvPicPr>
            <p:nvPr/>
          </p:nvPicPr>
          <p:blipFill rotWithShape="1">
            <a:blip r:embed="rId2"/>
            <a:srcRect l="43107"/>
            <a:stretch/>
          </p:blipFill>
          <p:spPr>
            <a:xfrm>
              <a:off x="898514" y="2734947"/>
              <a:ext cx="4546943" cy="3757928"/>
            </a:xfrm>
            <a:prstGeom prst="rect">
              <a:avLst/>
            </a:prstGeom>
          </p:spPr>
        </p:pic>
        <p:sp>
          <p:nvSpPr>
            <p:cNvPr id="7" name="Oval 6">
              <a:extLst>
                <a:ext uri="{FF2B5EF4-FFF2-40B4-BE49-F238E27FC236}">
                  <a16:creationId xmlns:a16="http://schemas.microsoft.com/office/drawing/2014/main" id="{A51B6893-2339-1866-1C5A-DA72D36B431B}"/>
                </a:ext>
              </a:extLst>
            </p:cNvPr>
            <p:cNvSpPr/>
            <p:nvPr/>
          </p:nvSpPr>
          <p:spPr>
            <a:xfrm>
              <a:off x="2115403" y="3057099"/>
              <a:ext cx="928048" cy="371901"/>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2022A39B-3030-0F6D-DA24-70F592E45486}"/>
                </a:ext>
              </a:extLst>
            </p:cNvPr>
            <p:cNvSpPr/>
            <p:nvPr/>
          </p:nvSpPr>
          <p:spPr>
            <a:xfrm>
              <a:off x="2115403" y="6120974"/>
              <a:ext cx="928048" cy="371901"/>
            </a:xfrm>
            <a:prstGeom prst="ellipse">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892042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E7EF2-AF6D-4AAB-8BBA-A221EA7C3CB3}"/>
              </a:ext>
            </a:extLst>
          </p:cNvPr>
          <p:cNvSpPr>
            <a:spLocks noGrp="1"/>
          </p:cNvSpPr>
          <p:nvPr>
            <p:ph type="title"/>
          </p:nvPr>
        </p:nvSpPr>
        <p:spPr/>
        <p:txBody>
          <a:bodyPr/>
          <a:lstStyle/>
          <a:p>
            <a:r>
              <a:rPr lang="en-US" sz="4400" noProof="0"/>
              <a:t>Aggregations: standard deviation</a:t>
            </a:r>
            <a:endParaRPr lang="en-US" noProof="0"/>
          </a:p>
        </p:txBody>
      </p:sp>
      <p:sp>
        <p:nvSpPr>
          <p:cNvPr id="3" name="Content Placeholder 2">
            <a:extLst>
              <a:ext uri="{FF2B5EF4-FFF2-40B4-BE49-F238E27FC236}">
                <a16:creationId xmlns:a16="http://schemas.microsoft.com/office/drawing/2014/main" id="{3CCE3CB9-3E12-4111-9D3A-90B37DF58875}"/>
              </a:ext>
            </a:extLst>
          </p:cNvPr>
          <p:cNvSpPr>
            <a:spLocks noGrp="1"/>
          </p:cNvSpPr>
          <p:nvPr>
            <p:ph idx="1"/>
          </p:nvPr>
        </p:nvSpPr>
        <p:spPr/>
        <p:txBody>
          <a:bodyPr/>
          <a:lstStyle/>
          <a:p>
            <a:pPr marL="0" indent="0">
              <a:buNone/>
            </a:pPr>
            <a:r>
              <a:rPr lang="en-US" noProof="0"/>
              <a:t>Standard deviation measures the dispersion of a data population in a normal distribution.  </a:t>
            </a:r>
          </a:p>
          <a:p>
            <a:pPr marL="0" indent="0">
              <a:buNone/>
            </a:pPr>
            <a:endParaRPr lang="en-US" noProof="0"/>
          </a:p>
          <a:p>
            <a:pPr marL="0" indent="0">
              <a:buNone/>
            </a:pPr>
            <a:endParaRPr lang="en-US" noProof="0"/>
          </a:p>
        </p:txBody>
      </p:sp>
      <p:sp>
        <p:nvSpPr>
          <p:cNvPr id="4" name="Slide Number Placeholder 3">
            <a:extLst>
              <a:ext uri="{FF2B5EF4-FFF2-40B4-BE49-F238E27FC236}">
                <a16:creationId xmlns:a16="http://schemas.microsoft.com/office/drawing/2014/main" id="{5F875C98-EA55-417C-89A0-1F4D5D34E635}"/>
              </a:ext>
            </a:extLst>
          </p:cNvPr>
          <p:cNvSpPr>
            <a:spLocks noGrp="1"/>
          </p:cNvSpPr>
          <p:nvPr>
            <p:ph type="sldNum" sz="quarter" idx="12"/>
          </p:nvPr>
        </p:nvSpPr>
        <p:spPr/>
        <p:txBody>
          <a:bodyPr/>
          <a:lstStyle/>
          <a:p>
            <a:fld id="{F89863EF-FC48-4EC9-8E1E-24BF4E0D7CB3}" type="slidenum">
              <a:rPr lang="nl-BE" smtClean="0"/>
              <a:t>34</a:t>
            </a:fld>
            <a:endParaRPr lang="nl-BE"/>
          </a:p>
        </p:txBody>
      </p:sp>
      <p:pic>
        <p:nvPicPr>
          <p:cNvPr id="6" name="Picture 5">
            <a:extLst>
              <a:ext uri="{FF2B5EF4-FFF2-40B4-BE49-F238E27FC236}">
                <a16:creationId xmlns:a16="http://schemas.microsoft.com/office/drawing/2014/main" id="{964678A6-96C7-4D70-B1FA-EC42CE99EEC8}"/>
              </a:ext>
            </a:extLst>
          </p:cNvPr>
          <p:cNvPicPr>
            <a:picLocks noChangeAspect="1"/>
          </p:cNvPicPr>
          <p:nvPr/>
        </p:nvPicPr>
        <p:blipFill>
          <a:blip r:embed="rId3"/>
          <a:stretch>
            <a:fillRect/>
          </a:stretch>
        </p:blipFill>
        <p:spPr>
          <a:xfrm>
            <a:off x="671969" y="2868057"/>
            <a:ext cx="5778935" cy="3308906"/>
          </a:xfrm>
          <a:prstGeom prst="rect">
            <a:avLst/>
          </a:prstGeom>
        </p:spPr>
      </p:pic>
    </p:spTree>
    <p:extLst>
      <p:ext uri="{BB962C8B-B14F-4D97-AF65-F5344CB8AC3E}">
        <p14:creationId xmlns:p14="http://schemas.microsoft.com/office/powerpoint/2010/main" val="20232216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7577A-F75A-48B8-A288-274FA067432F}"/>
              </a:ext>
            </a:extLst>
          </p:cNvPr>
          <p:cNvSpPr>
            <a:spLocks noGrp="1"/>
          </p:cNvSpPr>
          <p:nvPr>
            <p:ph type="title"/>
          </p:nvPr>
        </p:nvSpPr>
        <p:spPr/>
        <p:txBody>
          <a:bodyPr/>
          <a:lstStyle/>
          <a:p>
            <a:r>
              <a:rPr lang="en-US" sz="4400" noProof="0"/>
              <a:t>Aggregations: standard deviation</a:t>
            </a:r>
            <a:endParaRPr lang="en-US" noProof="0"/>
          </a:p>
        </p:txBody>
      </p:sp>
      <p:sp>
        <p:nvSpPr>
          <p:cNvPr id="3" name="Content Placeholder 2">
            <a:extLst>
              <a:ext uri="{FF2B5EF4-FFF2-40B4-BE49-F238E27FC236}">
                <a16:creationId xmlns:a16="http://schemas.microsoft.com/office/drawing/2014/main" id="{6DA1F77D-7D96-4B44-B90F-3C80158A3202}"/>
              </a:ext>
            </a:extLst>
          </p:cNvPr>
          <p:cNvSpPr>
            <a:spLocks noGrp="1"/>
          </p:cNvSpPr>
          <p:nvPr>
            <p:ph idx="1"/>
          </p:nvPr>
        </p:nvSpPr>
        <p:spPr/>
        <p:txBody>
          <a:bodyPr/>
          <a:lstStyle/>
          <a:p>
            <a:pPr marL="0" indent="0">
              <a:buNone/>
            </a:pPr>
            <a:r>
              <a:rPr lang="en-US" noProof="0"/>
              <a:t>The curve with the lowest standard deviation has a high peak and a small spread, while the curve with the highest standard deviation is more flat and widespread.</a:t>
            </a:r>
          </a:p>
        </p:txBody>
      </p:sp>
      <p:sp>
        <p:nvSpPr>
          <p:cNvPr id="4" name="Slide Number Placeholder 3">
            <a:extLst>
              <a:ext uri="{FF2B5EF4-FFF2-40B4-BE49-F238E27FC236}">
                <a16:creationId xmlns:a16="http://schemas.microsoft.com/office/drawing/2014/main" id="{483F48EC-AEFB-4B9A-A72A-5712756167CA}"/>
              </a:ext>
            </a:extLst>
          </p:cNvPr>
          <p:cNvSpPr>
            <a:spLocks noGrp="1"/>
          </p:cNvSpPr>
          <p:nvPr>
            <p:ph type="sldNum" sz="quarter" idx="12"/>
          </p:nvPr>
        </p:nvSpPr>
        <p:spPr/>
        <p:txBody>
          <a:bodyPr/>
          <a:lstStyle/>
          <a:p>
            <a:fld id="{F89863EF-FC48-4EC9-8E1E-24BF4E0D7CB3}" type="slidenum">
              <a:rPr lang="nl-BE" smtClean="0"/>
              <a:t>35</a:t>
            </a:fld>
            <a:endParaRPr lang="nl-BE"/>
          </a:p>
        </p:txBody>
      </p:sp>
      <p:pic>
        <p:nvPicPr>
          <p:cNvPr id="5" name="Picture 4">
            <a:extLst>
              <a:ext uri="{FF2B5EF4-FFF2-40B4-BE49-F238E27FC236}">
                <a16:creationId xmlns:a16="http://schemas.microsoft.com/office/drawing/2014/main" id="{7FFE526F-DD01-4922-B709-95EBC42AA8BF}"/>
              </a:ext>
            </a:extLst>
          </p:cNvPr>
          <p:cNvPicPr>
            <a:picLocks noChangeAspect="1"/>
          </p:cNvPicPr>
          <p:nvPr/>
        </p:nvPicPr>
        <p:blipFill>
          <a:blip r:embed="rId3"/>
          <a:stretch>
            <a:fillRect/>
          </a:stretch>
        </p:blipFill>
        <p:spPr>
          <a:xfrm>
            <a:off x="2712536" y="3242001"/>
            <a:ext cx="5654849" cy="3496569"/>
          </a:xfrm>
          <a:prstGeom prst="rect">
            <a:avLst/>
          </a:prstGeom>
        </p:spPr>
      </p:pic>
    </p:spTree>
    <p:extLst>
      <p:ext uri="{BB962C8B-B14F-4D97-AF65-F5344CB8AC3E}">
        <p14:creationId xmlns:p14="http://schemas.microsoft.com/office/powerpoint/2010/main" val="6165644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B3DD0-7085-E032-0E93-283F867B443D}"/>
              </a:ext>
            </a:extLst>
          </p:cNvPr>
          <p:cNvSpPr>
            <a:spLocks noGrp="1"/>
          </p:cNvSpPr>
          <p:nvPr>
            <p:ph type="title"/>
          </p:nvPr>
        </p:nvSpPr>
        <p:spPr/>
        <p:txBody>
          <a:bodyPr/>
          <a:lstStyle/>
          <a:p>
            <a:r>
              <a:rPr lang="en-US" noProof="0"/>
              <a:t>Aggregations: standard deviation</a:t>
            </a:r>
          </a:p>
        </p:txBody>
      </p:sp>
      <p:sp>
        <p:nvSpPr>
          <p:cNvPr id="3" name="Content Placeholder 2">
            <a:extLst>
              <a:ext uri="{FF2B5EF4-FFF2-40B4-BE49-F238E27FC236}">
                <a16:creationId xmlns:a16="http://schemas.microsoft.com/office/drawing/2014/main" id="{D1DB16AF-104C-40EC-FD2A-7E6BA826CF7D}"/>
              </a:ext>
            </a:extLst>
          </p:cNvPr>
          <p:cNvSpPr>
            <a:spLocks noGrp="1"/>
          </p:cNvSpPr>
          <p:nvPr>
            <p:ph idx="1"/>
          </p:nvPr>
        </p:nvSpPr>
        <p:spPr/>
        <p:txBody>
          <a:bodyPr/>
          <a:lstStyle/>
          <a:p>
            <a:pPr marL="0" indent="0">
              <a:buNone/>
            </a:pPr>
            <a:r>
              <a:rPr lang="en-US" sz="2800" b="0" i="0" kern="1200" noProof="0">
                <a:solidFill>
                  <a:schemeClr val="tx1"/>
                </a:solidFill>
                <a:effectLst/>
                <a:latin typeface="+mn-lt"/>
                <a:ea typeface="+mn-ea"/>
                <a:cs typeface="+mn-cs"/>
              </a:rPr>
              <a:t>The </a:t>
            </a:r>
            <a:r>
              <a:rPr lang="en-US" sz="2800" b="1" i="0" kern="1200" noProof="0">
                <a:solidFill>
                  <a:schemeClr val="tx1"/>
                </a:solidFill>
                <a:effectLst/>
                <a:latin typeface="+mn-lt"/>
                <a:ea typeface="+mn-ea"/>
                <a:cs typeface="+mn-cs"/>
              </a:rPr>
              <a:t>empirical rule,</a:t>
            </a:r>
            <a:r>
              <a:rPr lang="en-US" sz="2800" b="0" i="0" kern="1200" noProof="0">
                <a:solidFill>
                  <a:schemeClr val="tx1"/>
                </a:solidFill>
                <a:effectLst/>
                <a:latin typeface="+mn-lt"/>
                <a:ea typeface="+mn-ea"/>
                <a:cs typeface="+mn-cs"/>
              </a:rPr>
              <a:t> or the 68-95-99.7 rule, tells you where your values lie:</a:t>
            </a:r>
            <a:br>
              <a:rPr lang="en-US" sz="2800" b="0" i="0" kern="1200" noProof="0">
                <a:solidFill>
                  <a:schemeClr val="tx1"/>
                </a:solidFill>
                <a:effectLst/>
                <a:latin typeface="+mn-lt"/>
                <a:ea typeface="+mn-ea"/>
                <a:cs typeface="+mn-cs"/>
              </a:rPr>
            </a:br>
            <a:endParaRPr lang="en-US" sz="2800" b="0" i="0" kern="1200" noProof="0">
              <a:solidFill>
                <a:schemeClr val="tx1"/>
              </a:solidFill>
              <a:effectLst/>
              <a:latin typeface="+mn-lt"/>
              <a:ea typeface="+mn-ea"/>
              <a:cs typeface="+mn-cs"/>
            </a:endParaRPr>
          </a:p>
          <a:p>
            <a:r>
              <a:rPr lang="en-US" sz="2800" b="0" i="0" kern="1200" noProof="0">
                <a:solidFill>
                  <a:schemeClr val="tx1"/>
                </a:solidFill>
                <a:effectLst/>
                <a:latin typeface="+mn-lt"/>
                <a:ea typeface="+mn-ea"/>
                <a:cs typeface="+mn-cs"/>
              </a:rPr>
              <a:t>Around 68% of scores are within +/-1 standard deviation of the mean,</a:t>
            </a:r>
          </a:p>
          <a:p>
            <a:r>
              <a:rPr lang="en-US" sz="2800" b="0" i="0" kern="1200" noProof="0">
                <a:solidFill>
                  <a:schemeClr val="tx1"/>
                </a:solidFill>
                <a:effectLst/>
                <a:latin typeface="+mn-lt"/>
                <a:ea typeface="+mn-ea"/>
                <a:cs typeface="+mn-cs"/>
              </a:rPr>
              <a:t>Around 95% of scores are within +/- 2 standard deviations of the mean,</a:t>
            </a:r>
          </a:p>
          <a:p>
            <a:r>
              <a:rPr lang="en-US" sz="2800" b="0" i="0" kern="1200" noProof="0">
                <a:solidFill>
                  <a:schemeClr val="tx1"/>
                </a:solidFill>
                <a:effectLst/>
                <a:latin typeface="+mn-lt"/>
                <a:ea typeface="+mn-ea"/>
                <a:cs typeface="+mn-cs"/>
              </a:rPr>
              <a:t>Around 99.7% of scores are within +/- 3 standard deviations of the mean.</a:t>
            </a:r>
          </a:p>
          <a:p>
            <a:endParaRPr lang="en-US" noProof="0"/>
          </a:p>
        </p:txBody>
      </p:sp>
      <p:sp>
        <p:nvSpPr>
          <p:cNvPr id="4" name="Slide Number Placeholder 3">
            <a:extLst>
              <a:ext uri="{FF2B5EF4-FFF2-40B4-BE49-F238E27FC236}">
                <a16:creationId xmlns:a16="http://schemas.microsoft.com/office/drawing/2014/main" id="{0E8BC03C-CA09-CEA3-0B3E-E90B970332AB}"/>
              </a:ext>
            </a:extLst>
          </p:cNvPr>
          <p:cNvSpPr>
            <a:spLocks noGrp="1"/>
          </p:cNvSpPr>
          <p:nvPr>
            <p:ph type="sldNum" sz="quarter" idx="12"/>
          </p:nvPr>
        </p:nvSpPr>
        <p:spPr/>
        <p:txBody>
          <a:bodyPr/>
          <a:lstStyle/>
          <a:p>
            <a:fld id="{FE1B3154-47D9-4402-8EDB-E791933DC0B9}" type="slidenum">
              <a:rPr lang="nl-BE" smtClean="0"/>
              <a:pPr/>
              <a:t>36</a:t>
            </a:fld>
            <a:endParaRPr lang="nl-BE"/>
          </a:p>
        </p:txBody>
      </p:sp>
    </p:spTree>
    <p:extLst>
      <p:ext uri="{BB962C8B-B14F-4D97-AF65-F5344CB8AC3E}">
        <p14:creationId xmlns:p14="http://schemas.microsoft.com/office/powerpoint/2010/main" val="3030424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C1B17-934B-461C-8B26-AA8034F2A8FE}"/>
              </a:ext>
            </a:extLst>
          </p:cNvPr>
          <p:cNvSpPr>
            <a:spLocks noGrp="1"/>
          </p:cNvSpPr>
          <p:nvPr>
            <p:ph type="title"/>
          </p:nvPr>
        </p:nvSpPr>
        <p:spPr/>
        <p:txBody>
          <a:bodyPr/>
          <a:lstStyle/>
          <a:p>
            <a:r>
              <a:rPr lang="en-US" sz="4400" noProof="0"/>
              <a:t>Aggregations: standard deviation</a:t>
            </a:r>
            <a:endParaRPr lang="en-US" noProof="0"/>
          </a:p>
        </p:txBody>
      </p:sp>
      <p:sp>
        <p:nvSpPr>
          <p:cNvPr id="4" name="Slide Number Placeholder 3">
            <a:extLst>
              <a:ext uri="{FF2B5EF4-FFF2-40B4-BE49-F238E27FC236}">
                <a16:creationId xmlns:a16="http://schemas.microsoft.com/office/drawing/2014/main" id="{5AD25EE3-B5B7-4517-B136-3CD60C4F0610}"/>
              </a:ext>
            </a:extLst>
          </p:cNvPr>
          <p:cNvSpPr>
            <a:spLocks noGrp="1"/>
          </p:cNvSpPr>
          <p:nvPr>
            <p:ph type="sldNum" sz="quarter" idx="12"/>
          </p:nvPr>
        </p:nvSpPr>
        <p:spPr/>
        <p:txBody>
          <a:bodyPr/>
          <a:lstStyle/>
          <a:p>
            <a:fld id="{F89863EF-FC48-4EC9-8E1E-24BF4E0D7CB3}" type="slidenum">
              <a:rPr lang="nl-BE" smtClean="0"/>
              <a:t>37</a:t>
            </a:fld>
            <a:endParaRPr lang="nl-BE"/>
          </a:p>
        </p:txBody>
      </p:sp>
      <p:pic>
        <p:nvPicPr>
          <p:cNvPr id="6" name="Picture 5">
            <a:extLst>
              <a:ext uri="{FF2B5EF4-FFF2-40B4-BE49-F238E27FC236}">
                <a16:creationId xmlns:a16="http://schemas.microsoft.com/office/drawing/2014/main" id="{24B8C53E-9FE6-418B-ADF8-09214FE86908}"/>
              </a:ext>
            </a:extLst>
          </p:cNvPr>
          <p:cNvPicPr>
            <a:picLocks noChangeAspect="1"/>
          </p:cNvPicPr>
          <p:nvPr/>
        </p:nvPicPr>
        <p:blipFill>
          <a:blip r:embed="rId3"/>
          <a:stretch>
            <a:fillRect/>
          </a:stretch>
        </p:blipFill>
        <p:spPr>
          <a:xfrm>
            <a:off x="1077069" y="1450607"/>
            <a:ext cx="10296525" cy="5105400"/>
          </a:xfrm>
          <a:prstGeom prst="rect">
            <a:avLst/>
          </a:prstGeom>
        </p:spPr>
      </p:pic>
      <p:pic>
        <p:nvPicPr>
          <p:cNvPr id="7" name="Picture 6">
            <a:extLst>
              <a:ext uri="{FF2B5EF4-FFF2-40B4-BE49-F238E27FC236}">
                <a16:creationId xmlns:a16="http://schemas.microsoft.com/office/drawing/2014/main" id="{4D3D65A8-2388-45CA-A1F2-C737A4E9A448}"/>
              </a:ext>
            </a:extLst>
          </p:cNvPr>
          <p:cNvPicPr>
            <a:picLocks noChangeAspect="1"/>
          </p:cNvPicPr>
          <p:nvPr/>
        </p:nvPicPr>
        <p:blipFill>
          <a:blip r:embed="rId4"/>
          <a:stretch>
            <a:fillRect/>
          </a:stretch>
        </p:blipFill>
        <p:spPr>
          <a:xfrm>
            <a:off x="1018681" y="6042026"/>
            <a:ext cx="2914650" cy="571500"/>
          </a:xfrm>
          <a:prstGeom prst="rect">
            <a:avLst/>
          </a:prstGeom>
        </p:spPr>
      </p:pic>
      <p:sp>
        <p:nvSpPr>
          <p:cNvPr id="9" name="TextBox 8">
            <a:extLst>
              <a:ext uri="{FF2B5EF4-FFF2-40B4-BE49-F238E27FC236}">
                <a16:creationId xmlns:a16="http://schemas.microsoft.com/office/drawing/2014/main" id="{4A935AC2-5B73-4153-B443-879765DBA25B}"/>
              </a:ext>
            </a:extLst>
          </p:cNvPr>
          <p:cNvSpPr txBox="1"/>
          <p:nvPr/>
        </p:nvSpPr>
        <p:spPr>
          <a:xfrm>
            <a:off x="6789592" y="6413471"/>
            <a:ext cx="3661965" cy="400110"/>
          </a:xfrm>
          <a:prstGeom prst="rect">
            <a:avLst/>
          </a:prstGeom>
          <a:noFill/>
        </p:spPr>
        <p:txBody>
          <a:bodyPr wrap="none" rtlCol="0">
            <a:spAutoFit/>
          </a:bodyPr>
          <a:lstStyle/>
          <a:p>
            <a:r>
              <a:rPr lang="nl-BE" sz="2000"/>
              <a:t>of </a:t>
            </a:r>
            <a:r>
              <a:rPr lang="nl-BE" sz="2000" err="1"/>
              <a:t>all</a:t>
            </a:r>
            <a:r>
              <a:rPr lang="nl-BE" sz="2000"/>
              <a:t> data is </a:t>
            </a:r>
            <a:r>
              <a:rPr lang="nl-BE" sz="2000" err="1"/>
              <a:t>covered</a:t>
            </a:r>
            <a:r>
              <a:rPr lang="nl-BE" sz="2000"/>
              <a:t> in </a:t>
            </a:r>
            <a:r>
              <a:rPr lang="nl-BE" sz="2000" err="1"/>
              <a:t>this</a:t>
            </a:r>
            <a:r>
              <a:rPr lang="nl-BE" sz="2000"/>
              <a:t> range</a:t>
            </a:r>
            <a:endParaRPr lang="en-GB" sz="2000"/>
          </a:p>
        </p:txBody>
      </p:sp>
    </p:spTree>
    <p:extLst>
      <p:ext uri="{BB962C8B-B14F-4D97-AF65-F5344CB8AC3E}">
        <p14:creationId xmlns:p14="http://schemas.microsoft.com/office/powerpoint/2010/main" val="2603233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7B49182-FAE1-481C-8B28-F2034CF9AD9F}"/>
              </a:ext>
            </a:extLst>
          </p:cNvPr>
          <p:cNvPicPr>
            <a:picLocks noChangeAspect="1"/>
          </p:cNvPicPr>
          <p:nvPr/>
        </p:nvPicPr>
        <p:blipFill>
          <a:blip r:embed="rId3"/>
          <a:stretch>
            <a:fillRect/>
          </a:stretch>
        </p:blipFill>
        <p:spPr>
          <a:xfrm>
            <a:off x="1345323" y="1570217"/>
            <a:ext cx="9141743" cy="4936898"/>
          </a:xfrm>
          <a:prstGeom prst="rect">
            <a:avLst/>
          </a:prstGeom>
        </p:spPr>
      </p:pic>
      <p:sp>
        <p:nvSpPr>
          <p:cNvPr id="2" name="Title 1">
            <a:extLst>
              <a:ext uri="{FF2B5EF4-FFF2-40B4-BE49-F238E27FC236}">
                <a16:creationId xmlns:a16="http://schemas.microsoft.com/office/drawing/2014/main" id="{AD0C1B17-934B-461C-8B26-AA8034F2A8FE}"/>
              </a:ext>
            </a:extLst>
          </p:cNvPr>
          <p:cNvSpPr>
            <a:spLocks noGrp="1"/>
          </p:cNvSpPr>
          <p:nvPr>
            <p:ph type="title"/>
          </p:nvPr>
        </p:nvSpPr>
        <p:spPr/>
        <p:txBody>
          <a:bodyPr/>
          <a:lstStyle/>
          <a:p>
            <a:r>
              <a:rPr lang="en-US" sz="4400" noProof="0"/>
              <a:t>Aggregations: standard deviation</a:t>
            </a:r>
            <a:endParaRPr lang="en-US" noProof="0"/>
          </a:p>
        </p:txBody>
      </p:sp>
      <p:sp>
        <p:nvSpPr>
          <p:cNvPr id="4" name="Slide Number Placeholder 3">
            <a:extLst>
              <a:ext uri="{FF2B5EF4-FFF2-40B4-BE49-F238E27FC236}">
                <a16:creationId xmlns:a16="http://schemas.microsoft.com/office/drawing/2014/main" id="{5AD25EE3-B5B7-4517-B136-3CD60C4F0610}"/>
              </a:ext>
            </a:extLst>
          </p:cNvPr>
          <p:cNvSpPr>
            <a:spLocks noGrp="1"/>
          </p:cNvSpPr>
          <p:nvPr>
            <p:ph type="sldNum" sz="quarter" idx="12"/>
          </p:nvPr>
        </p:nvSpPr>
        <p:spPr/>
        <p:txBody>
          <a:bodyPr/>
          <a:lstStyle/>
          <a:p>
            <a:fld id="{F89863EF-FC48-4EC9-8E1E-24BF4E0D7CB3}" type="slidenum">
              <a:rPr lang="nl-BE" smtClean="0"/>
              <a:t>38</a:t>
            </a:fld>
            <a:endParaRPr lang="nl-BE"/>
          </a:p>
        </p:txBody>
      </p:sp>
      <p:sp>
        <p:nvSpPr>
          <p:cNvPr id="9" name="TextBox 8">
            <a:extLst>
              <a:ext uri="{FF2B5EF4-FFF2-40B4-BE49-F238E27FC236}">
                <a16:creationId xmlns:a16="http://schemas.microsoft.com/office/drawing/2014/main" id="{4A935AC2-5B73-4153-B443-879765DBA25B}"/>
              </a:ext>
            </a:extLst>
          </p:cNvPr>
          <p:cNvSpPr txBox="1"/>
          <p:nvPr/>
        </p:nvSpPr>
        <p:spPr>
          <a:xfrm>
            <a:off x="7632142" y="6418009"/>
            <a:ext cx="3661965" cy="400110"/>
          </a:xfrm>
          <a:prstGeom prst="rect">
            <a:avLst/>
          </a:prstGeom>
          <a:solidFill>
            <a:schemeClr val="bg1"/>
          </a:solidFill>
        </p:spPr>
        <p:txBody>
          <a:bodyPr wrap="none" rtlCol="0">
            <a:spAutoFit/>
          </a:bodyPr>
          <a:lstStyle/>
          <a:p>
            <a:r>
              <a:rPr lang="nl-BE" sz="2000"/>
              <a:t>of </a:t>
            </a:r>
            <a:r>
              <a:rPr lang="nl-BE" sz="2000" err="1"/>
              <a:t>all</a:t>
            </a:r>
            <a:r>
              <a:rPr lang="nl-BE" sz="2000"/>
              <a:t> data is </a:t>
            </a:r>
            <a:r>
              <a:rPr lang="nl-BE" sz="2000" err="1"/>
              <a:t>covered</a:t>
            </a:r>
            <a:r>
              <a:rPr lang="nl-BE" sz="2000"/>
              <a:t> in </a:t>
            </a:r>
            <a:r>
              <a:rPr lang="nl-BE" sz="2000" err="1"/>
              <a:t>this</a:t>
            </a:r>
            <a:r>
              <a:rPr lang="nl-BE" sz="2000"/>
              <a:t> range</a:t>
            </a:r>
            <a:endParaRPr lang="en-GB" sz="2000"/>
          </a:p>
        </p:txBody>
      </p:sp>
      <p:pic>
        <p:nvPicPr>
          <p:cNvPr id="5" name="Picture 4">
            <a:extLst>
              <a:ext uri="{FF2B5EF4-FFF2-40B4-BE49-F238E27FC236}">
                <a16:creationId xmlns:a16="http://schemas.microsoft.com/office/drawing/2014/main" id="{B89ACE83-2A80-4219-9E8A-CDA4F9B3889D}"/>
              </a:ext>
            </a:extLst>
          </p:cNvPr>
          <p:cNvPicPr>
            <a:picLocks noChangeAspect="1"/>
          </p:cNvPicPr>
          <p:nvPr/>
        </p:nvPicPr>
        <p:blipFill>
          <a:blip r:embed="rId4"/>
          <a:stretch>
            <a:fillRect/>
          </a:stretch>
        </p:blipFill>
        <p:spPr>
          <a:xfrm>
            <a:off x="360881" y="5907040"/>
            <a:ext cx="3067050" cy="600075"/>
          </a:xfrm>
          <a:prstGeom prst="rect">
            <a:avLst/>
          </a:prstGeom>
        </p:spPr>
      </p:pic>
    </p:spTree>
    <p:extLst>
      <p:ext uri="{BB962C8B-B14F-4D97-AF65-F5344CB8AC3E}">
        <p14:creationId xmlns:p14="http://schemas.microsoft.com/office/powerpoint/2010/main" val="1326377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CF6FD-30FF-AD48-0D1B-2D4FFAFF3398}"/>
              </a:ext>
            </a:extLst>
          </p:cNvPr>
          <p:cNvSpPr>
            <a:spLocks noGrp="1"/>
          </p:cNvSpPr>
          <p:nvPr>
            <p:ph type="title"/>
          </p:nvPr>
        </p:nvSpPr>
        <p:spPr/>
        <p:txBody>
          <a:bodyPr>
            <a:normAutofit/>
          </a:bodyPr>
          <a:lstStyle/>
          <a:p>
            <a:r>
              <a:rPr lang="en-US" noProof="0"/>
              <a:t>Aggregations: min, max, mean, median, std</a:t>
            </a:r>
          </a:p>
        </p:txBody>
      </p:sp>
      <p:sp>
        <p:nvSpPr>
          <p:cNvPr id="4" name="Slide Number Placeholder 3">
            <a:extLst>
              <a:ext uri="{FF2B5EF4-FFF2-40B4-BE49-F238E27FC236}">
                <a16:creationId xmlns:a16="http://schemas.microsoft.com/office/drawing/2014/main" id="{7259FC70-1984-B015-67C1-89CBFACA26B6}"/>
              </a:ext>
            </a:extLst>
          </p:cNvPr>
          <p:cNvSpPr>
            <a:spLocks noGrp="1"/>
          </p:cNvSpPr>
          <p:nvPr>
            <p:ph type="sldNum" sz="quarter" idx="12"/>
          </p:nvPr>
        </p:nvSpPr>
        <p:spPr/>
        <p:txBody>
          <a:bodyPr/>
          <a:lstStyle/>
          <a:p>
            <a:fld id="{FE1B3154-47D9-4402-8EDB-E791933DC0B9}" type="slidenum">
              <a:rPr lang="nl-BE" smtClean="0"/>
              <a:pPr/>
              <a:t>39</a:t>
            </a:fld>
            <a:endParaRPr lang="nl-BE"/>
          </a:p>
        </p:txBody>
      </p:sp>
      <p:sp>
        <p:nvSpPr>
          <p:cNvPr id="9" name="TextBox 8">
            <a:extLst>
              <a:ext uri="{FF2B5EF4-FFF2-40B4-BE49-F238E27FC236}">
                <a16:creationId xmlns:a16="http://schemas.microsoft.com/office/drawing/2014/main" id="{2FAAA752-7EF2-0192-7E9C-C99AACEFB476}"/>
              </a:ext>
            </a:extLst>
          </p:cNvPr>
          <p:cNvSpPr txBox="1"/>
          <p:nvPr/>
        </p:nvSpPr>
        <p:spPr>
          <a:xfrm>
            <a:off x="536119" y="1741732"/>
            <a:ext cx="9696734" cy="3477875"/>
          </a:xfrm>
          <a:prstGeom prst="rect">
            <a:avLst/>
          </a:prstGeom>
          <a:noFill/>
        </p:spPr>
        <p:txBody>
          <a:bodyPr wrap="square">
            <a:spAutoFit/>
          </a:bodyPr>
          <a:lstStyle/>
          <a:p>
            <a:r>
              <a:rPr lang="en-US" sz="2000" b="0">
                <a:solidFill>
                  <a:srgbClr val="008000"/>
                </a:solidFill>
                <a:effectLst/>
                <a:latin typeface="Consolas" panose="020B0609020204030204" pitchFamily="49" charset="0"/>
              </a:rPr>
              <a:t># mean, median, max and min</a:t>
            </a:r>
            <a:endParaRPr lang="en-US" sz="2000" b="0">
              <a:solidFill>
                <a:srgbClr val="000000"/>
              </a:solidFill>
              <a:effectLst/>
              <a:latin typeface="Consolas" panose="020B0609020204030204" pitchFamily="49" charset="0"/>
            </a:endParaRP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"Mean value is: "</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mean</a:t>
            </a:r>
            <a:r>
              <a:rPr lang="en-US" sz="2000" b="0">
                <a:solidFill>
                  <a:srgbClr val="000000"/>
                </a:solidFill>
                <a:effectLst/>
                <a:latin typeface="Consolas" panose="020B0609020204030204" pitchFamily="49" charset="0"/>
              </a:rPr>
              <a:t>())</a:t>
            </a: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"Median value is: "</a:t>
            </a:r>
            <a:r>
              <a:rPr lang="en-US" sz="2000" b="0">
                <a:solidFill>
                  <a:srgbClr val="000000"/>
                </a:solidFill>
                <a:effectLst/>
                <a:latin typeface="Consolas" panose="020B0609020204030204" pitchFamily="49" charset="0"/>
              </a:rPr>
              <a:t>, </a:t>
            </a:r>
            <a:r>
              <a:rPr lang="en-US" sz="2000" b="0" err="1">
                <a:solidFill>
                  <a:srgbClr val="267F99"/>
                </a:solidFill>
                <a:effectLst/>
                <a:latin typeface="Consolas" panose="020B0609020204030204" pitchFamily="49" charset="0"/>
              </a:rPr>
              <a:t>np</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median</a:t>
            </a:r>
            <a:r>
              <a:rPr lang="en-US" sz="2000" b="0">
                <a:solidFill>
                  <a:srgbClr val="000000"/>
                </a:solidFill>
                <a:effectLst/>
                <a:latin typeface="Consolas" panose="020B0609020204030204" pitchFamily="49" charset="0"/>
              </a:rPr>
              <a:t>(</a:t>
            </a:r>
            <a:r>
              <a:rPr lang="en-US" sz="2000" b="0" err="1">
                <a:solidFill>
                  <a:srgbClr val="001080"/>
                </a:solidFill>
                <a:effectLst/>
                <a:latin typeface="Consolas" panose="020B0609020204030204" pitchFamily="49" charset="0"/>
              </a:rPr>
              <a:t>arr</a:t>
            </a:r>
            <a:r>
              <a:rPr lang="en-US" sz="2000" b="0">
                <a:solidFill>
                  <a:srgbClr val="000000"/>
                </a:solidFill>
                <a:effectLst/>
                <a:latin typeface="Consolas" panose="020B0609020204030204" pitchFamily="49" charset="0"/>
              </a:rPr>
              <a:t>))</a:t>
            </a: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"Standard deviation is: "</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std</a:t>
            </a:r>
            <a:r>
              <a:rPr lang="en-US" sz="2000" b="0">
                <a:solidFill>
                  <a:srgbClr val="000000"/>
                </a:solidFill>
                <a:effectLst/>
                <a:latin typeface="Consolas" panose="020B0609020204030204" pitchFamily="49" charset="0"/>
              </a:rPr>
              <a:t>())</a:t>
            </a: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"Max value is: "</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max</a:t>
            </a:r>
            <a:r>
              <a:rPr lang="en-US" sz="2000" b="0">
                <a:solidFill>
                  <a:srgbClr val="000000"/>
                </a:solidFill>
                <a:effectLst/>
                <a:latin typeface="Consolas" panose="020B0609020204030204" pitchFamily="49" charset="0"/>
              </a:rPr>
              <a:t>())</a:t>
            </a: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"Min value is: "</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min</a:t>
            </a:r>
            <a:r>
              <a:rPr lang="en-US" sz="2000" b="0">
                <a:solidFill>
                  <a:srgbClr val="000000"/>
                </a:solidFill>
                <a:effectLst/>
                <a:latin typeface="Consolas" panose="020B0609020204030204" pitchFamily="49" charset="0"/>
              </a:rPr>
              <a:t>())</a:t>
            </a:r>
          </a:p>
          <a:p>
            <a:br>
              <a:rPr lang="en-US" sz="2000" b="0">
                <a:solidFill>
                  <a:srgbClr val="000000"/>
                </a:solidFill>
                <a:effectLst/>
                <a:latin typeface="Consolas" panose="020B0609020204030204" pitchFamily="49" charset="0"/>
              </a:rPr>
            </a:br>
            <a:r>
              <a:rPr lang="en-US" sz="2000" b="0">
                <a:solidFill>
                  <a:srgbClr val="008000"/>
                </a:solidFill>
                <a:effectLst/>
                <a:latin typeface="Consolas" panose="020B0609020204030204" pitchFamily="49" charset="0"/>
              </a:rPr>
              <a:t># row wise and column wise min</a:t>
            </a:r>
            <a:endParaRPr lang="en-US" sz="2000" b="0">
              <a:solidFill>
                <a:srgbClr val="000000"/>
              </a:solidFill>
              <a:effectLst/>
              <a:latin typeface="Consolas" panose="020B0609020204030204" pitchFamily="49" charset="0"/>
            </a:endParaRPr>
          </a:p>
          <a:p>
            <a:r>
              <a:rPr lang="en-US" sz="2000" b="0">
                <a:solidFill>
                  <a:srgbClr val="008000"/>
                </a:solidFill>
                <a:effectLst/>
                <a:latin typeface="Consolas" panose="020B0609020204030204" pitchFamily="49" charset="0"/>
              </a:rPr>
              <a:t># row wise and column wise min</a:t>
            </a:r>
            <a:endParaRPr lang="en-US" sz="2000" b="0">
              <a:solidFill>
                <a:srgbClr val="000000"/>
              </a:solidFill>
              <a:effectLst/>
              <a:latin typeface="Consolas" panose="020B0609020204030204" pitchFamily="49" charset="0"/>
            </a:endParaRP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"Min per column"</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min</a:t>
            </a:r>
            <a:r>
              <a:rPr lang="en-US" sz="2000" b="0">
                <a:solidFill>
                  <a:srgbClr val="000000"/>
                </a:solidFill>
                <a:effectLst/>
                <a:latin typeface="Consolas" panose="020B0609020204030204" pitchFamily="49" charset="0"/>
              </a:rPr>
              <a:t>(</a:t>
            </a:r>
            <a:r>
              <a:rPr lang="en-US" sz="2000" b="1">
                <a:solidFill>
                  <a:srgbClr val="D5AD42"/>
                </a:solidFill>
                <a:effectLst/>
                <a:latin typeface="Consolas" panose="020B0609020204030204" pitchFamily="49" charset="0"/>
              </a:rPr>
              <a:t>axis=0</a:t>
            </a:r>
            <a:r>
              <a:rPr lang="en-US" sz="2000" b="0">
                <a:solidFill>
                  <a:srgbClr val="000000"/>
                </a:solidFill>
                <a:effectLst/>
                <a:latin typeface="Consolas" panose="020B0609020204030204" pitchFamily="49" charset="0"/>
              </a:rPr>
              <a:t>))</a:t>
            </a: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"Min per row"</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min</a:t>
            </a:r>
            <a:r>
              <a:rPr lang="en-US" sz="2000" b="0">
                <a:solidFill>
                  <a:srgbClr val="000000"/>
                </a:solidFill>
                <a:effectLst/>
                <a:latin typeface="Consolas" panose="020B0609020204030204" pitchFamily="49" charset="0"/>
              </a:rPr>
              <a:t>(</a:t>
            </a:r>
            <a:r>
              <a:rPr lang="en-US" sz="2000" b="1">
                <a:solidFill>
                  <a:srgbClr val="4584B6"/>
                </a:solidFill>
                <a:effectLst/>
                <a:latin typeface="Consolas" panose="020B0609020204030204" pitchFamily="49" charset="0"/>
              </a:rPr>
              <a:t>axis=1</a:t>
            </a:r>
            <a:r>
              <a:rPr lang="en-US" sz="2000" b="0">
                <a:solidFill>
                  <a:srgbClr val="000000"/>
                </a:solidFill>
                <a:effectLst/>
                <a:latin typeface="Consolas" panose="020B0609020204030204" pitchFamily="49" charset="0"/>
              </a:rPr>
              <a:t>))</a:t>
            </a:r>
          </a:p>
        </p:txBody>
      </p:sp>
      <p:grpSp>
        <p:nvGrpSpPr>
          <p:cNvPr id="3" name="Group 2">
            <a:extLst>
              <a:ext uri="{FF2B5EF4-FFF2-40B4-BE49-F238E27FC236}">
                <a16:creationId xmlns:a16="http://schemas.microsoft.com/office/drawing/2014/main" id="{6DCE32ED-705B-E6EC-87B4-7058047F3A64}"/>
              </a:ext>
            </a:extLst>
          </p:cNvPr>
          <p:cNvGrpSpPr/>
          <p:nvPr/>
        </p:nvGrpSpPr>
        <p:grpSpPr>
          <a:xfrm>
            <a:off x="7071496" y="1470065"/>
            <a:ext cx="3846914" cy="2081765"/>
            <a:chOff x="716509" y="4299017"/>
            <a:chExt cx="3846914" cy="2081765"/>
          </a:xfrm>
        </p:grpSpPr>
        <p:graphicFrame>
          <p:nvGraphicFramePr>
            <p:cNvPr id="5" name="Table 5">
              <a:extLst>
                <a:ext uri="{FF2B5EF4-FFF2-40B4-BE49-F238E27FC236}">
                  <a16:creationId xmlns:a16="http://schemas.microsoft.com/office/drawing/2014/main" id="{EFD2D433-5930-B488-55AF-4ACD5A0713F1}"/>
                </a:ext>
              </a:extLst>
            </p:cNvPr>
            <p:cNvGraphicFramePr>
              <a:graphicFrameLocks/>
            </p:cNvGraphicFramePr>
            <p:nvPr>
              <p:extLst>
                <p:ext uri="{D42A27DB-BD31-4B8C-83A1-F6EECF244321}">
                  <p14:modId xmlns:p14="http://schemas.microsoft.com/office/powerpoint/2010/main" val="104531668"/>
                </p:ext>
              </p:extLst>
            </p:nvPr>
          </p:nvGraphicFramePr>
          <p:xfrm>
            <a:off x="1614512" y="4643422"/>
            <a:ext cx="2195883" cy="173736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tc>
                  <a:tc>
                    <a:txBody>
                      <a:bodyPr/>
                      <a:lstStyle/>
                      <a:p>
                        <a:pPr algn="ctr"/>
                        <a:r>
                          <a:rPr lang="en-US" sz="3200"/>
                          <a:t>2</a:t>
                        </a:r>
                      </a:p>
                    </a:txBody>
                    <a:tcPr/>
                  </a:tc>
                  <a:tc>
                    <a:txBody>
                      <a:bodyPr/>
                      <a:lstStyle/>
                      <a:p>
                        <a:pPr algn="ctr"/>
                        <a:r>
                          <a:rPr lang="en-US" sz="3200"/>
                          <a:t>3</a:t>
                        </a:r>
                      </a:p>
                    </a:txBody>
                    <a:tcPr/>
                  </a:tc>
                  <a:extLst>
                    <a:ext uri="{0D108BD9-81ED-4DB2-BD59-A6C34878D82A}">
                      <a16:rowId xmlns:a16="http://schemas.microsoft.com/office/drawing/2014/main" val="2144062658"/>
                    </a:ext>
                  </a:extLst>
                </a:tr>
                <a:tr h="0">
                  <a:tc>
                    <a:txBody>
                      <a:bodyPr/>
                      <a:lstStyle/>
                      <a:p>
                        <a:pPr algn="ctr"/>
                        <a:r>
                          <a:rPr lang="en-US" sz="3200"/>
                          <a:t>4</a:t>
                        </a:r>
                      </a:p>
                    </a:txBody>
                    <a:tcPr/>
                  </a:tc>
                  <a:tc>
                    <a:txBody>
                      <a:bodyPr/>
                      <a:lstStyle/>
                      <a:p>
                        <a:pPr algn="ctr"/>
                        <a:r>
                          <a:rPr lang="en-US" sz="3200"/>
                          <a:t>5</a:t>
                        </a:r>
                      </a:p>
                    </a:txBody>
                    <a:tcPr/>
                  </a:tc>
                  <a:tc>
                    <a:txBody>
                      <a:bodyPr/>
                      <a:lstStyle/>
                      <a:p>
                        <a:pPr algn="ctr"/>
                        <a:r>
                          <a:rPr lang="en-US" sz="3200"/>
                          <a:t>6</a:t>
                        </a:r>
                      </a:p>
                    </a:txBody>
                    <a:tcPr/>
                  </a:tc>
                  <a:extLst>
                    <a:ext uri="{0D108BD9-81ED-4DB2-BD59-A6C34878D82A}">
                      <a16:rowId xmlns:a16="http://schemas.microsoft.com/office/drawing/2014/main" val="1070387239"/>
                    </a:ext>
                  </a:extLst>
                </a:tr>
                <a:tr h="0">
                  <a:tc>
                    <a:txBody>
                      <a:bodyPr/>
                      <a:lstStyle/>
                      <a:p>
                        <a:pPr algn="ctr"/>
                        <a:r>
                          <a:rPr lang="en-US" sz="3200"/>
                          <a:t>7</a:t>
                        </a:r>
                      </a:p>
                    </a:txBody>
                    <a:tcPr/>
                  </a:tc>
                  <a:tc>
                    <a:txBody>
                      <a:bodyPr/>
                      <a:lstStyle/>
                      <a:p>
                        <a:pPr algn="ctr"/>
                        <a:r>
                          <a:rPr lang="en-US" sz="3200"/>
                          <a:t>8</a:t>
                        </a:r>
                      </a:p>
                    </a:txBody>
                    <a:tcPr/>
                  </a:tc>
                  <a:tc>
                    <a:txBody>
                      <a:bodyPr/>
                      <a:lstStyle/>
                      <a:p>
                        <a:pPr algn="ctr"/>
                        <a:r>
                          <a:rPr lang="en-US" sz="3200"/>
                          <a:t>9</a:t>
                        </a:r>
                      </a:p>
                    </a:txBody>
                    <a:tcPr/>
                  </a:tc>
                  <a:extLst>
                    <a:ext uri="{0D108BD9-81ED-4DB2-BD59-A6C34878D82A}">
                      <a16:rowId xmlns:a16="http://schemas.microsoft.com/office/drawing/2014/main" val="2802962279"/>
                    </a:ext>
                  </a:extLst>
                </a:tr>
              </a:tbl>
            </a:graphicData>
          </a:graphic>
        </p:graphicFrame>
        <p:cxnSp>
          <p:nvCxnSpPr>
            <p:cNvPr id="6" name="Straight Arrow Connector 5">
              <a:extLst>
                <a:ext uri="{FF2B5EF4-FFF2-40B4-BE49-F238E27FC236}">
                  <a16:creationId xmlns:a16="http://schemas.microsoft.com/office/drawing/2014/main" id="{3DAA20C7-E372-BE00-5949-CAD4E26DE33E}"/>
                </a:ext>
              </a:extLst>
            </p:cNvPr>
            <p:cNvCxnSpPr/>
            <p:nvPr/>
          </p:nvCxnSpPr>
          <p:spPr>
            <a:xfrm>
              <a:off x="1251943" y="4927343"/>
              <a:ext cx="0" cy="1327245"/>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347E7A0-45EF-CB0B-3545-DB9AE16DA539}"/>
                </a:ext>
              </a:extLst>
            </p:cNvPr>
            <p:cNvSpPr txBox="1"/>
            <p:nvPr/>
          </p:nvSpPr>
          <p:spPr>
            <a:xfrm>
              <a:off x="716509" y="4572909"/>
              <a:ext cx="887872" cy="369332"/>
            </a:xfrm>
            <a:prstGeom prst="rect">
              <a:avLst/>
            </a:prstGeom>
            <a:noFill/>
          </p:spPr>
          <p:txBody>
            <a:bodyPr wrap="none" rtlCol="0">
              <a:spAutoFit/>
            </a:bodyPr>
            <a:lstStyle/>
            <a:p>
              <a:r>
                <a:rPr lang="en-US" b="1">
                  <a:solidFill>
                    <a:srgbClr val="D5AD42"/>
                  </a:solidFill>
                </a:rPr>
                <a:t>axis = 0</a:t>
              </a:r>
            </a:p>
          </p:txBody>
        </p:sp>
        <p:cxnSp>
          <p:nvCxnSpPr>
            <p:cNvPr id="10" name="Straight Arrow Connector 9">
              <a:extLst>
                <a:ext uri="{FF2B5EF4-FFF2-40B4-BE49-F238E27FC236}">
                  <a16:creationId xmlns:a16="http://schemas.microsoft.com/office/drawing/2014/main" id="{6776FA92-7167-9A4E-F6B3-F89C2C08EBDE}"/>
                </a:ext>
              </a:extLst>
            </p:cNvPr>
            <p:cNvCxnSpPr/>
            <p:nvPr/>
          </p:nvCxnSpPr>
          <p:spPr>
            <a:xfrm>
              <a:off x="1797853" y="4517228"/>
              <a:ext cx="1514902" cy="0"/>
            </a:xfrm>
            <a:prstGeom prst="straightConnector1">
              <a:avLst/>
            </a:prstGeom>
            <a:ln w="28575">
              <a:solidFill>
                <a:srgbClr val="4584B6"/>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60C7EF1-849C-1D2F-D84A-42E8E48DB3FC}"/>
                </a:ext>
              </a:extLst>
            </p:cNvPr>
            <p:cNvSpPr txBox="1"/>
            <p:nvPr/>
          </p:nvSpPr>
          <p:spPr>
            <a:xfrm>
              <a:off x="3675551" y="4299017"/>
              <a:ext cx="887872" cy="369332"/>
            </a:xfrm>
            <a:prstGeom prst="rect">
              <a:avLst/>
            </a:prstGeom>
            <a:noFill/>
          </p:spPr>
          <p:txBody>
            <a:bodyPr wrap="none" rtlCol="0">
              <a:spAutoFit/>
            </a:bodyPr>
            <a:lstStyle/>
            <a:p>
              <a:r>
                <a:rPr lang="en-US" b="1">
                  <a:solidFill>
                    <a:srgbClr val="4584B6"/>
                  </a:solidFill>
                </a:rPr>
                <a:t>axis = 1</a:t>
              </a:r>
            </a:p>
          </p:txBody>
        </p:sp>
      </p:grpSp>
      <p:pic>
        <p:nvPicPr>
          <p:cNvPr id="12" name="Picture 11">
            <a:extLst>
              <a:ext uri="{FF2B5EF4-FFF2-40B4-BE49-F238E27FC236}">
                <a16:creationId xmlns:a16="http://schemas.microsoft.com/office/drawing/2014/main" id="{3EE3ED03-0687-FAC0-8094-4CC46AB90CCB}"/>
              </a:ext>
            </a:extLst>
          </p:cNvPr>
          <p:cNvPicPr>
            <a:picLocks noChangeAspect="1"/>
          </p:cNvPicPr>
          <p:nvPr/>
        </p:nvPicPr>
        <p:blipFill rotWithShape="1">
          <a:blip r:embed="rId2"/>
          <a:srcRect t="3733" b="26424"/>
          <a:stretch/>
        </p:blipFill>
        <p:spPr>
          <a:xfrm>
            <a:off x="6647676" y="4067033"/>
            <a:ext cx="5544324" cy="1849673"/>
          </a:xfrm>
          <a:prstGeom prst="rect">
            <a:avLst/>
          </a:prstGeom>
        </p:spPr>
      </p:pic>
    </p:spTree>
    <p:extLst>
      <p:ext uri="{BB962C8B-B14F-4D97-AF65-F5344CB8AC3E}">
        <p14:creationId xmlns:p14="http://schemas.microsoft.com/office/powerpoint/2010/main" val="34335686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CF6FD-30FF-AD48-0D1B-2D4FFAFF3398}"/>
              </a:ext>
            </a:extLst>
          </p:cNvPr>
          <p:cNvSpPr>
            <a:spLocks noGrp="1"/>
          </p:cNvSpPr>
          <p:nvPr>
            <p:ph type="title"/>
          </p:nvPr>
        </p:nvSpPr>
        <p:spPr/>
        <p:txBody>
          <a:bodyPr>
            <a:normAutofit/>
          </a:bodyPr>
          <a:lstStyle/>
          <a:p>
            <a:r>
              <a:rPr lang="en-US" noProof="0"/>
              <a:t>Aggregations: sum</a:t>
            </a:r>
          </a:p>
        </p:txBody>
      </p:sp>
      <p:sp>
        <p:nvSpPr>
          <p:cNvPr id="4" name="Slide Number Placeholder 3">
            <a:extLst>
              <a:ext uri="{FF2B5EF4-FFF2-40B4-BE49-F238E27FC236}">
                <a16:creationId xmlns:a16="http://schemas.microsoft.com/office/drawing/2014/main" id="{7259FC70-1984-B015-67C1-89CBFACA26B6}"/>
              </a:ext>
            </a:extLst>
          </p:cNvPr>
          <p:cNvSpPr>
            <a:spLocks noGrp="1"/>
          </p:cNvSpPr>
          <p:nvPr>
            <p:ph type="sldNum" sz="quarter" idx="12"/>
          </p:nvPr>
        </p:nvSpPr>
        <p:spPr/>
        <p:txBody>
          <a:bodyPr/>
          <a:lstStyle/>
          <a:p>
            <a:fld id="{FE1B3154-47D9-4402-8EDB-E791933DC0B9}" type="slidenum">
              <a:rPr lang="nl-BE" smtClean="0"/>
              <a:pPr/>
              <a:t>40</a:t>
            </a:fld>
            <a:endParaRPr lang="nl-BE"/>
          </a:p>
        </p:txBody>
      </p:sp>
      <p:sp>
        <p:nvSpPr>
          <p:cNvPr id="9" name="TextBox 8">
            <a:extLst>
              <a:ext uri="{FF2B5EF4-FFF2-40B4-BE49-F238E27FC236}">
                <a16:creationId xmlns:a16="http://schemas.microsoft.com/office/drawing/2014/main" id="{2FAAA752-7EF2-0192-7E9C-C99AACEFB476}"/>
              </a:ext>
            </a:extLst>
          </p:cNvPr>
          <p:cNvSpPr txBox="1"/>
          <p:nvPr/>
        </p:nvSpPr>
        <p:spPr>
          <a:xfrm>
            <a:off x="716508" y="1691640"/>
            <a:ext cx="11880375" cy="1631216"/>
          </a:xfrm>
          <a:prstGeom prst="rect">
            <a:avLst/>
          </a:prstGeom>
          <a:noFill/>
        </p:spPr>
        <p:txBody>
          <a:bodyPr wrap="square">
            <a:spAutoFit/>
          </a:bodyPr>
          <a:lstStyle/>
          <a:p>
            <a:endParaRPr lang="en-US" sz="2000" b="0">
              <a:solidFill>
                <a:srgbClr val="000000"/>
              </a:solidFill>
              <a:effectLst/>
              <a:latin typeface="Consolas" panose="020B0609020204030204" pitchFamily="49" charset="0"/>
            </a:endParaRPr>
          </a:p>
          <a:p>
            <a:r>
              <a:rPr lang="en-US" sz="2000" b="0">
                <a:solidFill>
                  <a:srgbClr val="008000"/>
                </a:solidFill>
                <a:effectLst/>
                <a:latin typeface="Consolas" panose="020B0609020204030204" pitchFamily="49" charset="0"/>
              </a:rPr>
              <a:t>#sum</a:t>
            </a:r>
            <a:endParaRPr lang="en-US" sz="2000" b="0">
              <a:solidFill>
                <a:srgbClr val="000000"/>
              </a:solidFill>
              <a:effectLst/>
              <a:latin typeface="Consolas" panose="020B0609020204030204" pitchFamily="49" charset="0"/>
            </a:endParaRP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"Sum all items is: "</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sum</a:t>
            </a:r>
            <a:r>
              <a:rPr lang="en-US" sz="2000" b="0">
                <a:solidFill>
                  <a:srgbClr val="000000"/>
                </a:solidFill>
                <a:effectLst/>
                <a:latin typeface="Consolas" panose="020B0609020204030204" pitchFamily="49" charset="0"/>
              </a:rPr>
              <a:t>())</a:t>
            </a: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"Sum all items per column (i.e. over all rows): "</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sum</a:t>
            </a:r>
            <a:r>
              <a:rPr lang="en-US" sz="2000" b="0">
                <a:solidFill>
                  <a:srgbClr val="000000"/>
                </a:solidFill>
                <a:effectLst/>
                <a:latin typeface="Consolas" panose="020B0609020204030204" pitchFamily="49" charset="0"/>
              </a:rPr>
              <a:t>(</a:t>
            </a:r>
            <a:r>
              <a:rPr lang="en-US" sz="2000" b="1">
                <a:solidFill>
                  <a:srgbClr val="D5AD42"/>
                </a:solidFill>
                <a:effectLst/>
                <a:latin typeface="Consolas" panose="020B0609020204030204" pitchFamily="49" charset="0"/>
              </a:rPr>
              <a:t>axis=0</a:t>
            </a:r>
            <a:r>
              <a:rPr lang="en-US" sz="2000" b="0">
                <a:solidFill>
                  <a:srgbClr val="000000"/>
                </a:solidFill>
                <a:effectLst/>
                <a:latin typeface="Consolas" panose="020B0609020204030204" pitchFamily="49" charset="0"/>
              </a:rPr>
              <a:t>))</a:t>
            </a:r>
          </a:p>
          <a:p>
            <a:r>
              <a:rPr lang="en-US" sz="2000" b="0">
                <a:solidFill>
                  <a:srgbClr val="795E26"/>
                </a:solidFill>
                <a:effectLst/>
                <a:latin typeface="Consolas" panose="020B0609020204030204" pitchFamily="49" charset="0"/>
              </a:rPr>
              <a:t>print</a:t>
            </a:r>
            <a:r>
              <a:rPr lang="en-US" sz="2000" b="0">
                <a:solidFill>
                  <a:srgbClr val="000000"/>
                </a:solidFill>
                <a:effectLst/>
                <a:latin typeface="Consolas" panose="020B0609020204030204" pitchFamily="49" charset="0"/>
              </a:rPr>
              <a:t>(</a:t>
            </a:r>
            <a:r>
              <a:rPr lang="en-US" sz="2000" b="0">
                <a:solidFill>
                  <a:srgbClr val="A31515"/>
                </a:solidFill>
                <a:effectLst/>
                <a:latin typeface="Consolas" panose="020B0609020204030204" pitchFamily="49" charset="0"/>
              </a:rPr>
              <a:t>"Sum all items per row (i.e. over all columns): "</a:t>
            </a:r>
            <a:r>
              <a:rPr lang="en-US" sz="2000" b="0">
                <a:solidFill>
                  <a:srgbClr val="000000"/>
                </a:solidFill>
                <a:effectLst/>
                <a:latin typeface="Consolas" panose="020B0609020204030204" pitchFamily="49" charset="0"/>
              </a:rPr>
              <a:t>, </a:t>
            </a:r>
            <a:r>
              <a:rPr lang="en-US" sz="2000" b="0" err="1">
                <a:solidFill>
                  <a:srgbClr val="001080"/>
                </a:solidFill>
                <a:effectLst/>
                <a:latin typeface="Consolas" panose="020B0609020204030204" pitchFamily="49" charset="0"/>
              </a:rPr>
              <a:t>arr</a:t>
            </a:r>
            <a:r>
              <a:rPr lang="en-US" sz="2000" b="0" err="1">
                <a:solidFill>
                  <a:srgbClr val="000000"/>
                </a:solidFill>
                <a:effectLst/>
                <a:latin typeface="Consolas" panose="020B0609020204030204" pitchFamily="49" charset="0"/>
              </a:rPr>
              <a:t>.</a:t>
            </a:r>
            <a:r>
              <a:rPr lang="en-US" sz="2000" b="0" err="1">
                <a:solidFill>
                  <a:srgbClr val="795E26"/>
                </a:solidFill>
                <a:effectLst/>
                <a:latin typeface="Consolas" panose="020B0609020204030204" pitchFamily="49" charset="0"/>
              </a:rPr>
              <a:t>sum</a:t>
            </a:r>
            <a:r>
              <a:rPr lang="en-US" sz="2000" b="0">
                <a:solidFill>
                  <a:srgbClr val="000000"/>
                </a:solidFill>
                <a:effectLst/>
                <a:latin typeface="Consolas" panose="020B0609020204030204" pitchFamily="49" charset="0"/>
              </a:rPr>
              <a:t>(</a:t>
            </a:r>
            <a:r>
              <a:rPr lang="en-US" sz="2000" b="1">
                <a:solidFill>
                  <a:srgbClr val="4584B6"/>
                </a:solidFill>
                <a:effectLst/>
                <a:latin typeface="Consolas" panose="020B0609020204030204" pitchFamily="49" charset="0"/>
              </a:rPr>
              <a:t>axis=1</a:t>
            </a:r>
            <a:r>
              <a:rPr lang="en-US" sz="2000" b="0">
                <a:solidFill>
                  <a:srgbClr val="000000"/>
                </a:solidFill>
                <a:effectLst/>
                <a:latin typeface="Consolas" panose="020B0609020204030204" pitchFamily="49" charset="0"/>
              </a:rPr>
              <a:t>))</a:t>
            </a:r>
          </a:p>
        </p:txBody>
      </p:sp>
      <p:grpSp>
        <p:nvGrpSpPr>
          <p:cNvPr id="22" name="Group 21">
            <a:extLst>
              <a:ext uri="{FF2B5EF4-FFF2-40B4-BE49-F238E27FC236}">
                <a16:creationId xmlns:a16="http://schemas.microsoft.com/office/drawing/2014/main" id="{DA20B998-16AA-C741-6704-136A67B59BDD}"/>
              </a:ext>
            </a:extLst>
          </p:cNvPr>
          <p:cNvGrpSpPr/>
          <p:nvPr/>
        </p:nvGrpSpPr>
        <p:grpSpPr>
          <a:xfrm>
            <a:off x="582706" y="4000015"/>
            <a:ext cx="3846914" cy="2081765"/>
            <a:chOff x="716509" y="4299017"/>
            <a:chExt cx="3846914" cy="2081765"/>
          </a:xfrm>
        </p:grpSpPr>
        <p:graphicFrame>
          <p:nvGraphicFramePr>
            <p:cNvPr id="7" name="Table 5">
              <a:extLst>
                <a:ext uri="{FF2B5EF4-FFF2-40B4-BE49-F238E27FC236}">
                  <a16:creationId xmlns:a16="http://schemas.microsoft.com/office/drawing/2014/main" id="{BDA89AB4-49ED-E1CA-76DD-FD35AC5843D7}"/>
                </a:ext>
              </a:extLst>
            </p:cNvPr>
            <p:cNvGraphicFramePr>
              <a:graphicFrameLocks/>
            </p:cNvGraphicFramePr>
            <p:nvPr>
              <p:extLst>
                <p:ext uri="{D42A27DB-BD31-4B8C-83A1-F6EECF244321}">
                  <p14:modId xmlns:p14="http://schemas.microsoft.com/office/powerpoint/2010/main" val="298144539"/>
                </p:ext>
              </p:extLst>
            </p:nvPr>
          </p:nvGraphicFramePr>
          <p:xfrm>
            <a:off x="1614512" y="4643422"/>
            <a:ext cx="2195883" cy="1737360"/>
          </p:xfrm>
          <a:graphic>
            <a:graphicData uri="http://schemas.openxmlformats.org/drawingml/2006/table">
              <a:tbl>
                <a:tblPr firstRow="1" bandRow="1">
                  <a:tableStyleId>{5940675A-B579-460E-94D1-54222C63F5DA}</a:tableStyleId>
                </a:tblPr>
                <a:tblGrid>
                  <a:gridCol w="731961">
                    <a:extLst>
                      <a:ext uri="{9D8B030D-6E8A-4147-A177-3AD203B41FA5}">
                        <a16:colId xmlns:a16="http://schemas.microsoft.com/office/drawing/2014/main" val="279294127"/>
                      </a:ext>
                    </a:extLst>
                  </a:gridCol>
                  <a:gridCol w="731961">
                    <a:extLst>
                      <a:ext uri="{9D8B030D-6E8A-4147-A177-3AD203B41FA5}">
                        <a16:colId xmlns:a16="http://schemas.microsoft.com/office/drawing/2014/main" val="1052789200"/>
                      </a:ext>
                    </a:extLst>
                  </a:gridCol>
                  <a:gridCol w="731961">
                    <a:extLst>
                      <a:ext uri="{9D8B030D-6E8A-4147-A177-3AD203B41FA5}">
                        <a16:colId xmlns:a16="http://schemas.microsoft.com/office/drawing/2014/main" val="2911857397"/>
                      </a:ext>
                    </a:extLst>
                  </a:gridCol>
                </a:tblGrid>
                <a:tr h="0">
                  <a:tc>
                    <a:txBody>
                      <a:bodyPr/>
                      <a:lstStyle/>
                      <a:p>
                        <a:pPr algn="ctr"/>
                        <a:r>
                          <a:rPr lang="en-US" sz="3200"/>
                          <a:t>1</a:t>
                        </a:r>
                      </a:p>
                    </a:txBody>
                    <a:tcPr/>
                  </a:tc>
                  <a:tc>
                    <a:txBody>
                      <a:bodyPr/>
                      <a:lstStyle/>
                      <a:p>
                        <a:pPr algn="ctr"/>
                        <a:r>
                          <a:rPr lang="en-US" sz="3200"/>
                          <a:t>2</a:t>
                        </a:r>
                      </a:p>
                    </a:txBody>
                    <a:tcPr/>
                  </a:tc>
                  <a:tc>
                    <a:txBody>
                      <a:bodyPr/>
                      <a:lstStyle/>
                      <a:p>
                        <a:pPr algn="ctr"/>
                        <a:r>
                          <a:rPr lang="en-US" sz="3200"/>
                          <a:t>3</a:t>
                        </a:r>
                      </a:p>
                    </a:txBody>
                    <a:tcPr/>
                  </a:tc>
                  <a:extLst>
                    <a:ext uri="{0D108BD9-81ED-4DB2-BD59-A6C34878D82A}">
                      <a16:rowId xmlns:a16="http://schemas.microsoft.com/office/drawing/2014/main" val="2144062658"/>
                    </a:ext>
                  </a:extLst>
                </a:tr>
                <a:tr h="0">
                  <a:tc>
                    <a:txBody>
                      <a:bodyPr/>
                      <a:lstStyle/>
                      <a:p>
                        <a:pPr algn="ctr"/>
                        <a:r>
                          <a:rPr lang="en-US" sz="3200"/>
                          <a:t>4</a:t>
                        </a:r>
                      </a:p>
                    </a:txBody>
                    <a:tcPr/>
                  </a:tc>
                  <a:tc>
                    <a:txBody>
                      <a:bodyPr/>
                      <a:lstStyle/>
                      <a:p>
                        <a:pPr algn="ctr"/>
                        <a:r>
                          <a:rPr lang="en-US" sz="3200"/>
                          <a:t>5</a:t>
                        </a:r>
                      </a:p>
                    </a:txBody>
                    <a:tcPr/>
                  </a:tc>
                  <a:tc>
                    <a:txBody>
                      <a:bodyPr/>
                      <a:lstStyle/>
                      <a:p>
                        <a:pPr algn="ctr"/>
                        <a:r>
                          <a:rPr lang="en-US" sz="3200"/>
                          <a:t>6</a:t>
                        </a:r>
                      </a:p>
                    </a:txBody>
                    <a:tcPr/>
                  </a:tc>
                  <a:extLst>
                    <a:ext uri="{0D108BD9-81ED-4DB2-BD59-A6C34878D82A}">
                      <a16:rowId xmlns:a16="http://schemas.microsoft.com/office/drawing/2014/main" val="1070387239"/>
                    </a:ext>
                  </a:extLst>
                </a:tr>
                <a:tr h="0">
                  <a:tc>
                    <a:txBody>
                      <a:bodyPr/>
                      <a:lstStyle/>
                      <a:p>
                        <a:pPr algn="ctr"/>
                        <a:r>
                          <a:rPr lang="en-US" sz="3200"/>
                          <a:t>7</a:t>
                        </a:r>
                      </a:p>
                    </a:txBody>
                    <a:tcPr/>
                  </a:tc>
                  <a:tc>
                    <a:txBody>
                      <a:bodyPr/>
                      <a:lstStyle/>
                      <a:p>
                        <a:pPr algn="ctr"/>
                        <a:r>
                          <a:rPr lang="en-US" sz="3200"/>
                          <a:t>8</a:t>
                        </a:r>
                      </a:p>
                    </a:txBody>
                    <a:tcPr/>
                  </a:tc>
                  <a:tc>
                    <a:txBody>
                      <a:bodyPr/>
                      <a:lstStyle/>
                      <a:p>
                        <a:pPr algn="ctr"/>
                        <a:r>
                          <a:rPr lang="en-US" sz="3200"/>
                          <a:t>9</a:t>
                        </a:r>
                      </a:p>
                    </a:txBody>
                    <a:tcPr/>
                  </a:tc>
                  <a:extLst>
                    <a:ext uri="{0D108BD9-81ED-4DB2-BD59-A6C34878D82A}">
                      <a16:rowId xmlns:a16="http://schemas.microsoft.com/office/drawing/2014/main" val="2802962279"/>
                    </a:ext>
                  </a:extLst>
                </a:tr>
              </a:tbl>
            </a:graphicData>
          </a:graphic>
        </p:graphicFrame>
        <p:cxnSp>
          <p:nvCxnSpPr>
            <p:cNvPr id="15" name="Straight Arrow Connector 14">
              <a:extLst>
                <a:ext uri="{FF2B5EF4-FFF2-40B4-BE49-F238E27FC236}">
                  <a16:creationId xmlns:a16="http://schemas.microsoft.com/office/drawing/2014/main" id="{7863BAB4-96FB-EF87-80C9-B1F9953DC639}"/>
                </a:ext>
              </a:extLst>
            </p:cNvPr>
            <p:cNvCxnSpPr/>
            <p:nvPr/>
          </p:nvCxnSpPr>
          <p:spPr>
            <a:xfrm>
              <a:off x="1251943" y="4927343"/>
              <a:ext cx="0" cy="1327245"/>
            </a:xfrm>
            <a:prstGeom prst="straightConnector1">
              <a:avLst/>
            </a:prstGeom>
            <a:ln w="28575">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CC76A909-1A7C-333B-13D4-4F2678F1A9ED}"/>
                </a:ext>
              </a:extLst>
            </p:cNvPr>
            <p:cNvSpPr txBox="1"/>
            <p:nvPr/>
          </p:nvSpPr>
          <p:spPr>
            <a:xfrm>
              <a:off x="716509" y="4572909"/>
              <a:ext cx="887872" cy="369332"/>
            </a:xfrm>
            <a:prstGeom prst="rect">
              <a:avLst/>
            </a:prstGeom>
            <a:noFill/>
          </p:spPr>
          <p:txBody>
            <a:bodyPr wrap="none" rtlCol="0">
              <a:spAutoFit/>
            </a:bodyPr>
            <a:lstStyle/>
            <a:p>
              <a:r>
                <a:rPr lang="en-US" b="1">
                  <a:solidFill>
                    <a:srgbClr val="D5AD42"/>
                  </a:solidFill>
                </a:rPr>
                <a:t>axis = 0</a:t>
              </a:r>
            </a:p>
          </p:txBody>
        </p:sp>
        <p:cxnSp>
          <p:nvCxnSpPr>
            <p:cNvPr id="18" name="Straight Arrow Connector 17">
              <a:extLst>
                <a:ext uri="{FF2B5EF4-FFF2-40B4-BE49-F238E27FC236}">
                  <a16:creationId xmlns:a16="http://schemas.microsoft.com/office/drawing/2014/main" id="{A388A2EC-CD10-B0EE-0F36-6BBD2432E62C}"/>
                </a:ext>
              </a:extLst>
            </p:cNvPr>
            <p:cNvCxnSpPr/>
            <p:nvPr/>
          </p:nvCxnSpPr>
          <p:spPr>
            <a:xfrm>
              <a:off x="1797853" y="4517228"/>
              <a:ext cx="1514902" cy="0"/>
            </a:xfrm>
            <a:prstGeom prst="straightConnector1">
              <a:avLst/>
            </a:prstGeom>
            <a:ln w="28575">
              <a:solidFill>
                <a:srgbClr val="4584B6"/>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0B24253-A2E3-7464-95C1-75ED1B6BF32F}"/>
                </a:ext>
              </a:extLst>
            </p:cNvPr>
            <p:cNvSpPr txBox="1"/>
            <p:nvPr/>
          </p:nvSpPr>
          <p:spPr>
            <a:xfrm>
              <a:off x="3675551" y="4299017"/>
              <a:ext cx="887872" cy="369332"/>
            </a:xfrm>
            <a:prstGeom prst="rect">
              <a:avLst/>
            </a:prstGeom>
            <a:noFill/>
          </p:spPr>
          <p:txBody>
            <a:bodyPr wrap="none" rtlCol="0">
              <a:spAutoFit/>
            </a:bodyPr>
            <a:lstStyle/>
            <a:p>
              <a:r>
                <a:rPr lang="en-US" b="1">
                  <a:solidFill>
                    <a:srgbClr val="4584B6"/>
                  </a:solidFill>
                </a:rPr>
                <a:t>axis = 1</a:t>
              </a:r>
            </a:p>
          </p:txBody>
        </p:sp>
      </p:grpSp>
      <p:pic>
        <p:nvPicPr>
          <p:cNvPr id="24" name="Picture 23">
            <a:extLst>
              <a:ext uri="{FF2B5EF4-FFF2-40B4-BE49-F238E27FC236}">
                <a16:creationId xmlns:a16="http://schemas.microsoft.com/office/drawing/2014/main" id="{D426CBB2-6E01-48E3-4083-3D65EF662BA2}"/>
              </a:ext>
            </a:extLst>
          </p:cNvPr>
          <p:cNvPicPr>
            <a:picLocks noChangeAspect="1"/>
          </p:cNvPicPr>
          <p:nvPr/>
        </p:nvPicPr>
        <p:blipFill>
          <a:blip r:embed="rId2"/>
          <a:stretch>
            <a:fillRect/>
          </a:stretch>
        </p:blipFill>
        <p:spPr>
          <a:xfrm>
            <a:off x="4473814" y="4670505"/>
            <a:ext cx="7399939" cy="1206857"/>
          </a:xfrm>
          <a:prstGeom prst="rect">
            <a:avLst/>
          </a:prstGeom>
        </p:spPr>
      </p:pic>
    </p:spTree>
    <p:extLst>
      <p:ext uri="{BB962C8B-B14F-4D97-AF65-F5344CB8AC3E}">
        <p14:creationId xmlns:p14="http://schemas.microsoft.com/office/powerpoint/2010/main" val="398185123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C14FB-8907-4A31-067D-58F4085BE2B5}"/>
              </a:ext>
            </a:extLst>
          </p:cNvPr>
          <p:cNvSpPr>
            <a:spLocks noGrp="1"/>
          </p:cNvSpPr>
          <p:nvPr>
            <p:ph type="title"/>
          </p:nvPr>
        </p:nvSpPr>
        <p:spPr/>
        <p:txBody>
          <a:bodyPr/>
          <a:lstStyle/>
          <a:p>
            <a:r>
              <a:rPr lang="en-US" noProof="0"/>
              <a:t>Aggregations: percentiles and </a:t>
            </a:r>
            <a:r>
              <a:rPr lang="en-US" noProof="0" err="1"/>
              <a:t>fractiles</a:t>
            </a:r>
            <a:endParaRPr lang="en-US" noProof="0"/>
          </a:p>
        </p:txBody>
      </p:sp>
      <p:sp>
        <p:nvSpPr>
          <p:cNvPr id="4" name="Slide Number Placeholder 3">
            <a:extLst>
              <a:ext uri="{FF2B5EF4-FFF2-40B4-BE49-F238E27FC236}">
                <a16:creationId xmlns:a16="http://schemas.microsoft.com/office/drawing/2014/main" id="{9733EBE2-3FE9-7F90-CAB5-0AFE375D7080}"/>
              </a:ext>
            </a:extLst>
          </p:cNvPr>
          <p:cNvSpPr>
            <a:spLocks noGrp="1"/>
          </p:cNvSpPr>
          <p:nvPr>
            <p:ph type="sldNum" sz="quarter" idx="12"/>
          </p:nvPr>
        </p:nvSpPr>
        <p:spPr/>
        <p:txBody>
          <a:bodyPr/>
          <a:lstStyle/>
          <a:p>
            <a:fld id="{FE1B3154-47D9-4402-8EDB-E791933DC0B9}" type="slidenum">
              <a:rPr lang="nl-BE" smtClean="0"/>
              <a:pPr/>
              <a:t>41</a:t>
            </a:fld>
            <a:endParaRPr lang="nl-BE"/>
          </a:p>
        </p:txBody>
      </p:sp>
      <p:sp>
        <p:nvSpPr>
          <p:cNvPr id="6" name="TextBox 5">
            <a:extLst>
              <a:ext uri="{FF2B5EF4-FFF2-40B4-BE49-F238E27FC236}">
                <a16:creationId xmlns:a16="http://schemas.microsoft.com/office/drawing/2014/main" id="{A507CBBE-B391-6E1E-5B0E-37DD84DD0150}"/>
              </a:ext>
            </a:extLst>
          </p:cNvPr>
          <p:cNvSpPr txBox="1"/>
          <p:nvPr/>
        </p:nvSpPr>
        <p:spPr>
          <a:xfrm>
            <a:off x="529988" y="1946660"/>
            <a:ext cx="11662012" cy="2308324"/>
          </a:xfrm>
          <a:prstGeom prst="rect">
            <a:avLst/>
          </a:prstGeom>
          <a:noFill/>
        </p:spPr>
        <p:txBody>
          <a:bodyPr wrap="square">
            <a:spAutoFit/>
          </a:bodyPr>
          <a:lstStyle/>
          <a:p>
            <a:r>
              <a:rPr lang="en-US" b="0">
                <a:solidFill>
                  <a:srgbClr val="008000"/>
                </a:solidFill>
                <a:effectLst/>
                <a:latin typeface="Consolas" panose="020B0609020204030204" pitchFamily="49" charset="0"/>
              </a:rPr>
              <a:t>#array with hotel room prices</a:t>
            </a:r>
            <a:endParaRPr lang="en-US" b="0">
              <a:solidFill>
                <a:srgbClr val="000000"/>
              </a:solidFill>
              <a:effectLst/>
              <a:latin typeface="Consolas" panose="020B0609020204030204" pitchFamily="49" charset="0"/>
            </a:endParaRPr>
          </a:p>
          <a:p>
            <a:r>
              <a:rPr lang="en-US" b="0">
                <a:solidFill>
                  <a:srgbClr val="001080"/>
                </a:solidFill>
                <a:effectLst/>
                <a:latin typeface="Consolas" panose="020B0609020204030204" pitchFamily="49" charset="0"/>
              </a:rPr>
              <a:t>prices</a:t>
            </a:r>
            <a:r>
              <a:rPr lang="en-US" b="0">
                <a:solidFill>
                  <a:srgbClr val="000000"/>
                </a:solidFill>
                <a:effectLst/>
                <a:latin typeface="Consolas" panose="020B0609020204030204" pitchFamily="49" charset="0"/>
              </a:rPr>
              <a:t> = </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array</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187.00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220.00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228.00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258.00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260.00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280.00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294.00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298.00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314.00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4860.00</a:t>
            </a:r>
            <a:r>
              <a:rPr lang="en-US" b="0">
                <a:solidFill>
                  <a:srgbClr val="000000"/>
                </a:solidFill>
                <a:effectLst/>
                <a:latin typeface="Consolas" panose="020B0609020204030204" pitchFamily="49" charset="0"/>
              </a:rPr>
              <a:t>])</a:t>
            </a: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r>
              <a:rPr lang="en-US" b="0">
                <a:solidFill>
                  <a:srgbClr val="008000"/>
                </a:solidFill>
                <a:effectLst/>
                <a:latin typeface="Consolas" panose="020B0609020204030204" pitchFamily="49" charset="0"/>
              </a:rPr>
              <a:t>#Find the quartiles (25th, 50th, and 75th percentiles) of the array</a:t>
            </a:r>
            <a:endParaRPr lang="en-US" b="0">
              <a:solidFill>
                <a:srgbClr val="000000"/>
              </a:solidFill>
              <a:effectLst/>
              <a:latin typeface="Consolas" panose="020B0609020204030204" pitchFamily="49" charset="0"/>
            </a:endParaRP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percentile</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prices</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25</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50</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75</a:t>
            </a:r>
            <a:r>
              <a:rPr lang="en-US" b="0">
                <a:solidFill>
                  <a:srgbClr val="000000"/>
                </a:solidFill>
                <a:effectLst/>
                <a:latin typeface="Consolas" panose="020B0609020204030204" pitchFamily="49" charset="0"/>
              </a:rPr>
              <a:t>]))</a:t>
            </a:r>
            <a:br>
              <a:rPr lang="en-US" b="0">
                <a:solidFill>
                  <a:srgbClr val="000000"/>
                </a:solidFill>
                <a:effectLst/>
                <a:latin typeface="Consolas" panose="020B0609020204030204" pitchFamily="49" charset="0"/>
              </a:rPr>
            </a:br>
            <a:endParaRPr lang="en-US" b="0">
              <a:solidFill>
                <a:srgbClr val="000000"/>
              </a:solidFill>
              <a:effectLst/>
              <a:latin typeface="Consolas" panose="020B0609020204030204" pitchFamily="49" charset="0"/>
            </a:endParaRPr>
          </a:p>
          <a:p>
            <a:r>
              <a:rPr lang="en-US" b="0">
                <a:solidFill>
                  <a:srgbClr val="008000"/>
                </a:solidFill>
                <a:effectLst/>
                <a:latin typeface="Consolas" panose="020B0609020204030204" pitchFamily="49" charset="0"/>
              </a:rPr>
              <a:t>#find the 90th percentile of the array</a:t>
            </a:r>
            <a:endParaRPr lang="en-US" b="0">
              <a:solidFill>
                <a:srgbClr val="000000"/>
              </a:solidFill>
              <a:effectLst/>
              <a:latin typeface="Consolas" panose="020B0609020204030204" pitchFamily="49" charset="0"/>
            </a:endParaRPr>
          </a:p>
          <a:p>
            <a:r>
              <a:rPr lang="en-US" b="0">
                <a:solidFill>
                  <a:srgbClr val="795E26"/>
                </a:solidFill>
                <a:effectLst/>
                <a:latin typeface="Consolas" panose="020B0609020204030204" pitchFamily="49" charset="0"/>
              </a:rPr>
              <a:t>print</a:t>
            </a:r>
            <a:r>
              <a:rPr lang="en-US" b="0">
                <a:solidFill>
                  <a:srgbClr val="000000"/>
                </a:solidFill>
                <a:effectLst/>
                <a:latin typeface="Consolas" panose="020B0609020204030204" pitchFamily="49" charset="0"/>
              </a:rPr>
              <a:t>(</a:t>
            </a:r>
            <a:r>
              <a:rPr lang="en-US" b="0">
                <a:solidFill>
                  <a:srgbClr val="C00000"/>
                </a:solidFill>
                <a:effectLst/>
                <a:latin typeface="Consolas" panose="020B0609020204030204" pitchFamily="49" charset="0"/>
              </a:rPr>
              <a:t>'90% of </a:t>
            </a:r>
            <a:r>
              <a:rPr lang="en-US" b="0">
                <a:solidFill>
                  <a:srgbClr val="A31515"/>
                </a:solidFill>
                <a:effectLst/>
                <a:latin typeface="Consolas" panose="020B0609020204030204" pitchFamily="49" charset="0"/>
              </a:rPr>
              <a:t>the room prices are lower </a:t>
            </a:r>
            <a:r>
              <a:rPr lang="en-US" b="0" err="1">
                <a:solidFill>
                  <a:srgbClr val="A31515"/>
                </a:solidFill>
                <a:effectLst/>
                <a:latin typeface="Consolas" panose="020B0609020204030204" pitchFamily="49" charset="0"/>
              </a:rPr>
              <a:t>than'</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round</a:t>
            </a:r>
            <a:r>
              <a:rPr lang="en-US" b="0">
                <a:solidFill>
                  <a:srgbClr val="000000"/>
                </a:solidFill>
                <a:effectLst/>
                <a:latin typeface="Consolas" panose="020B0609020204030204" pitchFamily="49" charset="0"/>
              </a:rPr>
              <a:t>(</a:t>
            </a:r>
            <a:r>
              <a:rPr lang="en-US" b="0" err="1">
                <a:solidFill>
                  <a:srgbClr val="267F99"/>
                </a:solidFill>
                <a:effectLst/>
                <a:latin typeface="Consolas" panose="020B0609020204030204" pitchFamily="49" charset="0"/>
              </a:rPr>
              <a:t>np</a:t>
            </a:r>
            <a:r>
              <a:rPr lang="en-US" b="0" err="1">
                <a:solidFill>
                  <a:srgbClr val="000000"/>
                </a:solidFill>
                <a:effectLst/>
                <a:latin typeface="Consolas" panose="020B0609020204030204" pitchFamily="49" charset="0"/>
              </a:rPr>
              <a:t>.</a:t>
            </a:r>
            <a:r>
              <a:rPr lang="en-US" b="0" err="1">
                <a:solidFill>
                  <a:srgbClr val="795E26"/>
                </a:solidFill>
                <a:effectLst/>
                <a:latin typeface="Consolas" panose="020B0609020204030204" pitchFamily="49" charset="0"/>
              </a:rPr>
              <a:t>percentile</a:t>
            </a:r>
            <a:r>
              <a:rPr lang="en-US" b="0">
                <a:solidFill>
                  <a:srgbClr val="000000"/>
                </a:solidFill>
                <a:effectLst/>
                <a:latin typeface="Consolas" panose="020B0609020204030204" pitchFamily="49" charset="0"/>
              </a:rPr>
              <a:t>(</a:t>
            </a:r>
            <a:r>
              <a:rPr lang="en-US" b="0">
                <a:solidFill>
                  <a:srgbClr val="001080"/>
                </a:solidFill>
                <a:effectLst/>
                <a:latin typeface="Consolas" panose="020B0609020204030204" pitchFamily="49" charset="0"/>
              </a:rPr>
              <a:t>prices</a:t>
            </a:r>
            <a:r>
              <a:rPr lang="en-US" b="0">
                <a:solidFill>
                  <a:srgbClr val="000000"/>
                </a:solidFill>
                <a:effectLst/>
                <a:latin typeface="Consolas" panose="020B0609020204030204" pitchFamily="49" charset="0"/>
              </a:rPr>
              <a:t>, </a:t>
            </a:r>
            <a:r>
              <a:rPr lang="en-US" b="0">
                <a:solidFill>
                  <a:srgbClr val="098658"/>
                </a:solidFill>
                <a:effectLst/>
                <a:latin typeface="Consolas" panose="020B0609020204030204" pitchFamily="49" charset="0"/>
              </a:rPr>
              <a:t>90</a:t>
            </a:r>
            <a:r>
              <a:rPr lang="en-US" b="0">
                <a:solidFill>
                  <a:srgbClr val="000000"/>
                </a:solidFill>
                <a:effectLst/>
                <a:latin typeface="Consolas" panose="020B0609020204030204" pitchFamily="49" charset="0"/>
              </a:rPr>
              <a:t>),</a:t>
            </a:r>
            <a:r>
              <a:rPr lang="en-US" b="0">
                <a:solidFill>
                  <a:srgbClr val="098658"/>
                </a:solidFill>
                <a:effectLst/>
                <a:latin typeface="Consolas" panose="020B0609020204030204" pitchFamily="49" charset="0"/>
              </a:rPr>
              <a:t>2</a:t>
            </a:r>
            <a:r>
              <a:rPr lang="en-US" b="0">
                <a:solidFill>
                  <a:srgbClr val="000000"/>
                </a:solidFill>
                <a:effectLst/>
                <a:latin typeface="Consolas" panose="020B0609020204030204" pitchFamily="49" charset="0"/>
              </a:rPr>
              <a:t>), </a:t>
            </a:r>
            <a:r>
              <a:rPr lang="en-US" b="0">
                <a:solidFill>
                  <a:srgbClr val="A31515"/>
                </a:solidFill>
                <a:effectLst/>
                <a:latin typeface="Consolas" panose="020B0609020204030204" pitchFamily="49" charset="0"/>
              </a:rPr>
              <a:t>'$'</a:t>
            </a:r>
            <a:r>
              <a:rPr lang="en-US" b="0">
                <a:solidFill>
                  <a:srgbClr val="000000"/>
                </a:solidFill>
                <a:effectLst/>
                <a:latin typeface="Consolas" panose="020B0609020204030204" pitchFamily="49" charset="0"/>
              </a:rPr>
              <a:t>)</a:t>
            </a:r>
          </a:p>
        </p:txBody>
      </p:sp>
      <p:pic>
        <p:nvPicPr>
          <p:cNvPr id="8" name="Picture 7">
            <a:extLst>
              <a:ext uri="{FF2B5EF4-FFF2-40B4-BE49-F238E27FC236}">
                <a16:creationId xmlns:a16="http://schemas.microsoft.com/office/drawing/2014/main" id="{4095C2BA-A08F-9425-7709-7571644E0D49}"/>
              </a:ext>
            </a:extLst>
          </p:cNvPr>
          <p:cNvPicPr>
            <a:picLocks noChangeAspect="1"/>
          </p:cNvPicPr>
          <p:nvPr/>
        </p:nvPicPr>
        <p:blipFill>
          <a:blip r:embed="rId2"/>
          <a:stretch>
            <a:fillRect/>
          </a:stretch>
        </p:blipFill>
        <p:spPr>
          <a:xfrm>
            <a:off x="721322" y="5128425"/>
            <a:ext cx="5374678" cy="789700"/>
          </a:xfrm>
          <a:prstGeom prst="rect">
            <a:avLst/>
          </a:prstGeom>
        </p:spPr>
      </p:pic>
    </p:spTree>
    <p:extLst>
      <p:ext uri="{BB962C8B-B14F-4D97-AF65-F5344CB8AC3E}">
        <p14:creationId xmlns:p14="http://schemas.microsoft.com/office/powerpoint/2010/main" val="304928249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10AB3-24CE-0B1B-6391-AB98840881EE}"/>
              </a:ext>
            </a:extLst>
          </p:cNvPr>
          <p:cNvSpPr>
            <a:spLocks noGrp="1"/>
          </p:cNvSpPr>
          <p:nvPr>
            <p:ph type="title"/>
          </p:nvPr>
        </p:nvSpPr>
        <p:spPr/>
        <p:txBody>
          <a:bodyPr/>
          <a:lstStyle/>
          <a:p>
            <a:r>
              <a:rPr lang="en-US" noProof="0"/>
              <a:t>Read csv file into NumPy array</a:t>
            </a:r>
          </a:p>
        </p:txBody>
      </p:sp>
      <p:sp>
        <p:nvSpPr>
          <p:cNvPr id="3" name="Content Placeholder 2">
            <a:extLst>
              <a:ext uri="{FF2B5EF4-FFF2-40B4-BE49-F238E27FC236}">
                <a16:creationId xmlns:a16="http://schemas.microsoft.com/office/drawing/2014/main" id="{A39FDD73-4F8F-491C-9441-A3FAC17E63FA}"/>
              </a:ext>
            </a:extLst>
          </p:cNvPr>
          <p:cNvSpPr>
            <a:spLocks noGrp="1"/>
          </p:cNvSpPr>
          <p:nvPr>
            <p:ph idx="1"/>
          </p:nvPr>
        </p:nvSpPr>
        <p:spPr>
          <a:xfrm>
            <a:off x="582704" y="1550894"/>
            <a:ext cx="11609296" cy="4626069"/>
          </a:xfrm>
        </p:spPr>
        <p:txBody>
          <a:bodyPr>
            <a:normAutofit/>
          </a:bodyPr>
          <a:lstStyle/>
          <a:p>
            <a:pPr marL="0" indent="0">
              <a:buNone/>
            </a:pPr>
            <a:r>
              <a:rPr lang="en-US" noProof="0" dirty="0">
                <a:ea typeface="Verdana" panose="020B0604030504040204" pitchFamily="34" charset="0"/>
              </a:rPr>
              <a:t>To load data in a csv into an array, </a:t>
            </a:r>
            <a:r>
              <a:rPr lang="en-US" noProof="0" dirty="0" err="1">
                <a:ea typeface="Verdana" panose="020B0604030504040204" pitchFamily="34" charset="0"/>
              </a:rPr>
              <a:t>numpy</a:t>
            </a:r>
            <a:r>
              <a:rPr lang="en-US" noProof="0" dirty="0">
                <a:ea typeface="Verdana" panose="020B0604030504040204" pitchFamily="34" charset="0"/>
              </a:rPr>
              <a:t> has several built-in functions:</a:t>
            </a:r>
          </a:p>
          <a:p>
            <a:pPr marL="0" indent="0">
              <a:buNone/>
            </a:pPr>
            <a:endParaRPr lang="en-US" noProof="0" dirty="0">
              <a:ea typeface="Verdana" panose="020B0604030504040204" pitchFamily="34" charset="0"/>
            </a:endParaRPr>
          </a:p>
          <a:p>
            <a:r>
              <a:rPr lang="en-US" b="1" noProof="0" dirty="0">
                <a:solidFill>
                  <a:srgbClr val="446785"/>
                </a:solidFill>
                <a:ea typeface="Verdana" panose="020B0604030504040204" pitchFamily="34" charset="0"/>
              </a:rPr>
              <a:t>no</a:t>
            </a:r>
            <a:r>
              <a:rPr lang="en-US" noProof="0" dirty="0">
                <a:ea typeface="Verdana" panose="020B0604030504040204" pitchFamily="34" charset="0"/>
              </a:rPr>
              <a:t> missing values: </a:t>
            </a:r>
            <a:r>
              <a:rPr lang="en-US" noProof="0" dirty="0" err="1">
                <a:ea typeface="Verdana" panose="020B0604030504040204" pitchFamily="34" charset="0"/>
              </a:rPr>
              <a:t>numpy.</a:t>
            </a:r>
            <a:r>
              <a:rPr lang="en-US" b="1" noProof="0" dirty="0" err="1">
                <a:solidFill>
                  <a:srgbClr val="446785"/>
                </a:solidFill>
                <a:ea typeface="Verdana" panose="020B0604030504040204" pitchFamily="34" charset="0"/>
              </a:rPr>
              <a:t>loadtxt</a:t>
            </a:r>
            <a:r>
              <a:rPr lang="en-US" noProof="0" dirty="0">
                <a:ea typeface="Verdana" panose="020B0604030504040204" pitchFamily="34" charset="0"/>
              </a:rPr>
              <a:t>(</a:t>
            </a:r>
            <a:r>
              <a:rPr lang="en-US" noProof="0" dirty="0" err="1">
                <a:ea typeface="Verdana" panose="020B0604030504040204" pitchFamily="34" charset="0"/>
              </a:rPr>
              <a:t>fname</a:t>
            </a:r>
            <a:r>
              <a:rPr lang="en-US" noProof="0" dirty="0">
                <a:ea typeface="Verdana" panose="020B0604030504040204" pitchFamily="34" charset="0"/>
              </a:rPr>
              <a:t>, delimiter, …)</a:t>
            </a:r>
            <a:br>
              <a:rPr lang="en-US" noProof="0" dirty="0">
                <a:ea typeface="Verdana" panose="020B0604030504040204" pitchFamily="34" charset="0"/>
              </a:rPr>
            </a:br>
            <a:r>
              <a:rPr lang="en-US" noProof="0" dirty="0">
                <a:ea typeface="Verdana" panose="020B0604030504040204" pitchFamily="34" charset="0"/>
              </a:rPr>
              <a:t>more info: </a:t>
            </a:r>
            <a:br>
              <a:rPr lang="en-US" noProof="0" dirty="0">
                <a:ea typeface="Verdana" panose="020B0604030504040204" pitchFamily="34" charset="0"/>
              </a:rPr>
            </a:br>
            <a:r>
              <a:rPr lang="en-US" sz="2400" noProof="0" dirty="0">
                <a:solidFill>
                  <a:srgbClr val="1750EB"/>
                </a:solidFill>
                <a:ea typeface="Verdana" panose="020B0604030504040204" pitchFamily="34" charset="0"/>
                <a:hlinkClick r:id="rId2"/>
              </a:rPr>
              <a:t>https://numpy.org/doc/stable/reference/generated/numpy.loadtxt.html</a:t>
            </a:r>
            <a:endParaRPr lang="en-US" sz="2400" noProof="0" dirty="0">
              <a:solidFill>
                <a:srgbClr val="1750EB"/>
              </a:solidFill>
              <a:ea typeface="Verdana" panose="020B0604030504040204" pitchFamily="34" charset="0"/>
            </a:endParaRPr>
          </a:p>
          <a:p>
            <a:endParaRPr lang="en-US" noProof="0" dirty="0">
              <a:solidFill>
                <a:srgbClr val="1750EB"/>
              </a:solidFill>
              <a:ea typeface="Verdana" panose="020B0604030504040204" pitchFamily="34" charset="0"/>
            </a:endParaRPr>
          </a:p>
          <a:p>
            <a:r>
              <a:rPr lang="en-US" noProof="0" dirty="0">
                <a:ea typeface="Verdana" panose="020B0604030504040204" pitchFamily="34" charset="0"/>
              </a:rPr>
              <a:t>missing values: </a:t>
            </a:r>
            <a:r>
              <a:rPr lang="en-US" noProof="0" dirty="0" err="1">
                <a:ea typeface="Verdana" panose="020B0604030504040204" pitchFamily="34" charset="0"/>
              </a:rPr>
              <a:t>numpy.</a:t>
            </a:r>
            <a:r>
              <a:rPr lang="en-US" b="1" noProof="0" dirty="0" err="1">
                <a:solidFill>
                  <a:srgbClr val="446785"/>
                </a:solidFill>
                <a:ea typeface="Verdana" panose="020B0604030504040204" pitchFamily="34" charset="0"/>
              </a:rPr>
              <a:t>genfromtxt</a:t>
            </a:r>
            <a:r>
              <a:rPr lang="en-US" noProof="0" dirty="0">
                <a:ea typeface="Verdana" panose="020B0604030504040204" pitchFamily="34" charset="0"/>
              </a:rPr>
              <a:t>(</a:t>
            </a:r>
            <a:r>
              <a:rPr lang="en-US" noProof="0" dirty="0" err="1">
                <a:ea typeface="Verdana" panose="020B0604030504040204" pitchFamily="34" charset="0"/>
              </a:rPr>
              <a:t>fname</a:t>
            </a:r>
            <a:r>
              <a:rPr lang="en-US" noProof="0" dirty="0">
                <a:ea typeface="Verdana" panose="020B0604030504040204" pitchFamily="34" charset="0"/>
              </a:rPr>
              <a:t>, delimiter, </a:t>
            </a:r>
            <a:r>
              <a:rPr lang="en-US" noProof="0" dirty="0" err="1">
                <a:ea typeface="Verdana" panose="020B0604030504040204" pitchFamily="34" charset="0"/>
              </a:rPr>
              <a:t>filling_values</a:t>
            </a:r>
            <a:r>
              <a:rPr lang="en-US" noProof="0">
                <a:ea typeface="Verdana" panose="020B0604030504040204" pitchFamily="34" charset="0"/>
              </a:rPr>
              <a:t>,…)</a:t>
            </a:r>
            <a:br>
              <a:rPr lang="en-US" noProof="0">
                <a:ea typeface="Verdana" panose="020B0604030504040204" pitchFamily="34" charset="0"/>
              </a:rPr>
            </a:br>
            <a:r>
              <a:rPr lang="en-US" noProof="0">
                <a:ea typeface="Verdana" panose="020B0604030504040204" pitchFamily="34" charset="0"/>
              </a:rPr>
              <a:t>more info: </a:t>
            </a:r>
            <a:br>
              <a:rPr lang="en-US" noProof="0">
                <a:ea typeface="Verdana" panose="020B0604030504040204" pitchFamily="34" charset="0"/>
              </a:rPr>
            </a:br>
            <a:r>
              <a:rPr lang="en-US" sz="2400" noProof="0">
                <a:solidFill>
                  <a:srgbClr val="0070C0"/>
                </a:solidFill>
                <a:ea typeface="Verdana" panose="020B0604030504040204" pitchFamily="34" charset="0"/>
                <a:hlinkClick r:id="rId3"/>
              </a:rPr>
              <a:t>https://numpy.org/doc/stable/reference/generated/numpy.genfromtxt.html#</a:t>
            </a:r>
            <a:r>
              <a:rPr lang="en-US" sz="2400" noProof="0">
                <a:solidFill>
                  <a:srgbClr val="0070C0"/>
                </a:solidFill>
                <a:ea typeface="Verdana" panose="020B0604030504040204" pitchFamily="34" charset="0"/>
              </a:rPr>
              <a:t> </a:t>
            </a:r>
            <a:endParaRPr lang="en-US" noProof="0">
              <a:solidFill>
                <a:srgbClr val="0070C0"/>
              </a:solidFill>
              <a:ea typeface="Verdana" panose="020B0604030504040204" pitchFamily="34" charset="0"/>
            </a:endParaRPr>
          </a:p>
          <a:p>
            <a:pPr marL="0" indent="0">
              <a:buNone/>
            </a:pPr>
            <a:endParaRPr lang="en-US" noProof="0" dirty="0">
              <a:ea typeface="Verdana" panose="020B0604030504040204" pitchFamily="34" charset="0"/>
            </a:endParaRPr>
          </a:p>
        </p:txBody>
      </p:sp>
      <p:sp>
        <p:nvSpPr>
          <p:cNvPr id="4" name="Slide Number Placeholder 3">
            <a:extLst>
              <a:ext uri="{FF2B5EF4-FFF2-40B4-BE49-F238E27FC236}">
                <a16:creationId xmlns:a16="http://schemas.microsoft.com/office/drawing/2014/main" id="{ACEFA2E8-CB7D-9F3E-88CF-2A3AAB323E2E}"/>
              </a:ext>
            </a:extLst>
          </p:cNvPr>
          <p:cNvSpPr>
            <a:spLocks noGrp="1"/>
          </p:cNvSpPr>
          <p:nvPr>
            <p:ph type="sldNum" sz="quarter" idx="12"/>
          </p:nvPr>
        </p:nvSpPr>
        <p:spPr/>
        <p:txBody>
          <a:bodyPr/>
          <a:lstStyle/>
          <a:p>
            <a:fld id="{FE1B3154-47D9-4402-8EDB-E791933DC0B9}" type="slidenum">
              <a:rPr lang="nl-BE" smtClean="0"/>
              <a:pPr/>
              <a:t>42</a:t>
            </a:fld>
            <a:endParaRPr lang="nl-BE"/>
          </a:p>
        </p:txBody>
      </p:sp>
    </p:spTree>
    <p:extLst>
      <p:ext uri="{BB962C8B-B14F-4D97-AF65-F5344CB8AC3E}">
        <p14:creationId xmlns:p14="http://schemas.microsoft.com/office/powerpoint/2010/main" val="42025781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6382-7719-5287-C6E0-4AD3212AE0F8}"/>
              </a:ext>
            </a:extLst>
          </p:cNvPr>
          <p:cNvSpPr>
            <a:spLocks noGrp="1"/>
          </p:cNvSpPr>
          <p:nvPr>
            <p:ph type="title"/>
          </p:nvPr>
        </p:nvSpPr>
        <p:spPr/>
        <p:txBody>
          <a:bodyPr/>
          <a:lstStyle/>
          <a:p>
            <a:r>
              <a:rPr lang="nl-BE"/>
              <a:t>Summary</a:t>
            </a:r>
          </a:p>
        </p:txBody>
      </p:sp>
      <p:sp>
        <p:nvSpPr>
          <p:cNvPr id="3" name="Content Placeholder 2">
            <a:extLst>
              <a:ext uri="{FF2B5EF4-FFF2-40B4-BE49-F238E27FC236}">
                <a16:creationId xmlns:a16="http://schemas.microsoft.com/office/drawing/2014/main" id="{8952C0BF-E174-02D5-8592-F73F5809F0F1}"/>
              </a:ext>
            </a:extLst>
          </p:cNvPr>
          <p:cNvSpPr>
            <a:spLocks noGrp="1"/>
          </p:cNvSpPr>
          <p:nvPr>
            <p:ph idx="1"/>
          </p:nvPr>
        </p:nvSpPr>
        <p:spPr/>
        <p:txBody>
          <a:bodyPr/>
          <a:lstStyle/>
          <a:p>
            <a:r>
              <a:rPr lang="en-US"/>
              <a:t>We’ve covered a lot of ground, but much of it was mainly new ways to code stuff</a:t>
            </a:r>
          </a:p>
          <a:p>
            <a:pPr lvl="1"/>
            <a:r>
              <a:rPr lang="en-US"/>
              <a:t>Creating </a:t>
            </a:r>
            <a:r>
              <a:rPr lang="en-US" err="1"/>
              <a:t>numpy</a:t>
            </a:r>
            <a:r>
              <a:rPr lang="en-US"/>
              <a:t> arrays, getting the properties, performing mathematical operations, extracting items, creating new arrays, reshaping and flattening them, read into a file</a:t>
            </a:r>
          </a:p>
          <a:p>
            <a:pPr lvl="1"/>
            <a:r>
              <a:rPr lang="en-US"/>
              <a:t>These you can look up easily if you know what you want to achieve</a:t>
            </a:r>
          </a:p>
          <a:p>
            <a:pPr lvl="1"/>
            <a:r>
              <a:rPr lang="en-US"/>
              <a:t>Practice using them!</a:t>
            </a:r>
          </a:p>
          <a:p>
            <a:r>
              <a:rPr lang="en-US"/>
              <a:t>We’ve also covered some theoretical concepts</a:t>
            </a:r>
          </a:p>
          <a:p>
            <a:pPr lvl="1"/>
            <a:r>
              <a:rPr lang="en-US"/>
              <a:t>Mean, average, skewing, standard deviation</a:t>
            </a:r>
          </a:p>
          <a:p>
            <a:pPr lvl="1"/>
            <a:r>
              <a:rPr lang="en-US"/>
              <a:t>No amount of AI is going to help you on an exam if you don’t grasp these concepts</a:t>
            </a:r>
          </a:p>
          <a:p>
            <a:pPr lvl="1"/>
            <a:endParaRPr lang="en-US"/>
          </a:p>
        </p:txBody>
      </p:sp>
      <p:sp>
        <p:nvSpPr>
          <p:cNvPr id="4" name="Slide Number Placeholder 3">
            <a:extLst>
              <a:ext uri="{FF2B5EF4-FFF2-40B4-BE49-F238E27FC236}">
                <a16:creationId xmlns:a16="http://schemas.microsoft.com/office/drawing/2014/main" id="{BFD898AB-D449-96A2-E225-A3435F6701A8}"/>
              </a:ext>
            </a:extLst>
          </p:cNvPr>
          <p:cNvSpPr>
            <a:spLocks noGrp="1"/>
          </p:cNvSpPr>
          <p:nvPr>
            <p:ph type="sldNum" sz="quarter" idx="12"/>
          </p:nvPr>
        </p:nvSpPr>
        <p:spPr/>
        <p:txBody>
          <a:bodyPr/>
          <a:lstStyle/>
          <a:p>
            <a:fld id="{FE1B3154-47D9-4402-8EDB-E791933DC0B9}" type="slidenum">
              <a:rPr lang="nl-BE" smtClean="0"/>
              <a:pPr/>
              <a:t>43</a:t>
            </a:fld>
            <a:endParaRPr lang="nl-BE"/>
          </a:p>
        </p:txBody>
      </p:sp>
    </p:spTree>
    <p:extLst>
      <p:ext uri="{BB962C8B-B14F-4D97-AF65-F5344CB8AC3E}">
        <p14:creationId xmlns:p14="http://schemas.microsoft.com/office/powerpoint/2010/main" val="39927289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2b0f4be1-9f1f-4328-81a6-034cc34da24b"/>
</p:tagLst>
</file>

<file path=ppt/theme/theme1.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TotalTime>
  <Words>3446</Words>
  <Application>Microsoft Office PowerPoint</Application>
  <PresentationFormat>Widescreen</PresentationFormat>
  <Paragraphs>522</Paragraphs>
  <Slides>43</Slides>
  <Notes>14</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43</vt:i4>
      </vt:variant>
    </vt:vector>
  </HeadingPairs>
  <TitlesOfParts>
    <vt:vector size="52" baseType="lpstr">
      <vt:lpstr>Arial</vt:lpstr>
      <vt:lpstr>Calibri</vt:lpstr>
      <vt:lpstr>Cambria</vt:lpstr>
      <vt:lpstr>Consolas</vt:lpstr>
      <vt:lpstr>Roboto</vt:lpstr>
      <vt:lpstr>Titillium</vt:lpstr>
      <vt:lpstr>Verdana</vt:lpstr>
      <vt:lpstr>Wingdings</vt:lpstr>
      <vt:lpstr>Kantoorthema</vt:lpstr>
      <vt:lpstr>Chapter 4 – Numpy </vt:lpstr>
      <vt:lpstr>Overview</vt:lpstr>
      <vt:lpstr>NumPy</vt:lpstr>
      <vt:lpstr>What’s wrong with lists?</vt:lpstr>
      <vt:lpstr>Install and import NumPy</vt:lpstr>
      <vt:lpstr>Creating a NumPy array</vt:lpstr>
      <vt:lpstr>Creating a NumPy array</vt:lpstr>
      <vt:lpstr>Creating a NumPy array</vt:lpstr>
      <vt:lpstr>Properties of a NumPy array</vt:lpstr>
      <vt:lpstr>Properties of a NumPy array</vt:lpstr>
      <vt:lpstr>Arithmetic operations</vt:lpstr>
      <vt:lpstr>Arithmetic operations</vt:lpstr>
      <vt:lpstr>Arithmetic operations</vt:lpstr>
      <vt:lpstr>Arithmetic operations</vt:lpstr>
      <vt:lpstr>Extracting specific items from an array</vt:lpstr>
      <vt:lpstr>Creating a new array from an existing array</vt:lpstr>
      <vt:lpstr>Creating a new array from an existing array</vt:lpstr>
      <vt:lpstr>Creating a new array from an existing array</vt:lpstr>
      <vt:lpstr>Creating a new array from an existing array</vt:lpstr>
      <vt:lpstr>Creating a new array from an existing array</vt:lpstr>
      <vt:lpstr>Creating a new array from an existing array</vt:lpstr>
      <vt:lpstr>Reshaping and flattening multidimensional arrays</vt:lpstr>
      <vt:lpstr>Reshaping and flattening multidimensional arrays</vt:lpstr>
      <vt:lpstr>Selecting unique values: unique()</vt:lpstr>
      <vt:lpstr>Selecting shared values: intersect1d()</vt:lpstr>
      <vt:lpstr>Aggregations</vt:lpstr>
      <vt:lpstr>Aggregations: mean versus median</vt:lpstr>
      <vt:lpstr>Aggregations: mean versus median</vt:lpstr>
      <vt:lpstr>Aggregations: percentiles and fractiles</vt:lpstr>
      <vt:lpstr>Aggregations: percentiles and fractiles</vt:lpstr>
      <vt:lpstr>Aggregations: percentiles and fractiles</vt:lpstr>
      <vt:lpstr>Wrong?!?</vt:lpstr>
      <vt:lpstr>Aggregations: percentiles and fractiles</vt:lpstr>
      <vt:lpstr>Aggregations: standard deviation</vt:lpstr>
      <vt:lpstr>Aggregations: standard deviation</vt:lpstr>
      <vt:lpstr>Aggregations: standard deviation</vt:lpstr>
      <vt:lpstr>Aggregations: standard deviation</vt:lpstr>
      <vt:lpstr>Aggregations: standard deviation</vt:lpstr>
      <vt:lpstr>Aggregations: min, max, mean, median, std</vt:lpstr>
      <vt:lpstr>Aggregations: sum</vt:lpstr>
      <vt:lpstr>Aggregations: percentiles and fractiles</vt:lpstr>
      <vt:lpstr>Read csv file into NumPy array</vt:lpstr>
      <vt:lpstr>Summary</vt:lpstr>
    </vt:vector>
  </TitlesOfParts>
  <Company>Thomas More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Christel Maes</dc:creator>
  <cp:lastModifiedBy>Ellen Torfs</cp:lastModifiedBy>
  <cp:revision>2</cp:revision>
  <dcterms:created xsi:type="dcterms:W3CDTF">2018-02-21T07:41:18Z</dcterms:created>
  <dcterms:modified xsi:type="dcterms:W3CDTF">2025-10-10T14:55:54Z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337be75-dfbb-4261-9834-ac247c7dde13_Enabled">
    <vt:lpwstr>true</vt:lpwstr>
  </property>
  <property fmtid="{D5CDD505-2E9C-101B-9397-08002B2CF9AE}" pid="3" name="MSIP_Label_c337be75-dfbb-4261-9834-ac247c7dde13_SetDate">
    <vt:lpwstr>2023-09-20T09:09:26Z</vt:lpwstr>
  </property>
  <property fmtid="{D5CDD505-2E9C-101B-9397-08002B2CF9AE}" pid="4" name="MSIP_Label_c337be75-dfbb-4261-9834-ac247c7dde13_Method">
    <vt:lpwstr>Standard</vt:lpwstr>
  </property>
  <property fmtid="{D5CDD505-2E9C-101B-9397-08002B2CF9AE}" pid="5" name="MSIP_Label_c337be75-dfbb-4261-9834-ac247c7dde13_Name">
    <vt:lpwstr>Algemeen</vt:lpwstr>
  </property>
  <property fmtid="{D5CDD505-2E9C-101B-9397-08002B2CF9AE}" pid="6" name="MSIP_Label_c337be75-dfbb-4261-9834-ac247c7dde13_SiteId">
    <vt:lpwstr>77d33cc5-c9b4-4766-95c7-ed5b515e1cce</vt:lpwstr>
  </property>
  <property fmtid="{D5CDD505-2E9C-101B-9397-08002B2CF9AE}" pid="7" name="MSIP_Label_c337be75-dfbb-4261-9834-ac247c7dde13_ActionId">
    <vt:lpwstr>799a9ea0-d9ff-4667-b88d-da79b7fca3e3</vt:lpwstr>
  </property>
  <property fmtid="{D5CDD505-2E9C-101B-9397-08002B2CF9AE}" pid="8" name="MSIP_Label_c337be75-dfbb-4261-9834-ac247c7dde13_ContentBits">
    <vt:lpwstr>0</vt:lpwstr>
  </property>
</Properties>
</file>