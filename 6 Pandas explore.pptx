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1"/>
  </p:notesMasterIdLst>
  <p:handoutMasterIdLst>
    <p:handoutMasterId r:id="rId82"/>
  </p:handoutMasterIdLst>
  <p:sldIdLst>
    <p:sldId id="256" r:id="rId2"/>
    <p:sldId id="257" r:id="rId3"/>
    <p:sldId id="327" r:id="rId4"/>
    <p:sldId id="401" r:id="rId5"/>
    <p:sldId id="397" r:id="rId6"/>
    <p:sldId id="400" r:id="rId7"/>
    <p:sldId id="337" r:id="rId8"/>
    <p:sldId id="338" r:id="rId9"/>
    <p:sldId id="339" r:id="rId10"/>
    <p:sldId id="340" r:id="rId11"/>
    <p:sldId id="370" r:id="rId12"/>
    <p:sldId id="393" r:id="rId13"/>
    <p:sldId id="368" r:id="rId14"/>
    <p:sldId id="342" r:id="rId15"/>
    <p:sldId id="367" r:id="rId16"/>
    <p:sldId id="328" r:id="rId17"/>
    <p:sldId id="291" r:id="rId18"/>
    <p:sldId id="290" r:id="rId19"/>
    <p:sldId id="372" r:id="rId20"/>
    <p:sldId id="395" r:id="rId21"/>
    <p:sldId id="373" r:id="rId22"/>
    <p:sldId id="289" r:id="rId23"/>
    <p:sldId id="374" r:id="rId24"/>
    <p:sldId id="375" r:id="rId25"/>
    <p:sldId id="376" r:id="rId26"/>
    <p:sldId id="284" r:id="rId27"/>
    <p:sldId id="285" r:id="rId28"/>
    <p:sldId id="378" r:id="rId29"/>
    <p:sldId id="380" r:id="rId30"/>
    <p:sldId id="377" r:id="rId31"/>
    <p:sldId id="381" r:id="rId32"/>
    <p:sldId id="382" r:id="rId33"/>
    <p:sldId id="383" r:id="rId34"/>
    <p:sldId id="402" r:id="rId35"/>
    <p:sldId id="385" r:id="rId36"/>
    <p:sldId id="330" r:id="rId37"/>
    <p:sldId id="344" r:id="rId38"/>
    <p:sldId id="336" r:id="rId39"/>
    <p:sldId id="345" r:id="rId40"/>
    <p:sldId id="346" r:id="rId41"/>
    <p:sldId id="347" r:id="rId42"/>
    <p:sldId id="348" r:id="rId43"/>
    <p:sldId id="349" r:id="rId44"/>
    <p:sldId id="343" r:id="rId45"/>
    <p:sldId id="353" r:id="rId46"/>
    <p:sldId id="354" r:id="rId47"/>
    <p:sldId id="355" r:id="rId48"/>
    <p:sldId id="356" r:id="rId49"/>
    <p:sldId id="357" r:id="rId50"/>
    <p:sldId id="387" r:id="rId51"/>
    <p:sldId id="295" r:id="rId52"/>
    <p:sldId id="305" r:id="rId53"/>
    <p:sldId id="388" r:id="rId54"/>
    <p:sldId id="333" r:id="rId55"/>
    <p:sldId id="314" r:id="rId56"/>
    <p:sldId id="315" r:id="rId57"/>
    <p:sldId id="316" r:id="rId58"/>
    <p:sldId id="317" r:id="rId59"/>
    <p:sldId id="311" r:id="rId60"/>
    <p:sldId id="389" r:id="rId61"/>
    <p:sldId id="390" r:id="rId62"/>
    <p:sldId id="261" r:id="rId63"/>
    <p:sldId id="318" r:id="rId64"/>
    <p:sldId id="319" r:id="rId65"/>
    <p:sldId id="321" r:id="rId66"/>
    <p:sldId id="322" r:id="rId67"/>
    <p:sldId id="323" r:id="rId68"/>
    <p:sldId id="350" r:id="rId69"/>
    <p:sldId id="351" r:id="rId70"/>
    <p:sldId id="352" r:id="rId71"/>
    <p:sldId id="369" r:id="rId72"/>
    <p:sldId id="391" r:id="rId73"/>
    <p:sldId id="358" r:id="rId74"/>
    <p:sldId id="359" r:id="rId75"/>
    <p:sldId id="361" r:id="rId76"/>
    <p:sldId id="362" r:id="rId77"/>
    <p:sldId id="363" r:id="rId78"/>
    <p:sldId id="364" r:id="rId79"/>
    <p:sldId id="396" r:id="rId80"/>
  </p:sldIdLst>
  <p:sldSz cx="12192000" cy="6858000"/>
  <p:notesSz cx="6858000" cy="9144000"/>
  <p:custDataLst>
    <p:tags r:id="rId83"/>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D3F9627-2B74-4A96-9A12-8CC98E933945}">
          <p14:sldIdLst>
            <p14:sldId id="256"/>
            <p14:sldId id="257"/>
            <p14:sldId id="327"/>
          </p14:sldIdLst>
        </p14:section>
        <p14:section name="Adding 1 row" id="{99562844-5A62-4A5C-81B2-A644F76C3C1D}">
          <p14:sldIdLst>
            <p14:sldId id="401"/>
            <p14:sldId id="397"/>
            <p14:sldId id="400"/>
          </p14:sldIdLst>
        </p14:section>
        <p14:section name="Combining datasets" id="{47B49386-3ADE-41A2-A6F5-A20F644DB6D2}">
          <p14:sldIdLst>
            <p14:sldId id="337"/>
            <p14:sldId id="338"/>
            <p14:sldId id="339"/>
            <p14:sldId id="340"/>
            <p14:sldId id="370"/>
            <p14:sldId id="393"/>
            <p14:sldId id="368"/>
            <p14:sldId id="342"/>
            <p14:sldId id="367"/>
          </p14:sldIdLst>
        </p14:section>
        <p14:section name="Reformat data" id="{E2D3485A-63FA-4038-B63B-049E3C4F084E}">
          <p14:sldIdLst>
            <p14:sldId id="328"/>
            <p14:sldId id="291"/>
            <p14:sldId id="290"/>
            <p14:sldId id="372"/>
            <p14:sldId id="395"/>
            <p14:sldId id="373"/>
            <p14:sldId id="289"/>
            <p14:sldId id="374"/>
            <p14:sldId id="375"/>
            <p14:sldId id="376"/>
            <p14:sldId id="284"/>
            <p14:sldId id="285"/>
            <p14:sldId id="378"/>
            <p14:sldId id="380"/>
            <p14:sldId id="377"/>
            <p14:sldId id="381"/>
            <p14:sldId id="382"/>
            <p14:sldId id="383"/>
            <p14:sldId id="402"/>
            <p14:sldId id="385"/>
          </p14:sldIdLst>
        </p14:section>
        <p14:section name="Overview in graphs" id="{E608038F-8FBF-4990-B201-1BCB2E31D214}">
          <p14:sldIdLst>
            <p14:sldId id="330"/>
            <p14:sldId id="344"/>
            <p14:sldId id="336"/>
            <p14:sldId id="345"/>
            <p14:sldId id="346"/>
            <p14:sldId id="347"/>
            <p14:sldId id="348"/>
            <p14:sldId id="349"/>
            <p14:sldId id="343"/>
            <p14:sldId id="353"/>
            <p14:sldId id="354"/>
            <p14:sldId id="355"/>
            <p14:sldId id="356"/>
            <p14:sldId id="357"/>
            <p14:sldId id="387"/>
            <p14:sldId id="295"/>
            <p14:sldId id="305"/>
            <p14:sldId id="388"/>
          </p14:sldIdLst>
        </p14:section>
        <p14:section name="Boxplots, skewing and distributions" id="{3BFFBB37-1FB7-43F2-9727-D1314B5A7A85}">
          <p14:sldIdLst>
            <p14:sldId id="333"/>
            <p14:sldId id="314"/>
            <p14:sldId id="315"/>
            <p14:sldId id="316"/>
            <p14:sldId id="317"/>
            <p14:sldId id="311"/>
            <p14:sldId id="389"/>
            <p14:sldId id="390"/>
            <p14:sldId id="261"/>
            <p14:sldId id="318"/>
            <p14:sldId id="319"/>
            <p14:sldId id="321"/>
            <p14:sldId id="322"/>
            <p14:sldId id="323"/>
            <p14:sldId id="350"/>
            <p14:sldId id="351"/>
            <p14:sldId id="352"/>
            <p14:sldId id="369"/>
            <p14:sldId id="391"/>
            <p14:sldId id="358"/>
            <p14:sldId id="359"/>
            <p14:sldId id="361"/>
            <p14:sldId id="362"/>
            <p14:sldId id="363"/>
            <p14:sldId id="364"/>
          </p14:sldIdLst>
        </p14:section>
        <p14:section name="Exercises" id="{67E66BF2-39B8-4870-8481-25D698B0084E}">
          <p14:sldIdLst>
            <p14:sldId id="39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AEFD49-6523-0809-E41F-E9360D32733C}" name="Jochen Mariën" initials="JM" userId="Jochen Marië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584B6"/>
    <a:srgbClr val="616161"/>
    <a:srgbClr val="446785"/>
    <a:srgbClr val="FFDE57"/>
    <a:srgbClr val="646464"/>
    <a:srgbClr val="CC00FF"/>
    <a:srgbClr val="D5AD42"/>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A63A11-8489-42BD-A0B3-0260384B9399}" v="124" dt="2025-11-12T11:27:12.317"/>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505" autoAdjust="0"/>
  </p:normalViewPr>
  <p:slideViewPr>
    <p:cSldViewPr snapToGrid="0">
      <p:cViewPr varScale="1">
        <p:scale>
          <a:sx n="64" d="100"/>
          <a:sy n="64" d="100"/>
        </p:scale>
        <p:origin x="1291" y="19"/>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8/10/relationships/authors" Target="author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gs" Target="tags/tag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handoutMaster" Target="handoutMasters/handoutMaster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en Torfs" userId="c6aa1e10-4a12-4511-8c7c-135720d4f277" providerId="ADAL" clId="{E38E71A2-08A4-48AF-89DB-C74130CE98D2}"/>
    <pc:docChg chg="undo custSel addSld delSld modSld">
      <pc:chgData name="Ellen Torfs" userId="c6aa1e10-4a12-4511-8c7c-135720d4f277" providerId="ADAL" clId="{E38E71A2-08A4-48AF-89DB-C74130CE98D2}" dt="2020-09-14T14:32:16.911" v="2442" actId="20577"/>
      <pc:docMkLst>
        <pc:docMk/>
      </pc:docMkLst>
      <pc:sldChg chg="addSp modSp">
        <pc:chgData name="Ellen Torfs" userId="c6aa1e10-4a12-4511-8c7c-135720d4f277" providerId="ADAL" clId="{E38E71A2-08A4-48AF-89DB-C74130CE98D2}" dt="2020-09-14T11:11:39.137" v="745" actId="1076"/>
        <pc:sldMkLst>
          <pc:docMk/>
          <pc:sldMk cId="1055868665" sldId="257"/>
        </pc:sldMkLst>
      </pc:sldChg>
      <pc:sldChg chg="modSp">
        <pc:chgData name="Ellen Torfs" userId="c6aa1e10-4a12-4511-8c7c-135720d4f277" providerId="ADAL" clId="{E38E71A2-08A4-48AF-89DB-C74130CE98D2}" dt="2020-09-14T11:10:18.956" v="691" actId="6549"/>
        <pc:sldMkLst>
          <pc:docMk/>
          <pc:sldMk cId="620147385" sldId="258"/>
        </pc:sldMkLst>
      </pc:sldChg>
      <pc:sldChg chg="modSp">
        <pc:chgData name="Ellen Torfs" userId="c6aa1e10-4a12-4511-8c7c-135720d4f277" providerId="ADAL" clId="{E38E71A2-08A4-48AF-89DB-C74130CE98D2}" dt="2020-09-14T14:11:49.723" v="1294" actId="20577"/>
        <pc:sldMkLst>
          <pc:docMk/>
          <pc:sldMk cId="2006118848" sldId="262"/>
        </pc:sldMkLst>
      </pc:sldChg>
      <pc:sldChg chg="del">
        <pc:chgData name="Ellen Torfs" userId="c6aa1e10-4a12-4511-8c7c-135720d4f277" providerId="ADAL" clId="{E38E71A2-08A4-48AF-89DB-C74130CE98D2}" dt="2020-09-14T14:11:05.063" v="1291" actId="2696"/>
        <pc:sldMkLst>
          <pc:docMk/>
          <pc:sldMk cId="977749703" sldId="263"/>
        </pc:sldMkLst>
      </pc:sldChg>
      <pc:sldChg chg="del">
        <pc:chgData name="Ellen Torfs" userId="c6aa1e10-4a12-4511-8c7c-135720d4f277" providerId="ADAL" clId="{E38E71A2-08A4-48AF-89DB-C74130CE98D2}" dt="2020-09-14T14:11:05.057" v="1290" actId="2696"/>
        <pc:sldMkLst>
          <pc:docMk/>
          <pc:sldMk cId="2290807259" sldId="264"/>
        </pc:sldMkLst>
      </pc:sldChg>
      <pc:sldChg chg="del">
        <pc:chgData name="Ellen Torfs" userId="c6aa1e10-4a12-4511-8c7c-135720d4f277" providerId="ADAL" clId="{E38E71A2-08A4-48AF-89DB-C74130CE98D2}" dt="2020-09-14T14:13:15.755" v="1297" actId="2696"/>
        <pc:sldMkLst>
          <pc:docMk/>
          <pc:sldMk cId="556707363" sldId="265"/>
        </pc:sldMkLst>
      </pc:sldChg>
      <pc:sldChg chg="modSp">
        <pc:chgData name="Ellen Torfs" userId="c6aa1e10-4a12-4511-8c7c-135720d4f277" providerId="ADAL" clId="{E38E71A2-08A4-48AF-89DB-C74130CE98D2}" dt="2020-09-14T10:55:46.951" v="236" actId="20577"/>
        <pc:sldMkLst>
          <pc:docMk/>
          <pc:sldMk cId="2513866126" sldId="267"/>
        </pc:sldMkLst>
      </pc:sldChg>
      <pc:sldChg chg="modSp">
        <pc:chgData name="Ellen Torfs" userId="c6aa1e10-4a12-4511-8c7c-135720d4f277" providerId="ADAL" clId="{E38E71A2-08A4-48AF-89DB-C74130CE98D2}" dt="2020-09-14T11:05:34.423" v="519" actId="27636"/>
        <pc:sldMkLst>
          <pc:docMk/>
          <pc:sldMk cId="1006678507" sldId="268"/>
        </pc:sldMkLst>
      </pc:sldChg>
      <pc:sldChg chg="modSp">
        <pc:chgData name="Ellen Torfs" userId="c6aa1e10-4a12-4511-8c7c-135720d4f277" providerId="ADAL" clId="{E38E71A2-08A4-48AF-89DB-C74130CE98D2}" dt="2020-09-14T14:25:40.260" v="1794" actId="20577"/>
        <pc:sldMkLst>
          <pc:docMk/>
          <pc:sldMk cId="2571285731" sldId="269"/>
        </pc:sldMkLst>
      </pc:sldChg>
      <pc:sldChg chg="modSp add">
        <pc:chgData name="Ellen Torfs" userId="c6aa1e10-4a12-4511-8c7c-135720d4f277" providerId="ADAL" clId="{E38E71A2-08A4-48AF-89DB-C74130CE98D2}" dt="2020-09-14T14:12:11.785" v="1296" actId="6549"/>
        <pc:sldMkLst>
          <pc:docMk/>
          <pc:sldMk cId="981461507" sldId="270"/>
        </pc:sldMkLst>
      </pc:sldChg>
      <pc:sldChg chg="modSp add">
        <pc:chgData name="Ellen Torfs" userId="c6aa1e10-4a12-4511-8c7c-135720d4f277" providerId="ADAL" clId="{E38E71A2-08A4-48AF-89DB-C74130CE98D2}" dt="2020-09-14T14:32:16.911" v="2442" actId="20577"/>
        <pc:sldMkLst>
          <pc:docMk/>
          <pc:sldMk cId="839269463" sldId="271"/>
        </pc:sldMkLst>
      </pc:sldChg>
    </pc:docChg>
  </pc:docChgLst>
  <pc:docChgLst>
    <pc:chgData name="Ellen Torfs" userId="c6aa1e10-4a12-4511-8c7c-135720d4f277" providerId="ADAL" clId="{5FE09850-1BE2-4EC7-94C9-888E2722B80F}"/>
    <pc:docChg chg="modSld">
      <pc:chgData name="Ellen Torfs" userId="c6aa1e10-4a12-4511-8c7c-135720d4f277" providerId="ADAL" clId="{5FE09850-1BE2-4EC7-94C9-888E2722B80F}" dt="2023-06-19T13:22:21.736" v="4" actId="1076"/>
      <pc:docMkLst>
        <pc:docMk/>
      </pc:docMkLst>
      <pc:sldChg chg="modSp mod">
        <pc:chgData name="Ellen Torfs" userId="c6aa1e10-4a12-4511-8c7c-135720d4f277" providerId="ADAL" clId="{5FE09850-1BE2-4EC7-94C9-888E2722B80F}" dt="2023-06-19T13:22:21.736" v="4" actId="1076"/>
        <pc:sldMkLst>
          <pc:docMk/>
          <pc:sldMk cId="3174336864" sldId="344"/>
        </pc:sldMkLst>
      </pc:sldChg>
    </pc:docChg>
  </pc:docChgLst>
  <pc:docChgLst>
    <pc:chgData name="Ellen Torfs" userId="c6aa1e10-4a12-4511-8c7c-135720d4f277" providerId="ADAL" clId="{16DD32C8-5D46-4E7C-9995-F6422494496C}"/>
    <pc:docChg chg="undo redo custSel addSld delSld modSld modSection">
      <pc:chgData name="Ellen Torfs" userId="c6aa1e10-4a12-4511-8c7c-135720d4f277" providerId="ADAL" clId="{16DD32C8-5D46-4E7C-9995-F6422494496C}" dt="2023-12-11T16:36:10.600" v="3803" actId="20577"/>
      <pc:docMkLst>
        <pc:docMk/>
      </pc:docMkLst>
      <pc:sldChg chg="modNotesTx">
        <pc:chgData name="Ellen Torfs" userId="c6aa1e10-4a12-4511-8c7c-135720d4f277" providerId="ADAL" clId="{16DD32C8-5D46-4E7C-9995-F6422494496C}" dt="2023-12-01T16:35:30.082" v="2278" actId="20577"/>
        <pc:sldMkLst>
          <pc:docMk/>
          <pc:sldMk cId="2815130693" sldId="261"/>
        </pc:sldMkLst>
      </pc:sldChg>
      <pc:sldChg chg="modSp mod">
        <pc:chgData name="Ellen Torfs" userId="c6aa1e10-4a12-4511-8c7c-135720d4f277" providerId="ADAL" clId="{16DD32C8-5D46-4E7C-9995-F6422494496C}" dt="2023-12-01T14:56:04.552" v="1428" actId="20577"/>
        <pc:sldMkLst>
          <pc:docMk/>
          <pc:sldMk cId="2704840480" sldId="284"/>
        </pc:sldMkLst>
      </pc:sldChg>
      <pc:sldChg chg="modNotesTx">
        <pc:chgData name="Ellen Torfs" userId="c6aa1e10-4a12-4511-8c7c-135720d4f277" providerId="ADAL" clId="{16DD32C8-5D46-4E7C-9995-F6422494496C}" dt="2023-12-01T14:47:21.831" v="1344" actId="20577"/>
        <pc:sldMkLst>
          <pc:docMk/>
          <pc:sldMk cId="1299672675" sldId="290"/>
        </pc:sldMkLst>
      </pc:sldChg>
      <pc:sldChg chg="modSp mod">
        <pc:chgData name="Ellen Torfs" userId="c6aa1e10-4a12-4511-8c7c-135720d4f277" providerId="ADAL" clId="{16DD32C8-5D46-4E7C-9995-F6422494496C}" dt="2023-12-01T15:15:15.176" v="1701" actId="403"/>
        <pc:sldMkLst>
          <pc:docMk/>
          <pc:sldMk cId="257630213" sldId="291"/>
        </pc:sldMkLst>
      </pc:sldChg>
      <pc:sldChg chg="modSp mod">
        <pc:chgData name="Ellen Torfs" userId="c6aa1e10-4a12-4511-8c7c-135720d4f277" providerId="ADAL" clId="{16DD32C8-5D46-4E7C-9995-F6422494496C}" dt="2023-12-01T16:14:34.347" v="2151" actId="20577"/>
        <pc:sldMkLst>
          <pc:docMk/>
          <pc:sldMk cId="768955895" sldId="295"/>
        </pc:sldMkLst>
      </pc:sldChg>
      <pc:sldChg chg="modSp mod">
        <pc:chgData name="Ellen Torfs" userId="c6aa1e10-4a12-4511-8c7c-135720d4f277" providerId="ADAL" clId="{16DD32C8-5D46-4E7C-9995-F6422494496C}" dt="2023-12-01T16:16:52.533" v="2160" actId="20577"/>
        <pc:sldMkLst>
          <pc:docMk/>
          <pc:sldMk cId="1238500497" sldId="305"/>
        </pc:sldMkLst>
      </pc:sldChg>
      <pc:sldChg chg="modSp mod">
        <pc:chgData name="Ellen Torfs" userId="c6aa1e10-4a12-4511-8c7c-135720d4f277" providerId="ADAL" clId="{16DD32C8-5D46-4E7C-9995-F6422494496C}" dt="2023-12-11T16:35:46.782" v="3763" actId="20577"/>
        <pc:sldMkLst>
          <pc:docMk/>
          <pc:sldMk cId="2406631571" sldId="306"/>
        </pc:sldMkLst>
      </pc:sldChg>
      <pc:sldChg chg="modSp mod">
        <pc:chgData name="Ellen Torfs" userId="c6aa1e10-4a12-4511-8c7c-135720d4f277" providerId="ADAL" clId="{16DD32C8-5D46-4E7C-9995-F6422494496C}" dt="2023-12-11T16:35:54.498" v="3768" actId="20577"/>
        <pc:sldMkLst>
          <pc:docMk/>
          <pc:sldMk cId="3379996908" sldId="307"/>
        </pc:sldMkLst>
      </pc:sldChg>
      <pc:sldChg chg="modSp mod">
        <pc:chgData name="Ellen Torfs" userId="c6aa1e10-4a12-4511-8c7c-135720d4f277" providerId="ADAL" clId="{16DD32C8-5D46-4E7C-9995-F6422494496C}" dt="2023-12-01T16:30:18.989" v="2214" actId="14100"/>
        <pc:sldMkLst>
          <pc:docMk/>
          <pc:sldMk cId="129835908" sldId="311"/>
        </pc:sldMkLst>
      </pc:sldChg>
      <pc:sldChg chg="modSp mod modNotesTx">
        <pc:chgData name="Ellen Torfs" userId="c6aa1e10-4a12-4511-8c7c-135720d4f277" providerId="ADAL" clId="{16DD32C8-5D46-4E7C-9995-F6422494496C}" dt="2023-12-01T16:36:44.430" v="2354" actId="20577"/>
        <pc:sldMkLst>
          <pc:docMk/>
          <pc:sldMk cId="3057930984" sldId="318"/>
        </pc:sldMkLst>
      </pc:sldChg>
      <pc:sldChg chg="modSp mod modNotesTx">
        <pc:chgData name="Ellen Torfs" userId="c6aa1e10-4a12-4511-8c7c-135720d4f277" providerId="ADAL" clId="{16DD32C8-5D46-4E7C-9995-F6422494496C}" dt="2023-12-11T09:39:20.921" v="3211"/>
        <pc:sldMkLst>
          <pc:docMk/>
          <pc:sldMk cId="3722158458" sldId="319"/>
        </pc:sldMkLst>
      </pc:sldChg>
      <pc:sldChg chg="modSp mod">
        <pc:chgData name="Ellen Torfs" userId="c6aa1e10-4a12-4511-8c7c-135720d4f277" providerId="ADAL" clId="{16DD32C8-5D46-4E7C-9995-F6422494496C}" dt="2023-12-11T07:22:25.807" v="2423" actId="20577"/>
        <pc:sldMkLst>
          <pc:docMk/>
          <pc:sldMk cId="1026730276" sldId="327"/>
        </pc:sldMkLst>
      </pc:sldChg>
      <pc:sldChg chg="modSp mod">
        <pc:chgData name="Ellen Torfs" userId="c6aa1e10-4a12-4511-8c7c-135720d4f277" providerId="ADAL" clId="{16DD32C8-5D46-4E7C-9995-F6422494496C}" dt="2023-12-01T16:41:07.039" v="2377" actId="20577"/>
        <pc:sldMkLst>
          <pc:docMk/>
          <pc:sldMk cId="936088478" sldId="333"/>
        </pc:sldMkLst>
      </pc:sldChg>
      <pc:sldChg chg="modSp mod">
        <pc:chgData name="Ellen Torfs" userId="c6aa1e10-4a12-4511-8c7c-135720d4f277" providerId="ADAL" clId="{16DD32C8-5D46-4E7C-9995-F6422494496C}" dt="2023-12-11T07:26:27.338" v="2498" actId="20577"/>
        <pc:sldMkLst>
          <pc:docMk/>
          <pc:sldMk cId="3870284430" sldId="336"/>
        </pc:sldMkLst>
      </pc:sldChg>
      <pc:sldChg chg="modSp mod">
        <pc:chgData name="Ellen Torfs" userId="c6aa1e10-4a12-4511-8c7c-135720d4f277" providerId="ADAL" clId="{16DD32C8-5D46-4E7C-9995-F6422494496C}" dt="2023-12-01T13:55:01.306" v="0" actId="6549"/>
        <pc:sldMkLst>
          <pc:docMk/>
          <pc:sldMk cId="1552677652" sldId="337"/>
        </pc:sldMkLst>
      </pc:sldChg>
      <pc:sldChg chg="addSp delSp modSp mod">
        <pc:chgData name="Ellen Torfs" userId="c6aa1e10-4a12-4511-8c7c-135720d4f277" providerId="ADAL" clId="{16DD32C8-5D46-4E7C-9995-F6422494496C}" dt="2023-12-01T14:00:51.175" v="109" actId="14100"/>
        <pc:sldMkLst>
          <pc:docMk/>
          <pc:sldMk cId="2300828402" sldId="338"/>
        </pc:sldMkLst>
      </pc:sldChg>
      <pc:sldChg chg="modSp mod modNotesTx">
        <pc:chgData name="Ellen Torfs" userId="c6aa1e10-4a12-4511-8c7c-135720d4f277" providerId="ADAL" clId="{16DD32C8-5D46-4E7C-9995-F6422494496C}" dt="2023-12-01T14:04:11.524" v="134" actId="14100"/>
        <pc:sldMkLst>
          <pc:docMk/>
          <pc:sldMk cId="694510207" sldId="339"/>
        </pc:sldMkLst>
      </pc:sldChg>
      <pc:sldChg chg="addSp modSp mod">
        <pc:chgData name="Ellen Torfs" userId="c6aa1e10-4a12-4511-8c7c-135720d4f277" providerId="ADAL" clId="{16DD32C8-5D46-4E7C-9995-F6422494496C}" dt="2023-12-01T14:04:55.301" v="159" actId="14100"/>
        <pc:sldMkLst>
          <pc:docMk/>
          <pc:sldMk cId="1551661925" sldId="340"/>
        </pc:sldMkLst>
      </pc:sldChg>
      <pc:sldChg chg="modSp mod">
        <pc:chgData name="Ellen Torfs" userId="c6aa1e10-4a12-4511-8c7c-135720d4f277" providerId="ADAL" clId="{16DD32C8-5D46-4E7C-9995-F6422494496C}" dt="2023-12-01T14:31:48.074" v="992" actId="20577"/>
        <pc:sldMkLst>
          <pc:docMk/>
          <pc:sldMk cId="3627504182" sldId="342"/>
        </pc:sldMkLst>
      </pc:sldChg>
      <pc:sldChg chg="modSp mod modNotesTx">
        <pc:chgData name="Ellen Torfs" userId="c6aa1e10-4a12-4511-8c7c-135720d4f277" providerId="ADAL" clId="{16DD32C8-5D46-4E7C-9995-F6422494496C}" dt="2023-12-01T15:34:00.162" v="2073" actId="6549"/>
        <pc:sldMkLst>
          <pc:docMk/>
          <pc:sldMk cId="3174336864" sldId="344"/>
        </pc:sldMkLst>
      </pc:sldChg>
      <pc:sldChg chg="modSp mod">
        <pc:chgData name="Ellen Torfs" userId="c6aa1e10-4a12-4511-8c7c-135720d4f277" providerId="ADAL" clId="{16DD32C8-5D46-4E7C-9995-F6422494496C}" dt="2023-12-01T15:37:44.172" v="2096" actId="20577"/>
        <pc:sldMkLst>
          <pc:docMk/>
          <pc:sldMk cId="3086415965" sldId="345"/>
        </pc:sldMkLst>
      </pc:sldChg>
      <pc:sldChg chg="modSp mod modNotesTx">
        <pc:chgData name="Ellen Torfs" userId="c6aa1e10-4a12-4511-8c7c-135720d4f277" providerId="ADAL" clId="{16DD32C8-5D46-4E7C-9995-F6422494496C}" dt="2023-12-11T08:33:16.250" v="2617" actId="20577"/>
        <pc:sldMkLst>
          <pc:docMk/>
          <pc:sldMk cId="4085610444" sldId="347"/>
        </pc:sldMkLst>
      </pc:sldChg>
      <pc:sldChg chg="addSp modSp mod modNotesTx">
        <pc:chgData name="Ellen Torfs" userId="c6aa1e10-4a12-4511-8c7c-135720d4f277" providerId="ADAL" clId="{16DD32C8-5D46-4E7C-9995-F6422494496C}" dt="2023-12-11T09:00:44.108" v="2864" actId="20577"/>
        <pc:sldMkLst>
          <pc:docMk/>
          <pc:sldMk cId="2076133104" sldId="348"/>
        </pc:sldMkLst>
      </pc:sldChg>
      <pc:sldChg chg="addSp modSp mod modNotesTx">
        <pc:chgData name="Ellen Torfs" userId="c6aa1e10-4a12-4511-8c7c-135720d4f277" providerId="ADAL" clId="{16DD32C8-5D46-4E7C-9995-F6422494496C}" dt="2023-12-11T09:07:32.403" v="3012" actId="20577"/>
        <pc:sldMkLst>
          <pc:docMk/>
          <pc:sldMk cId="1865571032" sldId="349"/>
        </pc:sldMkLst>
      </pc:sldChg>
      <pc:sldChg chg="modNotesTx">
        <pc:chgData name="Ellen Torfs" userId="c6aa1e10-4a12-4511-8c7c-135720d4f277" providerId="ADAL" clId="{16DD32C8-5D46-4E7C-9995-F6422494496C}" dt="2023-12-11T09:44:53.073" v="3287" actId="113"/>
        <pc:sldMkLst>
          <pc:docMk/>
          <pc:sldMk cId="786165396" sldId="351"/>
        </pc:sldMkLst>
      </pc:sldChg>
      <pc:sldChg chg="addSp modSp mod">
        <pc:chgData name="Ellen Torfs" userId="c6aa1e10-4a12-4511-8c7c-135720d4f277" providerId="ADAL" clId="{16DD32C8-5D46-4E7C-9995-F6422494496C}" dt="2023-12-11T09:41:26.081" v="3233" actId="14100"/>
        <pc:sldMkLst>
          <pc:docMk/>
          <pc:sldMk cId="1968974176" sldId="352"/>
        </pc:sldMkLst>
      </pc:sldChg>
      <pc:sldChg chg="addSp modSp mod">
        <pc:chgData name="Ellen Torfs" userId="c6aa1e10-4a12-4511-8c7c-135720d4f277" providerId="ADAL" clId="{16DD32C8-5D46-4E7C-9995-F6422494496C}" dt="2023-12-01T16:09:55.672" v="2122" actId="1076"/>
        <pc:sldMkLst>
          <pc:docMk/>
          <pc:sldMk cId="1759949237" sldId="353"/>
        </pc:sldMkLst>
      </pc:sldChg>
      <pc:sldChg chg="modNotesTx">
        <pc:chgData name="Ellen Torfs" userId="c6aa1e10-4a12-4511-8c7c-135720d4f277" providerId="ADAL" clId="{16DD32C8-5D46-4E7C-9995-F6422494496C}" dt="2023-12-11T13:09:33.137" v="3402" actId="20577"/>
        <pc:sldMkLst>
          <pc:docMk/>
          <pc:sldMk cId="1599262812" sldId="354"/>
        </pc:sldMkLst>
      </pc:sldChg>
      <pc:sldChg chg="modNotesTx">
        <pc:chgData name="Ellen Torfs" userId="c6aa1e10-4a12-4511-8c7c-135720d4f277" providerId="ADAL" clId="{16DD32C8-5D46-4E7C-9995-F6422494496C}" dt="2023-12-11T09:49:22.400" v="3305" actId="20577"/>
        <pc:sldMkLst>
          <pc:docMk/>
          <pc:sldMk cId="642470908" sldId="355"/>
        </pc:sldMkLst>
      </pc:sldChg>
      <pc:sldChg chg="modSp mod">
        <pc:chgData name="Ellen Torfs" userId="c6aa1e10-4a12-4511-8c7c-135720d4f277" providerId="ADAL" clId="{16DD32C8-5D46-4E7C-9995-F6422494496C}" dt="2023-12-01T16:43:39.662" v="2406" actId="1076"/>
        <pc:sldMkLst>
          <pc:docMk/>
          <pc:sldMk cId="394253723" sldId="363"/>
        </pc:sldMkLst>
      </pc:sldChg>
      <pc:sldChg chg="addSp delSp modSp mod">
        <pc:chgData name="Ellen Torfs" userId="c6aa1e10-4a12-4511-8c7c-135720d4f277" providerId="ADAL" clId="{16DD32C8-5D46-4E7C-9995-F6422494496C}" dt="2023-12-01T14:26:57.532" v="934" actId="12"/>
        <pc:sldMkLst>
          <pc:docMk/>
          <pc:sldMk cId="3255349103" sldId="368"/>
        </pc:sldMkLst>
      </pc:sldChg>
      <pc:sldChg chg="modSp mod">
        <pc:chgData name="Ellen Torfs" userId="c6aa1e10-4a12-4511-8c7c-135720d4f277" providerId="ADAL" clId="{16DD32C8-5D46-4E7C-9995-F6422494496C}" dt="2023-12-11T09:46:53.662" v="3289" actId="108"/>
        <pc:sldMkLst>
          <pc:docMk/>
          <pc:sldMk cId="2418292892" sldId="369"/>
        </pc:sldMkLst>
      </pc:sldChg>
      <pc:sldChg chg="addSp delSp modSp mod">
        <pc:chgData name="Ellen Torfs" userId="c6aa1e10-4a12-4511-8c7c-135720d4f277" providerId="ADAL" clId="{16DD32C8-5D46-4E7C-9995-F6422494496C}" dt="2023-12-01T14:20:41.422" v="725" actId="478"/>
        <pc:sldMkLst>
          <pc:docMk/>
          <pc:sldMk cId="688716964" sldId="370"/>
        </pc:sldMkLst>
      </pc:sldChg>
      <pc:sldChg chg="modSp del mod">
        <pc:chgData name="Ellen Torfs" userId="c6aa1e10-4a12-4511-8c7c-135720d4f277" providerId="ADAL" clId="{16DD32C8-5D46-4E7C-9995-F6422494496C}" dt="2023-12-01T14:24:25.478" v="906" actId="47"/>
        <pc:sldMkLst>
          <pc:docMk/>
          <pc:sldMk cId="131980030" sldId="371"/>
        </pc:sldMkLst>
      </pc:sldChg>
      <pc:sldChg chg="addSp delSp modSp mod modNotesTx">
        <pc:chgData name="Ellen Torfs" userId="c6aa1e10-4a12-4511-8c7c-135720d4f277" providerId="ADAL" clId="{16DD32C8-5D46-4E7C-9995-F6422494496C}" dt="2023-12-01T14:47:37.073" v="1399" actId="20577"/>
        <pc:sldMkLst>
          <pc:docMk/>
          <pc:sldMk cId="2011626031" sldId="372"/>
        </pc:sldMkLst>
      </pc:sldChg>
      <pc:sldChg chg="modSp mod">
        <pc:chgData name="Ellen Torfs" userId="c6aa1e10-4a12-4511-8c7c-135720d4f277" providerId="ADAL" clId="{16DD32C8-5D46-4E7C-9995-F6422494496C}" dt="2023-12-01T14:48:26.872" v="1402" actId="1076"/>
        <pc:sldMkLst>
          <pc:docMk/>
          <pc:sldMk cId="134073067" sldId="373"/>
        </pc:sldMkLst>
      </pc:sldChg>
      <pc:sldChg chg="modSp mod">
        <pc:chgData name="Ellen Torfs" userId="c6aa1e10-4a12-4511-8c7c-135720d4f277" providerId="ADAL" clId="{16DD32C8-5D46-4E7C-9995-F6422494496C}" dt="2023-12-01T14:52:52.080" v="1404" actId="20577"/>
        <pc:sldMkLst>
          <pc:docMk/>
          <pc:sldMk cId="2476776336" sldId="375"/>
        </pc:sldMkLst>
      </pc:sldChg>
      <pc:sldChg chg="modSp mod">
        <pc:chgData name="Ellen Torfs" userId="c6aa1e10-4a12-4511-8c7c-135720d4f277" providerId="ADAL" clId="{16DD32C8-5D46-4E7C-9995-F6422494496C}" dt="2023-12-01T14:55:23.521" v="1412" actId="20577"/>
        <pc:sldMkLst>
          <pc:docMk/>
          <pc:sldMk cId="3867670555" sldId="376"/>
        </pc:sldMkLst>
      </pc:sldChg>
      <pc:sldChg chg="addSp modSp mod">
        <pc:chgData name="Ellen Torfs" userId="c6aa1e10-4a12-4511-8c7c-135720d4f277" providerId="ADAL" clId="{16DD32C8-5D46-4E7C-9995-F6422494496C}" dt="2023-12-01T15:08:43.820" v="1622" actId="20577"/>
        <pc:sldMkLst>
          <pc:docMk/>
          <pc:sldMk cId="3832971088" sldId="377"/>
        </pc:sldMkLst>
      </pc:sldChg>
      <pc:sldChg chg="addSp modSp mod addAnim delAnim">
        <pc:chgData name="Ellen Torfs" userId="c6aa1e10-4a12-4511-8c7c-135720d4f277" providerId="ADAL" clId="{16DD32C8-5D46-4E7C-9995-F6422494496C}" dt="2023-12-01T15:02:49.965" v="1497" actId="14100"/>
        <pc:sldMkLst>
          <pc:docMk/>
          <pc:sldMk cId="3326019233" sldId="378"/>
        </pc:sldMkLst>
      </pc:sldChg>
      <pc:sldChg chg="addSp modSp mod">
        <pc:chgData name="Ellen Torfs" userId="c6aa1e10-4a12-4511-8c7c-135720d4f277" providerId="ADAL" clId="{16DD32C8-5D46-4E7C-9995-F6422494496C}" dt="2023-12-01T15:05:44.750" v="1586" actId="207"/>
        <pc:sldMkLst>
          <pc:docMk/>
          <pc:sldMk cId="1444212144" sldId="380"/>
        </pc:sldMkLst>
      </pc:sldChg>
      <pc:sldChg chg="addSp modSp mod">
        <pc:chgData name="Ellen Torfs" userId="c6aa1e10-4a12-4511-8c7c-135720d4f277" providerId="ADAL" clId="{16DD32C8-5D46-4E7C-9995-F6422494496C}" dt="2023-12-01T15:10:38.693" v="1644" actId="20577"/>
        <pc:sldMkLst>
          <pc:docMk/>
          <pc:sldMk cId="3226926831" sldId="381"/>
        </pc:sldMkLst>
      </pc:sldChg>
      <pc:sldChg chg="addSp delSp modSp mod">
        <pc:chgData name="Ellen Torfs" userId="c6aa1e10-4a12-4511-8c7c-135720d4f277" providerId="ADAL" clId="{16DD32C8-5D46-4E7C-9995-F6422494496C}" dt="2023-12-01T15:12:04.404" v="1657" actId="1076"/>
        <pc:sldMkLst>
          <pc:docMk/>
          <pc:sldMk cId="2456155614" sldId="382"/>
        </pc:sldMkLst>
      </pc:sldChg>
      <pc:sldChg chg="modSp mod">
        <pc:chgData name="Ellen Torfs" userId="c6aa1e10-4a12-4511-8c7c-135720d4f277" providerId="ADAL" clId="{16DD32C8-5D46-4E7C-9995-F6422494496C}" dt="2023-12-01T15:18:56.187" v="1789" actId="20577"/>
        <pc:sldMkLst>
          <pc:docMk/>
          <pc:sldMk cId="3249631653" sldId="383"/>
        </pc:sldMkLst>
      </pc:sldChg>
      <pc:sldChg chg="addSp modSp mod">
        <pc:chgData name="Ellen Torfs" userId="c6aa1e10-4a12-4511-8c7c-135720d4f277" providerId="ADAL" clId="{16DD32C8-5D46-4E7C-9995-F6422494496C}" dt="2023-12-01T15:22:52.377" v="1845" actId="20577"/>
        <pc:sldMkLst>
          <pc:docMk/>
          <pc:sldMk cId="2042423019" sldId="384"/>
        </pc:sldMkLst>
      </pc:sldChg>
      <pc:sldChg chg="addSp modSp mod">
        <pc:chgData name="Ellen Torfs" userId="c6aa1e10-4a12-4511-8c7c-135720d4f277" providerId="ADAL" clId="{16DD32C8-5D46-4E7C-9995-F6422494496C}" dt="2023-12-01T15:27:57.961" v="1922" actId="20577"/>
        <pc:sldMkLst>
          <pc:docMk/>
          <pc:sldMk cId="100950643" sldId="385"/>
        </pc:sldMkLst>
      </pc:sldChg>
      <pc:sldChg chg="modSp mod modNotesTx">
        <pc:chgData name="Ellen Torfs" userId="c6aa1e10-4a12-4511-8c7c-135720d4f277" providerId="ADAL" clId="{16DD32C8-5D46-4E7C-9995-F6422494496C}" dt="2023-12-11T16:36:10.600" v="3803" actId="20577"/>
        <pc:sldMkLst>
          <pc:docMk/>
          <pc:sldMk cId="2252254915" sldId="386"/>
        </pc:sldMkLst>
      </pc:sldChg>
      <pc:sldChg chg="modSp mod">
        <pc:chgData name="Ellen Torfs" userId="c6aa1e10-4a12-4511-8c7c-135720d4f277" providerId="ADAL" clId="{16DD32C8-5D46-4E7C-9995-F6422494496C}" dt="2023-12-01T16:20:19.575" v="2190" actId="20577"/>
        <pc:sldMkLst>
          <pc:docMk/>
          <pc:sldMk cId="2006063309" sldId="388"/>
        </pc:sldMkLst>
      </pc:sldChg>
      <pc:sldChg chg="modSp mod">
        <pc:chgData name="Ellen Torfs" userId="c6aa1e10-4a12-4511-8c7c-135720d4f277" providerId="ADAL" clId="{16DD32C8-5D46-4E7C-9995-F6422494496C}" dt="2023-12-01T16:32:10.864" v="2216" actId="20577"/>
        <pc:sldMkLst>
          <pc:docMk/>
          <pc:sldMk cId="887593500" sldId="389"/>
        </pc:sldMkLst>
      </pc:sldChg>
      <pc:sldChg chg="delSp modSp mod">
        <pc:chgData name="Ellen Torfs" userId="c6aa1e10-4a12-4511-8c7c-135720d4f277" providerId="ADAL" clId="{16DD32C8-5D46-4E7C-9995-F6422494496C}" dt="2023-12-01T16:33:09.383" v="2220" actId="1076"/>
        <pc:sldMkLst>
          <pc:docMk/>
          <pc:sldMk cId="3342541279" sldId="390"/>
        </pc:sldMkLst>
      </pc:sldChg>
      <pc:sldChg chg="modSp mod">
        <pc:chgData name="Ellen Torfs" userId="c6aa1e10-4a12-4511-8c7c-135720d4f277" providerId="ADAL" clId="{16DD32C8-5D46-4E7C-9995-F6422494496C}" dt="2023-12-11T16:36:01.376" v="3773" actId="20577"/>
        <pc:sldMkLst>
          <pc:docMk/>
          <pc:sldMk cId="826693407" sldId="392"/>
        </pc:sldMkLst>
      </pc:sldChg>
      <pc:sldChg chg="modSp add mod">
        <pc:chgData name="Ellen Torfs" userId="c6aa1e10-4a12-4511-8c7c-135720d4f277" providerId="ADAL" clId="{16DD32C8-5D46-4E7C-9995-F6422494496C}" dt="2023-12-01T14:24:05.246" v="905" actId="207"/>
        <pc:sldMkLst>
          <pc:docMk/>
          <pc:sldMk cId="3629820263" sldId="393"/>
        </pc:sldMkLst>
      </pc:sldChg>
    </pc:docChg>
  </pc:docChgLst>
  <pc:docChgLst>
    <pc:chgData name="Ellen Torfs" userId="c6aa1e10-4a12-4511-8c7c-135720d4f277" providerId="ADAL" clId="{F82FCC81-A444-4B01-A1D8-4A3C9F17EF5E}"/>
    <pc:docChg chg="modSld">
      <pc:chgData name="Ellen Torfs" userId="c6aa1e10-4a12-4511-8c7c-135720d4f277" providerId="ADAL" clId="{F82FCC81-A444-4B01-A1D8-4A3C9F17EF5E}" dt="2018-09-19T06:48:35.840" v="0" actId="6549"/>
      <pc:docMkLst>
        <pc:docMk/>
      </pc:docMkLst>
      <pc:sldChg chg="modSp">
        <pc:chgData name="Ellen Torfs" userId="c6aa1e10-4a12-4511-8c7c-135720d4f277" providerId="ADAL" clId="{F82FCC81-A444-4B01-A1D8-4A3C9F17EF5E}" dt="2018-09-19T06:48:35.840" v="0" actId="6549"/>
        <pc:sldMkLst>
          <pc:docMk/>
          <pc:sldMk cId="2006118848" sldId="262"/>
        </pc:sldMkLst>
      </pc:sldChg>
    </pc:docChg>
  </pc:docChgLst>
  <pc:docChgLst>
    <pc:chgData name="Ellen Torfs" userId="c6aa1e10-4a12-4511-8c7c-135720d4f277" providerId="ADAL" clId="{F2C06FB3-680F-46A4-9FA8-43CCAC2B6A87}"/>
    <pc:docChg chg="addSld delSld modSld">
      <pc:chgData name="Ellen Torfs" userId="c6aa1e10-4a12-4511-8c7c-135720d4f277" providerId="ADAL" clId="{F2C06FB3-680F-46A4-9FA8-43CCAC2B6A87}" dt="2022-02-14T13:48:54.137" v="96" actId="47"/>
      <pc:docMkLst>
        <pc:docMk/>
      </pc:docMkLst>
      <pc:sldChg chg="modSp new del mod">
        <pc:chgData name="Ellen Torfs" userId="c6aa1e10-4a12-4511-8c7c-135720d4f277" providerId="ADAL" clId="{F2C06FB3-680F-46A4-9FA8-43CCAC2B6A87}" dt="2022-02-14T13:48:54.137" v="96" actId="47"/>
        <pc:sldMkLst>
          <pc:docMk/>
          <pc:sldMk cId="106128883" sldId="284"/>
        </pc:sldMkLst>
      </pc:sldChg>
    </pc:docChg>
  </pc:docChgLst>
  <pc:docChgLst>
    <pc:chgData name="Hajar Ghaem Sigarchian" userId="S::u0136336@thomasmore.be::c942b3b0-1ec9-4b5a-9958-682b211c132c" providerId="AD" clId="Web-{6C81CEC2-F8F1-2F93-1D4D-B3F4D15488CE}"/>
    <pc:docChg chg="addSld modSld modSection">
      <pc:chgData name="Hajar Ghaem Sigarchian" userId="S::u0136336@thomasmore.be::c942b3b0-1ec9-4b5a-9958-682b211c132c" providerId="AD" clId="Web-{6C81CEC2-F8F1-2F93-1D4D-B3F4D15488CE}" dt="2022-10-20T08:12:35.183" v="44" actId="1076"/>
      <pc:docMkLst>
        <pc:docMk/>
      </pc:docMkLst>
      <pc:sldChg chg="addSp delSp modSp add replId">
        <pc:chgData name="Hajar Ghaem Sigarchian" userId="S::u0136336@thomasmore.be::c942b3b0-1ec9-4b5a-9958-682b211c132c" providerId="AD" clId="Web-{6C81CEC2-F8F1-2F93-1D4D-B3F4D15488CE}" dt="2022-10-20T08:12:35.183" v="44" actId="1076"/>
        <pc:sldMkLst>
          <pc:docMk/>
          <pc:sldMk cId="3048734829" sldId="365"/>
        </pc:sldMkLst>
      </pc:sldChg>
    </pc:docChg>
  </pc:docChgLst>
  <pc:docChgLst>
    <pc:chgData name="Ellen Torfs" userId="c6aa1e10-4a12-4511-8c7c-135720d4f277" providerId="ADAL" clId="{0A8BFA6E-2728-4053-83CF-14DAB31E120E}"/>
    <pc:docChg chg="modSld">
      <pc:chgData name="Ellen Torfs" userId="c6aa1e10-4a12-4511-8c7c-135720d4f277" providerId="ADAL" clId="{0A8BFA6E-2728-4053-83CF-14DAB31E120E}" dt="2022-10-20T20:49:44.585" v="2" actId="1076"/>
      <pc:docMkLst>
        <pc:docMk/>
      </pc:docMkLst>
      <pc:sldChg chg="modSp mod">
        <pc:chgData name="Ellen Torfs" userId="c6aa1e10-4a12-4511-8c7c-135720d4f277" providerId="ADAL" clId="{0A8BFA6E-2728-4053-83CF-14DAB31E120E}" dt="2022-10-20T20:41:45.803" v="0" actId="20577"/>
        <pc:sldMkLst>
          <pc:docMk/>
          <pc:sldMk cId="1026730276" sldId="327"/>
        </pc:sldMkLst>
      </pc:sldChg>
      <pc:sldChg chg="modSp mod">
        <pc:chgData name="Ellen Torfs" userId="c6aa1e10-4a12-4511-8c7c-135720d4f277" providerId="ADAL" clId="{0A8BFA6E-2728-4053-83CF-14DAB31E120E}" dt="2022-10-20T20:44:36.903" v="1" actId="20577"/>
        <pc:sldMkLst>
          <pc:docMk/>
          <pc:sldMk cId="3850362262" sldId="330"/>
        </pc:sldMkLst>
      </pc:sldChg>
      <pc:sldChg chg="modSp mod">
        <pc:chgData name="Ellen Torfs" userId="c6aa1e10-4a12-4511-8c7c-135720d4f277" providerId="ADAL" clId="{0A8BFA6E-2728-4053-83CF-14DAB31E120E}" dt="2022-10-20T20:49:44.585" v="2" actId="1076"/>
        <pc:sldMkLst>
          <pc:docMk/>
          <pc:sldMk cId="3174336864" sldId="344"/>
        </pc:sldMkLst>
      </pc:sldChg>
    </pc:docChg>
  </pc:docChgLst>
  <pc:docChgLst>
    <pc:chgData name="Ellen Torfs" userId="c6aa1e10-4a12-4511-8c7c-135720d4f277" providerId="ADAL" clId="{9932D13E-6C5E-49FA-A144-75AC46F307EF}"/>
    <pc:docChg chg="undo custSel addSld delSld modSld sldOrd">
      <pc:chgData name="Ellen Torfs" userId="c6aa1e10-4a12-4511-8c7c-135720d4f277" providerId="ADAL" clId="{9932D13E-6C5E-49FA-A144-75AC46F307EF}" dt="2019-09-11T08:54:14.153" v="5135" actId="27636"/>
      <pc:docMkLst>
        <pc:docMk/>
      </pc:docMkLst>
      <pc:sldChg chg="modSp">
        <pc:chgData name="Ellen Torfs" userId="c6aa1e10-4a12-4511-8c7c-135720d4f277" providerId="ADAL" clId="{9932D13E-6C5E-49FA-A144-75AC46F307EF}" dt="2019-09-11T07:19:49.190" v="12" actId="20577"/>
        <pc:sldMkLst>
          <pc:docMk/>
          <pc:sldMk cId="54334544" sldId="256"/>
        </pc:sldMkLst>
      </pc:sldChg>
      <pc:sldChg chg="addSp modSp">
        <pc:chgData name="Ellen Torfs" userId="c6aa1e10-4a12-4511-8c7c-135720d4f277" providerId="ADAL" clId="{9932D13E-6C5E-49FA-A144-75AC46F307EF}" dt="2019-09-11T07:40:01.083" v="823" actId="1076"/>
        <pc:sldMkLst>
          <pc:docMk/>
          <pc:sldMk cId="1055868665" sldId="257"/>
        </pc:sldMkLst>
      </pc:sldChg>
      <pc:sldChg chg="addSp delSp modSp ord modNotesTx">
        <pc:chgData name="Ellen Torfs" userId="c6aa1e10-4a12-4511-8c7c-135720d4f277" providerId="ADAL" clId="{9932D13E-6C5E-49FA-A144-75AC46F307EF}" dt="2019-09-11T08:52:18.855" v="5016" actId="20577"/>
        <pc:sldMkLst>
          <pc:docMk/>
          <pc:sldMk cId="620147385" sldId="258"/>
        </pc:sldMkLst>
      </pc:sldChg>
      <pc:sldChg chg="del">
        <pc:chgData name="Ellen Torfs" userId="c6aa1e10-4a12-4511-8c7c-135720d4f277" providerId="ADAL" clId="{9932D13E-6C5E-49FA-A144-75AC46F307EF}" dt="2019-09-11T07:56:05.804" v="2100" actId="2696"/>
        <pc:sldMkLst>
          <pc:docMk/>
          <pc:sldMk cId="2303287502" sldId="259"/>
        </pc:sldMkLst>
      </pc:sldChg>
      <pc:sldChg chg="del">
        <pc:chgData name="Ellen Torfs" userId="c6aa1e10-4a12-4511-8c7c-135720d4f277" providerId="ADAL" clId="{9932D13E-6C5E-49FA-A144-75AC46F307EF}" dt="2019-09-11T08:06:35.910" v="2454" actId="2696"/>
        <pc:sldMkLst>
          <pc:docMk/>
          <pc:sldMk cId="1438263673" sldId="260"/>
        </pc:sldMkLst>
      </pc:sldChg>
      <pc:sldChg chg="del">
        <pc:chgData name="Ellen Torfs" userId="c6aa1e10-4a12-4511-8c7c-135720d4f277" providerId="ADAL" clId="{9932D13E-6C5E-49FA-A144-75AC46F307EF}" dt="2019-09-11T07:56:18.310" v="2101" actId="2696"/>
        <pc:sldMkLst>
          <pc:docMk/>
          <pc:sldMk cId="3855885531" sldId="261"/>
        </pc:sldMkLst>
      </pc:sldChg>
      <pc:sldChg chg="modSp ord">
        <pc:chgData name="Ellen Torfs" userId="c6aa1e10-4a12-4511-8c7c-135720d4f277" providerId="ADAL" clId="{9932D13E-6C5E-49FA-A144-75AC46F307EF}" dt="2019-09-11T08:28:29.113" v="3460" actId="20577"/>
        <pc:sldMkLst>
          <pc:docMk/>
          <pc:sldMk cId="2006118848" sldId="262"/>
        </pc:sldMkLst>
      </pc:sldChg>
      <pc:sldChg chg="ord">
        <pc:chgData name="Ellen Torfs" userId="c6aa1e10-4a12-4511-8c7c-135720d4f277" providerId="ADAL" clId="{9932D13E-6C5E-49FA-A144-75AC46F307EF}" dt="2019-09-11T08:29:15.782" v="3478" actId="27636"/>
        <pc:sldMkLst>
          <pc:docMk/>
          <pc:sldMk cId="977749703" sldId="263"/>
        </pc:sldMkLst>
      </pc:sldChg>
      <pc:sldChg chg="delSp modSp ord">
        <pc:chgData name="Ellen Torfs" userId="c6aa1e10-4a12-4511-8c7c-135720d4f277" providerId="ADAL" clId="{9932D13E-6C5E-49FA-A144-75AC46F307EF}" dt="2019-09-11T08:29:27.798" v="3481" actId="20577"/>
        <pc:sldMkLst>
          <pc:docMk/>
          <pc:sldMk cId="2290807259" sldId="264"/>
        </pc:sldMkLst>
      </pc:sldChg>
      <pc:sldChg chg="modSp">
        <pc:chgData name="Ellen Torfs" userId="c6aa1e10-4a12-4511-8c7c-135720d4f277" providerId="ADAL" clId="{9932D13E-6C5E-49FA-A144-75AC46F307EF}" dt="2019-09-11T08:35:30.349" v="4039" actId="20577"/>
        <pc:sldMkLst>
          <pc:docMk/>
          <pc:sldMk cId="556707363" sldId="265"/>
        </pc:sldMkLst>
      </pc:sldChg>
      <pc:sldChg chg="modSp">
        <pc:chgData name="Ellen Torfs" userId="c6aa1e10-4a12-4511-8c7c-135720d4f277" providerId="ADAL" clId="{9932D13E-6C5E-49FA-A144-75AC46F307EF}" dt="2019-09-11T07:24:53.109" v="227" actId="20577"/>
        <pc:sldMkLst>
          <pc:docMk/>
          <pc:sldMk cId="2513866126" sldId="267"/>
        </pc:sldMkLst>
      </pc:sldChg>
      <pc:sldChg chg="addSp delSp modSp add">
        <pc:chgData name="Ellen Torfs" userId="c6aa1e10-4a12-4511-8c7c-135720d4f277" providerId="ADAL" clId="{9932D13E-6C5E-49FA-A144-75AC46F307EF}" dt="2019-09-11T07:54:52.916" v="2099" actId="20577"/>
        <pc:sldMkLst>
          <pc:docMk/>
          <pc:sldMk cId="1006678507" sldId="268"/>
        </pc:sldMkLst>
      </pc:sldChg>
      <pc:sldChg chg="modSp add ord">
        <pc:chgData name="Ellen Torfs" userId="c6aa1e10-4a12-4511-8c7c-135720d4f277" providerId="ADAL" clId="{9932D13E-6C5E-49FA-A144-75AC46F307EF}" dt="2019-09-11T08:54:14.153" v="5135" actId="27636"/>
        <pc:sldMkLst>
          <pc:docMk/>
          <pc:sldMk cId="2571285731" sldId="269"/>
        </pc:sldMkLst>
      </pc:sldChg>
      <pc:sldChg chg="modSp add del">
        <pc:chgData name="Ellen Torfs" userId="c6aa1e10-4a12-4511-8c7c-135720d4f277" providerId="ADAL" clId="{9932D13E-6C5E-49FA-A144-75AC46F307EF}" dt="2019-09-11T08:41:26.851" v="4805" actId="2696"/>
        <pc:sldMkLst>
          <pc:docMk/>
          <pc:sldMk cId="2408717167" sldId="270"/>
        </pc:sldMkLst>
      </pc:sldChg>
    </pc:docChg>
  </pc:docChgLst>
  <pc:docChgLst>
    <pc:chgData name="Stef Van Wolputte" userId="53954008-e772-4081-b24d-77d1e8f1f00e" providerId="ADAL" clId="{9CA71B16-BB9C-423B-A186-74BA0166B34D}"/>
    <pc:docChg chg="undo custSel addSld delSld modSld modSection">
      <pc:chgData name="Stef Van Wolputte" userId="53954008-e772-4081-b24d-77d1e8f1f00e" providerId="ADAL" clId="{9CA71B16-BB9C-423B-A186-74BA0166B34D}" dt="2025-08-28T09:14:47.510" v="79" actId="1076"/>
      <pc:docMkLst>
        <pc:docMk/>
      </pc:docMkLst>
      <pc:sldChg chg="modSp mod">
        <pc:chgData name="Stef Van Wolputte" userId="53954008-e772-4081-b24d-77d1e8f1f00e" providerId="ADAL" clId="{9CA71B16-BB9C-423B-A186-74BA0166B34D}" dt="2025-08-28T09:09:21.718" v="0" actId="113"/>
        <pc:sldMkLst>
          <pc:docMk/>
          <pc:sldMk cId="1552677652" sldId="337"/>
        </pc:sldMkLst>
        <pc:spChg chg="mod">
          <ac:chgData name="Stef Van Wolputte" userId="53954008-e772-4081-b24d-77d1e8f1f00e" providerId="ADAL" clId="{9CA71B16-BB9C-423B-A186-74BA0166B34D}" dt="2025-08-28T09:09:21.718" v="0" actId="113"/>
          <ac:spMkLst>
            <pc:docMk/>
            <pc:sldMk cId="1552677652" sldId="337"/>
            <ac:spMk id="3" creationId="{7BDED898-743C-DACF-BB59-E836A8E398FD}"/>
          </ac:spMkLst>
        </pc:spChg>
      </pc:sldChg>
      <pc:sldChg chg="addSp modSp new mod">
        <pc:chgData name="Stef Van Wolputte" userId="53954008-e772-4081-b24d-77d1e8f1f00e" providerId="ADAL" clId="{9CA71B16-BB9C-423B-A186-74BA0166B34D}" dt="2025-08-28T09:12:57.164" v="45" actId="14100"/>
        <pc:sldMkLst>
          <pc:docMk/>
          <pc:sldMk cId="977683032" sldId="397"/>
        </pc:sldMkLst>
      </pc:sldChg>
      <pc:sldChg chg="new del">
        <pc:chgData name="Stef Van Wolputte" userId="53954008-e772-4081-b24d-77d1e8f1f00e" providerId="ADAL" clId="{9CA71B16-BB9C-423B-A186-74BA0166B34D}" dt="2025-08-28T09:13:14.073" v="48" actId="47"/>
        <pc:sldMkLst>
          <pc:docMk/>
          <pc:sldMk cId="3864734492" sldId="398"/>
        </pc:sldMkLst>
      </pc:sldChg>
      <pc:sldChg chg="modSp add mod">
        <pc:chgData name="Stef Van Wolputte" userId="53954008-e772-4081-b24d-77d1e8f1f00e" providerId="ADAL" clId="{9CA71B16-BB9C-423B-A186-74BA0166B34D}" dt="2025-08-28T09:13:39.068" v="56" actId="114"/>
        <pc:sldMkLst>
          <pc:docMk/>
          <pc:sldMk cId="1400701189" sldId="399"/>
        </pc:sldMkLst>
      </pc:sldChg>
      <pc:sldChg chg="addSp delSp modSp add mod">
        <pc:chgData name="Stef Van Wolputte" userId="53954008-e772-4081-b24d-77d1e8f1f00e" providerId="ADAL" clId="{9CA71B16-BB9C-423B-A186-74BA0166B34D}" dt="2025-08-28T09:14:19.195" v="68" actId="1076"/>
        <pc:sldMkLst>
          <pc:docMk/>
          <pc:sldMk cId="1294446108" sldId="400"/>
        </pc:sldMkLst>
      </pc:sldChg>
      <pc:sldChg chg="addSp delSp modSp add mod">
        <pc:chgData name="Stef Van Wolputte" userId="53954008-e772-4081-b24d-77d1e8f1f00e" providerId="ADAL" clId="{9CA71B16-BB9C-423B-A186-74BA0166B34D}" dt="2025-08-28T09:14:47.510" v="79" actId="1076"/>
        <pc:sldMkLst>
          <pc:docMk/>
          <pc:sldMk cId="1659538285" sldId="401"/>
        </pc:sldMkLst>
      </pc:sldChg>
    </pc:docChg>
  </pc:docChgLst>
  <pc:docChgLst>
    <pc:chgData name="Stef Van Wolputte" userId="53954008-e772-4081-b24d-77d1e8f1f00e" providerId="ADAL" clId="{87CCA0C1-BF4E-4982-BAFA-A5C6071322C3}"/>
    <pc:docChg chg="undo custSel modSld">
      <pc:chgData name="Stef Van Wolputte" userId="53954008-e772-4081-b24d-77d1e8f1f00e" providerId="ADAL" clId="{87CCA0C1-BF4E-4982-BAFA-A5C6071322C3}" dt="2024-11-22T14:30:39.269" v="4" actId="33524"/>
      <pc:docMkLst>
        <pc:docMk/>
      </pc:docMkLst>
      <pc:sldChg chg="modSp mod">
        <pc:chgData name="Stef Van Wolputte" userId="53954008-e772-4081-b24d-77d1e8f1f00e" providerId="ADAL" clId="{87CCA0C1-BF4E-4982-BAFA-A5C6071322C3}" dt="2024-11-22T14:30:39.269" v="4" actId="33524"/>
        <pc:sldMkLst>
          <pc:docMk/>
          <pc:sldMk cId="561803602" sldId="322"/>
        </pc:sldMkLst>
      </pc:sldChg>
      <pc:sldChg chg="modSp mod">
        <pc:chgData name="Stef Van Wolputte" userId="53954008-e772-4081-b24d-77d1e8f1f00e" providerId="ADAL" clId="{87CCA0C1-BF4E-4982-BAFA-A5C6071322C3}" dt="2024-11-15T13:02:20.879" v="0" actId="14100"/>
        <pc:sldMkLst>
          <pc:docMk/>
          <pc:sldMk cId="134073067" sldId="373"/>
        </pc:sldMkLst>
      </pc:sldChg>
      <pc:sldChg chg="modSp mod">
        <pc:chgData name="Stef Van Wolputte" userId="53954008-e772-4081-b24d-77d1e8f1f00e" providerId="ADAL" clId="{87CCA0C1-BF4E-4982-BAFA-A5C6071322C3}" dt="2024-11-18T09:13:46.497" v="1" actId="20577"/>
        <pc:sldMkLst>
          <pc:docMk/>
          <pc:sldMk cId="100950643" sldId="385"/>
        </pc:sldMkLst>
      </pc:sldChg>
    </pc:docChg>
  </pc:docChgLst>
  <pc:docChgLst>
    <pc:chgData name="Hajar Ghaem Sigarchian" userId="S::u0136336@thomasmore.be::c942b3b0-1ec9-4b5a-9958-682b211c132c" providerId="AD" clId="Web-{0CCCB576-3499-A043-748F-C45F0B6EEB3A}"/>
    <pc:docChg chg="addSld delSld modSld sldOrd modSection">
      <pc:chgData name="Hajar Ghaem Sigarchian" userId="S::u0136336@thomasmore.be::c942b3b0-1ec9-4b5a-9958-682b211c132c" providerId="AD" clId="Web-{0CCCB576-3499-A043-748F-C45F0B6EEB3A}" dt="2022-10-17T09:50:11.894" v="234" actId="20577"/>
      <pc:docMkLst>
        <pc:docMk/>
      </pc:docMkLst>
      <pc:sldChg chg="addSp delSp modSp">
        <pc:chgData name="Hajar Ghaem Sigarchian" userId="S::u0136336@thomasmore.be::c942b3b0-1ec9-4b5a-9958-682b211c132c" providerId="AD" clId="Web-{0CCCB576-3499-A043-748F-C45F0B6EEB3A}" dt="2022-10-17T09:05:25.198" v="192" actId="1076"/>
        <pc:sldMkLst>
          <pc:docMk/>
          <pc:sldMk cId="2720548364" sldId="262"/>
        </pc:sldMkLst>
      </pc:sldChg>
      <pc:sldChg chg="addSp delSp modSp">
        <pc:chgData name="Hajar Ghaem Sigarchian" userId="S::u0136336@thomasmore.be::c942b3b0-1ec9-4b5a-9958-682b211c132c" providerId="AD" clId="Web-{0CCCB576-3499-A043-748F-C45F0B6EEB3A}" dt="2022-10-17T08:20:48.602" v="128" actId="1076"/>
        <pc:sldMkLst>
          <pc:docMk/>
          <pc:sldMk cId="818612706" sldId="263"/>
        </pc:sldMkLst>
      </pc:sldChg>
      <pc:sldChg chg="addSp delSp modSp">
        <pc:chgData name="Hajar Ghaem Sigarchian" userId="S::u0136336@thomasmore.be::c942b3b0-1ec9-4b5a-9958-682b211c132c" providerId="AD" clId="Web-{0CCCB576-3499-A043-748F-C45F0B6EEB3A}" dt="2022-10-17T08:22:44.372" v="138" actId="1076"/>
        <pc:sldMkLst>
          <pc:docMk/>
          <pc:sldMk cId="1641404978" sldId="264"/>
        </pc:sldMkLst>
      </pc:sldChg>
      <pc:sldChg chg="addSp delSp modSp">
        <pc:chgData name="Hajar Ghaem Sigarchian" userId="S::u0136336@thomasmore.be::c942b3b0-1ec9-4b5a-9958-682b211c132c" providerId="AD" clId="Web-{0CCCB576-3499-A043-748F-C45F0B6EEB3A}" dt="2022-10-17T08:14:08.523" v="100"/>
        <pc:sldMkLst>
          <pc:docMk/>
          <pc:sldMk cId="1856514912" sldId="265"/>
        </pc:sldMkLst>
      </pc:sldChg>
      <pc:sldChg chg="addSp delSp modSp">
        <pc:chgData name="Hajar Ghaem Sigarchian" userId="S::u0136336@thomasmore.be::c942b3b0-1ec9-4b5a-9958-682b211c132c" providerId="AD" clId="Web-{0CCCB576-3499-A043-748F-C45F0B6EEB3A}" dt="2022-10-17T08:15:00.978" v="102"/>
        <pc:sldMkLst>
          <pc:docMk/>
          <pc:sldMk cId="653651406" sldId="266"/>
        </pc:sldMkLst>
      </pc:sldChg>
      <pc:sldChg chg="addSp delSp modSp">
        <pc:chgData name="Hajar Ghaem Sigarchian" userId="S::u0136336@thomasmore.be::c942b3b0-1ec9-4b5a-9958-682b211c132c" providerId="AD" clId="Web-{0CCCB576-3499-A043-748F-C45F0B6EEB3A}" dt="2022-10-17T08:01:13.303" v="35" actId="1076"/>
        <pc:sldMkLst>
          <pc:docMk/>
          <pc:sldMk cId="2336077527" sldId="267"/>
        </pc:sldMkLst>
      </pc:sldChg>
      <pc:sldChg chg="addSp delSp modSp">
        <pc:chgData name="Hajar Ghaem Sigarchian" userId="S::u0136336@thomasmore.be::c942b3b0-1ec9-4b5a-9958-682b211c132c" providerId="AD" clId="Web-{0CCCB576-3499-A043-748F-C45F0B6EEB3A}" dt="2022-10-17T08:03:08.043" v="52" actId="1076"/>
        <pc:sldMkLst>
          <pc:docMk/>
          <pc:sldMk cId="3675161486" sldId="268"/>
        </pc:sldMkLst>
      </pc:sldChg>
      <pc:sldChg chg="addSp delSp modSp">
        <pc:chgData name="Hajar Ghaem Sigarchian" userId="S::u0136336@thomasmore.be::c942b3b0-1ec9-4b5a-9958-682b211c132c" providerId="AD" clId="Web-{0CCCB576-3499-A043-748F-C45F0B6EEB3A}" dt="2022-10-17T08:12:06.080" v="98" actId="14100"/>
        <pc:sldMkLst>
          <pc:docMk/>
          <pc:sldMk cId="4110860133" sldId="272"/>
        </pc:sldMkLst>
      </pc:sldChg>
      <pc:sldChg chg="addSp delSp modSp">
        <pc:chgData name="Hajar Ghaem Sigarchian" userId="S::u0136336@thomasmore.be::c942b3b0-1ec9-4b5a-9958-682b211c132c" providerId="AD" clId="Web-{0CCCB576-3499-A043-748F-C45F0B6EEB3A}" dt="2022-10-17T09:50:11.894" v="234" actId="20577"/>
        <pc:sldMkLst>
          <pc:docMk/>
          <pc:sldMk cId="3627771107" sldId="279"/>
        </pc:sldMkLst>
      </pc:sldChg>
      <pc:sldChg chg="addSp delSp modSp">
        <pc:chgData name="Hajar Ghaem Sigarchian" userId="S::u0136336@thomasmore.be::c942b3b0-1ec9-4b5a-9958-682b211c132c" providerId="AD" clId="Web-{0CCCB576-3499-A043-748F-C45F0B6EEB3A}" dt="2022-10-17T08:08:42.384" v="75" actId="1076"/>
        <pc:sldMkLst>
          <pc:docMk/>
          <pc:sldMk cId="676599965" sldId="281"/>
        </pc:sldMkLst>
      </pc:sldChg>
      <pc:sldChg chg="addSp delSp modSp">
        <pc:chgData name="Hajar Ghaem Sigarchian" userId="S::u0136336@thomasmore.be::c942b3b0-1ec9-4b5a-9958-682b211c132c" providerId="AD" clId="Web-{0CCCB576-3499-A043-748F-C45F0B6EEB3A}" dt="2022-10-17T08:10:06.778" v="88" actId="1076"/>
        <pc:sldMkLst>
          <pc:docMk/>
          <pc:sldMk cId="3728815295" sldId="282"/>
        </pc:sldMkLst>
      </pc:sldChg>
      <pc:sldChg chg="addSp delSp modSp">
        <pc:chgData name="Hajar Ghaem Sigarchian" userId="S::u0136336@thomasmore.be::c942b3b0-1ec9-4b5a-9958-682b211c132c" providerId="AD" clId="Web-{0CCCB576-3499-A043-748F-C45F0B6EEB3A}" dt="2022-10-17T08:48:03.998" v="169"/>
        <pc:sldMkLst>
          <pc:docMk/>
          <pc:sldMk cId="1436580794" sldId="285"/>
        </pc:sldMkLst>
      </pc:sldChg>
      <pc:sldChg chg="addSp delSp modSp">
        <pc:chgData name="Hajar Ghaem Sigarchian" userId="S::u0136336@thomasmore.be::c942b3b0-1ec9-4b5a-9958-682b211c132c" providerId="AD" clId="Web-{0CCCB576-3499-A043-748F-C45F0B6EEB3A}" dt="2022-10-17T08:48:29.671" v="171"/>
        <pc:sldMkLst>
          <pc:docMk/>
          <pc:sldMk cId="145402223" sldId="286"/>
        </pc:sldMkLst>
      </pc:sldChg>
      <pc:sldChg chg="del">
        <pc:chgData name="Hajar Ghaem Sigarchian" userId="S::u0136336@thomasmore.be::c942b3b0-1ec9-4b5a-9958-682b211c132c" providerId="AD" clId="Web-{0CCCB576-3499-A043-748F-C45F0B6EEB3A}" dt="2022-10-17T08:48:35.687" v="172"/>
        <pc:sldMkLst>
          <pc:docMk/>
          <pc:sldMk cId="2855276297" sldId="287"/>
        </pc:sldMkLst>
      </pc:sldChg>
      <pc:sldChg chg="addSp delSp modSp">
        <pc:chgData name="Hajar Ghaem Sigarchian" userId="S::u0136336@thomasmore.be::c942b3b0-1ec9-4b5a-9958-682b211c132c" providerId="AD" clId="Web-{0CCCB576-3499-A043-748F-C45F0B6EEB3A}" dt="2022-10-17T08:51:28.569" v="174"/>
        <pc:sldMkLst>
          <pc:docMk/>
          <pc:sldMk cId="1101732425" sldId="288"/>
        </pc:sldMkLst>
      </pc:sldChg>
      <pc:sldChg chg="addSp delSp modSp">
        <pc:chgData name="Hajar Ghaem Sigarchian" userId="S::u0136336@thomasmore.be::c942b3b0-1ec9-4b5a-9958-682b211c132c" providerId="AD" clId="Web-{0CCCB576-3499-A043-748F-C45F0B6EEB3A}" dt="2022-10-17T08:32:22.756" v="167" actId="14100"/>
        <pc:sldMkLst>
          <pc:docMk/>
          <pc:sldMk cId="208800682" sldId="289"/>
        </pc:sldMkLst>
      </pc:sldChg>
      <pc:sldChg chg="addSp delSp modSp">
        <pc:chgData name="Hajar Ghaem Sigarchian" userId="S::u0136336@thomasmore.be::c942b3b0-1ec9-4b5a-9958-682b211c132c" providerId="AD" clId="Web-{0CCCB576-3499-A043-748F-C45F0B6EEB3A}" dt="2022-10-17T08:27:10.618" v="156" actId="1076"/>
        <pc:sldMkLst>
          <pc:docMk/>
          <pc:sldMk cId="1299672675" sldId="290"/>
        </pc:sldMkLst>
      </pc:sldChg>
      <pc:sldChg chg="addSp delSp modSp">
        <pc:chgData name="Hajar Ghaem Sigarchian" userId="S::u0136336@thomasmore.be::c942b3b0-1ec9-4b5a-9958-682b211c132c" providerId="AD" clId="Web-{0CCCB576-3499-A043-748F-C45F0B6EEB3A}" dt="2022-10-17T09:06:51.061" v="196" actId="1076"/>
        <pc:sldMkLst>
          <pc:docMk/>
          <pc:sldMk cId="2987178234" sldId="295"/>
        </pc:sldMkLst>
      </pc:sldChg>
      <pc:sldChg chg="addSp delSp modSp">
        <pc:chgData name="Hajar Ghaem Sigarchian" userId="S::u0136336@thomasmore.be::c942b3b0-1ec9-4b5a-9958-682b211c132c" providerId="AD" clId="Web-{0CCCB576-3499-A043-748F-C45F0B6EEB3A}" dt="2022-10-17T09:16:58.680" v="213" actId="1076"/>
        <pc:sldMkLst>
          <pc:docMk/>
          <pc:sldMk cId="3094494470" sldId="304"/>
        </pc:sldMkLst>
      </pc:sldChg>
      <pc:sldChg chg="addSp delSp modSp">
        <pc:chgData name="Hajar Ghaem Sigarchian" userId="S::u0136336@thomasmore.be::c942b3b0-1ec9-4b5a-9958-682b211c132c" providerId="AD" clId="Web-{0CCCB576-3499-A043-748F-C45F0B6EEB3A}" dt="2022-10-17T09:18:40.184" v="216" actId="1076"/>
        <pc:sldMkLst>
          <pc:docMk/>
          <pc:sldMk cId="97708107" sldId="305"/>
        </pc:sldMkLst>
      </pc:sldChg>
      <pc:sldChg chg="addSp delSp modSp ord">
        <pc:chgData name="Hajar Ghaem Sigarchian" userId="S::u0136336@thomasmore.be::c942b3b0-1ec9-4b5a-9958-682b211c132c" providerId="AD" clId="Web-{0CCCB576-3499-A043-748F-C45F0B6EEB3A}" dt="2022-10-17T09:31:19.544" v="221" actId="1076"/>
        <pc:sldMkLst>
          <pc:docMk/>
          <pc:sldMk cId="365881715" sldId="306"/>
        </pc:sldMkLst>
      </pc:sldChg>
      <pc:sldChg chg="modSp">
        <pc:chgData name="Hajar Ghaem Sigarchian" userId="S::u0136336@thomasmore.be::c942b3b0-1ec9-4b5a-9958-682b211c132c" providerId="AD" clId="Web-{0CCCB576-3499-A043-748F-C45F0B6EEB3A}" dt="2022-10-17T09:31:55.843" v="223" actId="20577"/>
        <pc:sldMkLst>
          <pc:docMk/>
          <pc:sldMk cId="3870284430" sldId="336"/>
        </pc:sldMkLst>
      </pc:sldChg>
      <pc:sldChg chg="addSp delSp modSp new">
        <pc:chgData name="Hajar Ghaem Sigarchian" userId="S::u0136336@thomasmore.be::c942b3b0-1ec9-4b5a-9958-682b211c132c" providerId="AD" clId="Web-{0CCCB576-3499-A043-748F-C45F0B6EEB3A}" dt="2022-10-17T09:49:35.110" v="226" actId="1076"/>
        <pc:sldMkLst>
          <pc:docMk/>
          <pc:sldMk cId="423994051" sldId="337"/>
        </pc:sldMkLst>
      </pc:sldChg>
    </pc:docChg>
  </pc:docChgLst>
  <pc:docChgLst>
    <pc:chgData name="Ellen Torfs" userId="c6aa1e10-4a12-4511-8c7c-135720d4f277" providerId="ADAL" clId="{FF95A89B-2AB9-47A5-A5A2-46B9549F1166}"/>
    <pc:docChg chg="custSel addSld delSld modSld replTag delTag">
      <pc:chgData name="Ellen Torfs" userId="c6aa1e10-4a12-4511-8c7c-135720d4f277" providerId="ADAL" clId="{FF95A89B-2AB9-47A5-A5A2-46B9549F1166}" dt="2021-09-20T16:12:03.447" v="575"/>
      <pc:docMkLst>
        <pc:docMk/>
      </pc:docMkLst>
      <pc:sldChg chg="modSp mod">
        <pc:chgData name="Ellen Torfs" userId="c6aa1e10-4a12-4511-8c7c-135720d4f277" providerId="ADAL" clId="{FF95A89B-2AB9-47A5-A5A2-46B9549F1166}" dt="2021-09-20T16:01:10.342" v="30" actId="20577"/>
        <pc:sldMkLst>
          <pc:docMk/>
          <pc:sldMk cId="620147385" sldId="258"/>
        </pc:sldMkLst>
      </pc:sldChg>
      <pc:sldChg chg="modSp mod">
        <pc:chgData name="Ellen Torfs" userId="c6aa1e10-4a12-4511-8c7c-135720d4f277" providerId="ADAL" clId="{FF95A89B-2AB9-47A5-A5A2-46B9549F1166}" dt="2021-09-20T16:01:49.303" v="36" actId="20577"/>
        <pc:sldMkLst>
          <pc:docMk/>
          <pc:sldMk cId="2006118848" sldId="262"/>
        </pc:sldMkLst>
      </pc:sldChg>
      <pc:sldChg chg="modSp mod">
        <pc:chgData name="Ellen Torfs" userId="c6aa1e10-4a12-4511-8c7c-135720d4f277" providerId="ADAL" clId="{FF95A89B-2AB9-47A5-A5A2-46B9549F1166}" dt="2021-09-20T16:11:47.840" v="572" actId="20577"/>
        <pc:sldMkLst>
          <pc:docMk/>
          <pc:sldMk cId="2513866126" sldId="267"/>
        </pc:sldMkLst>
      </pc:sldChg>
      <pc:sldChg chg="modSp mod">
        <pc:chgData name="Ellen Torfs" userId="c6aa1e10-4a12-4511-8c7c-135720d4f277" providerId="ADAL" clId="{FF95A89B-2AB9-47A5-A5A2-46B9549F1166}" dt="2021-09-20T15:59:37.065" v="19" actId="20577"/>
        <pc:sldMkLst>
          <pc:docMk/>
          <pc:sldMk cId="1006678507" sldId="268"/>
        </pc:sldMkLst>
      </pc:sldChg>
      <pc:sldChg chg="modSp mod">
        <pc:chgData name="Ellen Torfs" userId="c6aa1e10-4a12-4511-8c7c-135720d4f277" providerId="ADAL" clId="{FF95A89B-2AB9-47A5-A5A2-46B9549F1166}" dt="2021-09-20T16:11:00.360" v="566" actId="20577"/>
        <pc:sldMkLst>
          <pc:docMk/>
          <pc:sldMk cId="2571285731" sldId="269"/>
        </pc:sldMkLst>
      </pc:sldChg>
      <pc:sldChg chg="modSp new del mod">
        <pc:chgData name="Ellen Torfs" userId="c6aa1e10-4a12-4511-8c7c-135720d4f277" providerId="ADAL" clId="{FF95A89B-2AB9-47A5-A5A2-46B9549F1166}" dt="2021-09-20T16:11:04.389" v="567" actId="47"/>
        <pc:sldMkLst>
          <pc:docMk/>
          <pc:sldMk cId="2783466768" sldId="272"/>
        </pc:sldMkLst>
      </pc:sldChg>
    </pc:docChg>
  </pc:docChgLst>
  <pc:docChgLst>
    <pc:chgData name="Kristine Mangelschots" userId="f3152f8f-1017-4733-9e76-33dd9c43a1dc" providerId="ADAL" clId="{37DEC717-B0D6-4902-9A61-C39A7C06ACF8}"/>
    <pc:docChg chg="custSel modSld">
      <pc:chgData name="Kristine Mangelschots" userId="f3152f8f-1017-4733-9e76-33dd9c43a1dc" providerId="ADAL" clId="{37DEC717-B0D6-4902-9A61-C39A7C06ACF8}" dt="2022-10-25T08:19:12.961" v="4" actId="1076"/>
      <pc:docMkLst>
        <pc:docMk/>
      </pc:docMkLst>
      <pc:sldChg chg="modSp mod">
        <pc:chgData name="Kristine Mangelschots" userId="f3152f8f-1017-4733-9e76-33dd9c43a1dc" providerId="ADAL" clId="{37DEC717-B0D6-4902-9A61-C39A7C06ACF8}" dt="2022-10-25T08:18:53.643" v="3" actId="1076"/>
        <pc:sldMkLst>
          <pc:docMk/>
          <pc:sldMk cId="561803602" sldId="322"/>
        </pc:sldMkLst>
      </pc:sldChg>
      <pc:sldChg chg="modSp mod">
        <pc:chgData name="Kristine Mangelschots" userId="f3152f8f-1017-4733-9e76-33dd9c43a1dc" providerId="ADAL" clId="{37DEC717-B0D6-4902-9A61-C39A7C06ACF8}" dt="2022-10-25T08:18:46.339" v="2" actId="1076"/>
        <pc:sldMkLst>
          <pc:docMk/>
          <pc:sldMk cId="1212215012" sldId="323"/>
        </pc:sldMkLst>
      </pc:sldChg>
      <pc:sldChg chg="delSp mod">
        <pc:chgData name="Kristine Mangelschots" userId="f3152f8f-1017-4733-9e76-33dd9c43a1dc" providerId="ADAL" clId="{37DEC717-B0D6-4902-9A61-C39A7C06ACF8}" dt="2022-10-25T08:17:58.836" v="0" actId="478"/>
        <pc:sldMkLst>
          <pc:docMk/>
          <pc:sldMk cId="642470908" sldId="355"/>
        </pc:sldMkLst>
      </pc:sldChg>
      <pc:sldChg chg="delSp mod">
        <pc:chgData name="Kristine Mangelschots" userId="f3152f8f-1017-4733-9e76-33dd9c43a1dc" providerId="ADAL" clId="{37DEC717-B0D6-4902-9A61-C39A7C06ACF8}" dt="2022-10-25T08:18:11.532" v="1" actId="478"/>
        <pc:sldMkLst>
          <pc:docMk/>
          <pc:sldMk cId="632538489" sldId="357"/>
        </pc:sldMkLst>
      </pc:sldChg>
      <pc:sldChg chg="modSp mod">
        <pc:chgData name="Kristine Mangelschots" userId="f3152f8f-1017-4733-9e76-33dd9c43a1dc" providerId="ADAL" clId="{37DEC717-B0D6-4902-9A61-C39A7C06ACF8}" dt="2022-10-25T08:19:12.961" v="4" actId="1076"/>
        <pc:sldMkLst>
          <pc:docMk/>
          <pc:sldMk cId="3741634028" sldId="361"/>
        </pc:sldMkLst>
      </pc:sldChg>
    </pc:docChg>
  </pc:docChgLst>
  <pc:docChgLst>
    <pc:chgData name="Hajar Ghaem Sigarchian" userId="S::u0136336@thomasmore.be::c942b3b0-1ec9-4b5a-9958-682b211c132c" providerId="AD" clId="Web-{26779B3A-4520-F603-4DC6-0DA8267FB6B4}"/>
    <pc:docChg chg="modSld">
      <pc:chgData name="Hajar Ghaem Sigarchian" userId="S::u0136336@thomasmore.be::c942b3b0-1ec9-4b5a-9958-682b211c132c" providerId="AD" clId="Web-{26779B3A-4520-F603-4DC6-0DA8267FB6B4}" dt="2022-10-17T07:24:45.144" v="32" actId="20577"/>
      <pc:docMkLst>
        <pc:docMk/>
      </pc:docMkLst>
      <pc:sldChg chg="modSp">
        <pc:chgData name="Hajar Ghaem Sigarchian" userId="S::u0136336@thomasmore.be::c942b3b0-1ec9-4b5a-9958-682b211c132c" providerId="AD" clId="Web-{26779B3A-4520-F603-4DC6-0DA8267FB6B4}" dt="2022-10-17T07:24:45.144" v="32" actId="20577"/>
        <pc:sldMkLst>
          <pc:docMk/>
          <pc:sldMk cId="924373337" sldId="332"/>
        </pc:sldMkLst>
      </pc:sldChg>
    </pc:docChg>
  </pc:docChgLst>
  <pc:docChgLst>
    <pc:chgData name="Hajar Ghaem Sigarchian" userId="S::u0136336@thomasmore.be::c942b3b0-1ec9-4b5a-9958-682b211c132c" providerId="AD" clId="Web-{DB560468-83BD-9D7D-65B0-2E9416CDBFB2}"/>
    <pc:docChg chg="modSld">
      <pc:chgData name="Hajar Ghaem Sigarchian" userId="S::u0136336@thomasmore.be::c942b3b0-1ec9-4b5a-9958-682b211c132c" providerId="AD" clId="Web-{DB560468-83BD-9D7D-65B0-2E9416CDBFB2}" dt="2022-10-20T07:23:40.582" v="15" actId="20577"/>
      <pc:docMkLst>
        <pc:docMk/>
      </pc:docMkLst>
      <pc:sldChg chg="modSp">
        <pc:chgData name="Hajar Ghaem Sigarchian" userId="S::u0136336@thomasmore.be::c942b3b0-1ec9-4b5a-9958-682b211c132c" providerId="AD" clId="Web-{DB560468-83BD-9D7D-65B0-2E9416CDBFB2}" dt="2022-10-20T07:23:40.582" v="15" actId="20577"/>
        <pc:sldMkLst>
          <pc:docMk/>
          <pc:sldMk cId="289776805" sldId="270"/>
        </pc:sldMkLst>
      </pc:sldChg>
      <pc:sldChg chg="modSp">
        <pc:chgData name="Hajar Ghaem Sigarchian" userId="S::u0136336@thomasmore.be::c942b3b0-1ec9-4b5a-9958-682b211c132c" providerId="AD" clId="Web-{DB560468-83BD-9D7D-65B0-2E9416CDBFB2}" dt="2022-10-20T06:45:21.866" v="1" actId="20577"/>
        <pc:sldMkLst>
          <pc:docMk/>
          <pc:sldMk cId="1605218145" sldId="293"/>
        </pc:sldMkLst>
      </pc:sldChg>
    </pc:docChg>
  </pc:docChgLst>
  <pc:docChgLst>
    <pc:chgData name="Ellen Torfs" userId="c6aa1e10-4a12-4511-8c7c-135720d4f277" providerId="ADAL" clId="{12CE8BF7-99A2-40E2-A9CB-C29267AE7EA3}"/>
    <pc:docChg chg="modSld">
      <pc:chgData name="Ellen Torfs" userId="c6aa1e10-4a12-4511-8c7c-135720d4f277" providerId="ADAL" clId="{12CE8BF7-99A2-40E2-A9CB-C29267AE7EA3}" dt="2019-05-27T11:40:26.634" v="5" actId="20577"/>
      <pc:docMkLst>
        <pc:docMk/>
      </pc:docMkLst>
      <pc:sldChg chg="modSp">
        <pc:chgData name="Ellen Torfs" userId="c6aa1e10-4a12-4511-8c7c-135720d4f277" providerId="ADAL" clId="{12CE8BF7-99A2-40E2-A9CB-C29267AE7EA3}" dt="2019-05-27T11:40:26.634" v="5" actId="20577"/>
        <pc:sldMkLst>
          <pc:docMk/>
          <pc:sldMk cId="2513866126" sldId="267"/>
        </pc:sldMkLst>
      </pc:sldChg>
    </pc:docChg>
  </pc:docChgLst>
  <pc:docChgLst>
    <pc:chgData name="Ellen Torfs" userId="c6aa1e10-4a12-4511-8c7c-135720d4f277" providerId="ADAL" clId="{03EA23CC-EA4D-4028-9693-4F323B9AA202}"/>
    <pc:docChg chg="modSld">
      <pc:chgData name="Ellen Torfs" userId="c6aa1e10-4a12-4511-8c7c-135720d4f277" providerId="ADAL" clId="{03EA23CC-EA4D-4028-9693-4F323B9AA202}" dt="2025-09-01T08:10:56.693" v="3" actId="20577"/>
      <pc:docMkLst>
        <pc:docMk/>
      </pc:docMkLst>
      <pc:sldChg chg="modSp mod">
        <pc:chgData name="Ellen Torfs" userId="c6aa1e10-4a12-4511-8c7c-135720d4f277" providerId="ADAL" clId="{03EA23CC-EA4D-4028-9693-4F323B9AA202}" dt="2025-09-01T08:10:56.693" v="3" actId="20577"/>
        <pc:sldMkLst>
          <pc:docMk/>
          <pc:sldMk cId="54334544" sldId="256"/>
        </pc:sldMkLst>
        <pc:spChg chg="mod">
          <ac:chgData name="Ellen Torfs" userId="c6aa1e10-4a12-4511-8c7c-135720d4f277" providerId="ADAL" clId="{03EA23CC-EA4D-4028-9693-4F323B9AA202}" dt="2025-09-01T08:10:56.693" v="3" actId="20577"/>
          <ac:spMkLst>
            <pc:docMk/>
            <pc:sldMk cId="54334544" sldId="256"/>
            <ac:spMk id="3" creationId="{00000000-0000-0000-0000-000000000000}"/>
          </ac:spMkLst>
        </pc:spChg>
      </pc:sldChg>
    </pc:docChg>
  </pc:docChgLst>
  <pc:docChgLst>
    <pc:chgData name="Ellen Torfs" userId="c6aa1e10-4a12-4511-8c7c-135720d4f277" providerId="ADAL" clId="{46D0D0CF-3329-48B4-AB0A-02D2A3CBD829}"/>
    <pc:docChg chg="custSel delSld modSld delSection modSection">
      <pc:chgData name="Ellen Torfs" userId="c6aa1e10-4a12-4511-8c7c-135720d4f277" providerId="ADAL" clId="{46D0D0CF-3329-48B4-AB0A-02D2A3CBD829}" dt="2023-11-24T15:06:09.511" v="21" actId="2696"/>
      <pc:docMkLst>
        <pc:docMk/>
      </pc:docMkLst>
      <pc:sldChg chg="modSp mod">
        <pc:chgData name="Ellen Torfs" userId="c6aa1e10-4a12-4511-8c7c-135720d4f277" providerId="ADAL" clId="{46D0D0CF-3329-48B4-AB0A-02D2A3CBD829}" dt="2023-11-21T20:40:14.294" v="20" actId="20577"/>
        <pc:sldMkLst>
          <pc:docMk/>
          <pc:sldMk cId="54334544" sldId="256"/>
        </pc:sldMkLst>
      </pc:sldChg>
      <pc:sldChg chg="modSp mod">
        <pc:chgData name="Ellen Torfs" userId="c6aa1e10-4a12-4511-8c7c-135720d4f277" providerId="ADAL" clId="{46D0D0CF-3329-48B4-AB0A-02D2A3CBD829}" dt="2023-11-21T20:36:34.444" v="14" actId="6549"/>
        <pc:sldMkLst>
          <pc:docMk/>
          <pc:sldMk cId="3503501734" sldId="257"/>
        </pc:sldMkLst>
      </pc:sldChg>
      <pc:sldChg chg="del">
        <pc:chgData name="Ellen Torfs" userId="c6aa1e10-4a12-4511-8c7c-135720d4f277" providerId="ADAL" clId="{46D0D0CF-3329-48B4-AB0A-02D2A3CBD829}" dt="2023-11-21T20:35:54.207" v="8" actId="47"/>
        <pc:sldMkLst>
          <pc:docMk/>
          <pc:sldMk cId="1856514912" sldId="265"/>
        </pc:sldMkLst>
      </pc:sldChg>
      <pc:sldChg chg="del">
        <pc:chgData name="Ellen Torfs" userId="c6aa1e10-4a12-4511-8c7c-135720d4f277" providerId="ADAL" clId="{46D0D0CF-3329-48B4-AB0A-02D2A3CBD829}" dt="2023-11-21T20:35:52.733" v="7" actId="47"/>
        <pc:sldMkLst>
          <pc:docMk/>
          <pc:sldMk cId="653651406" sldId="266"/>
        </pc:sldMkLst>
      </pc:sldChg>
      <pc:sldChg chg="del">
        <pc:chgData name="Ellen Torfs" userId="c6aa1e10-4a12-4511-8c7c-135720d4f277" providerId="ADAL" clId="{46D0D0CF-3329-48B4-AB0A-02D2A3CBD829}" dt="2023-11-21T20:36:04.349" v="11" actId="47"/>
        <pc:sldMkLst>
          <pc:docMk/>
          <pc:sldMk cId="2336077527" sldId="267"/>
        </pc:sldMkLst>
      </pc:sldChg>
      <pc:sldChg chg="del">
        <pc:chgData name="Ellen Torfs" userId="c6aa1e10-4a12-4511-8c7c-135720d4f277" providerId="ADAL" clId="{46D0D0CF-3329-48B4-AB0A-02D2A3CBD829}" dt="2023-11-21T20:36:05.726" v="12" actId="47"/>
        <pc:sldMkLst>
          <pc:docMk/>
          <pc:sldMk cId="3675161486" sldId="268"/>
        </pc:sldMkLst>
      </pc:sldChg>
      <pc:sldChg chg="del">
        <pc:chgData name="Ellen Torfs" userId="c6aa1e10-4a12-4511-8c7c-135720d4f277" providerId="ADAL" clId="{46D0D0CF-3329-48B4-AB0A-02D2A3CBD829}" dt="2023-11-21T20:35:55.735" v="9" actId="47"/>
        <pc:sldMkLst>
          <pc:docMk/>
          <pc:sldMk cId="4110860133" sldId="272"/>
        </pc:sldMkLst>
      </pc:sldChg>
      <pc:sldChg chg="del">
        <pc:chgData name="Ellen Torfs" userId="c6aa1e10-4a12-4511-8c7c-135720d4f277" providerId="ADAL" clId="{46D0D0CF-3329-48B4-AB0A-02D2A3CBD829}" dt="2023-11-21T20:36:57.931" v="15" actId="2696"/>
        <pc:sldMkLst>
          <pc:docMk/>
          <pc:sldMk cId="3627771107" sldId="279"/>
        </pc:sldMkLst>
      </pc:sldChg>
      <pc:sldChg chg="del mod modShow">
        <pc:chgData name="Ellen Torfs" userId="c6aa1e10-4a12-4511-8c7c-135720d4f277" providerId="ADAL" clId="{46D0D0CF-3329-48B4-AB0A-02D2A3CBD829}" dt="2023-11-24T15:06:09.511" v="21" actId="2696"/>
        <pc:sldMkLst>
          <pc:docMk/>
          <pc:sldMk cId="3728815295" sldId="282"/>
        </pc:sldMkLst>
      </pc:sldChg>
      <pc:sldChg chg="del">
        <pc:chgData name="Ellen Torfs" userId="c6aa1e10-4a12-4511-8c7c-135720d4f277" providerId="ADAL" clId="{46D0D0CF-3329-48B4-AB0A-02D2A3CBD829}" dt="2023-11-21T20:36:02.740" v="10" actId="47"/>
        <pc:sldMkLst>
          <pc:docMk/>
          <pc:sldMk cId="2093408380" sldId="326"/>
        </pc:sldMkLst>
      </pc:sldChg>
      <pc:sldChg chg="modSp mod">
        <pc:chgData name="Ellen Torfs" userId="c6aa1e10-4a12-4511-8c7c-135720d4f277" providerId="ADAL" clId="{46D0D0CF-3329-48B4-AB0A-02D2A3CBD829}" dt="2023-11-21T19:46:13.109" v="6" actId="6549"/>
        <pc:sldMkLst>
          <pc:docMk/>
          <pc:sldMk cId="1026730276" sldId="327"/>
        </pc:sldMkLst>
      </pc:sldChg>
    </pc:docChg>
  </pc:docChgLst>
  <pc:docChgLst>
    <pc:chgData name="Ellen Torfs" userId="c6aa1e10-4a12-4511-8c7c-135720d4f277" providerId="ADAL" clId="{C04458F9-C755-41E1-997C-9351D58D4989}"/>
    <pc:docChg chg="undo custSel addSld delSld modSld sldOrd addSection delSection modSection">
      <pc:chgData name="Ellen Torfs" userId="c6aa1e10-4a12-4511-8c7c-135720d4f277" providerId="ADAL" clId="{C04458F9-C755-41E1-997C-9351D58D4989}" dt="2024-11-11T12:50:45.257" v="1604" actId="20577"/>
      <pc:docMkLst>
        <pc:docMk/>
      </pc:docMkLst>
      <pc:sldChg chg="modSp mod">
        <pc:chgData name="Ellen Torfs" userId="c6aa1e10-4a12-4511-8c7c-135720d4f277" providerId="ADAL" clId="{C04458F9-C755-41E1-997C-9351D58D4989}" dt="2024-11-11T12:50:27.195" v="1590" actId="20577"/>
        <pc:sldMkLst>
          <pc:docMk/>
          <pc:sldMk cId="54334544" sldId="256"/>
        </pc:sldMkLst>
      </pc:sldChg>
      <pc:sldChg chg="modSp mod">
        <pc:chgData name="Ellen Torfs" userId="c6aa1e10-4a12-4511-8c7c-135720d4f277" providerId="ADAL" clId="{C04458F9-C755-41E1-997C-9351D58D4989}" dt="2024-11-11T12:50:45.257" v="1604" actId="20577"/>
        <pc:sldMkLst>
          <pc:docMk/>
          <pc:sldMk cId="3503501734" sldId="257"/>
        </pc:sldMkLst>
      </pc:sldChg>
      <pc:sldChg chg="modSp mod">
        <pc:chgData name="Ellen Torfs" userId="c6aa1e10-4a12-4511-8c7c-135720d4f277" providerId="ADAL" clId="{C04458F9-C755-41E1-997C-9351D58D4989}" dt="2024-11-11T11:41:45.955" v="1384" actId="20577"/>
        <pc:sldMkLst>
          <pc:docMk/>
          <pc:sldMk cId="2815130693" sldId="261"/>
        </pc:sldMkLst>
      </pc:sldChg>
      <pc:sldChg chg="modSp mod">
        <pc:chgData name="Ellen Torfs" userId="c6aa1e10-4a12-4511-8c7c-135720d4f277" providerId="ADAL" clId="{C04458F9-C755-41E1-997C-9351D58D4989}" dt="2024-11-11T11:10:10.153" v="445" actId="1076"/>
        <pc:sldMkLst>
          <pc:docMk/>
          <pc:sldMk cId="1436580794" sldId="285"/>
        </pc:sldMkLst>
      </pc:sldChg>
      <pc:sldChg chg="modSp mod">
        <pc:chgData name="Ellen Torfs" userId="c6aa1e10-4a12-4511-8c7c-135720d4f277" providerId="ADAL" clId="{C04458F9-C755-41E1-997C-9351D58D4989}" dt="2024-11-11T10:54:37.613" v="355" actId="1076"/>
        <pc:sldMkLst>
          <pc:docMk/>
          <pc:sldMk cId="208800682" sldId="289"/>
        </pc:sldMkLst>
      </pc:sldChg>
      <pc:sldChg chg="modSp mod">
        <pc:chgData name="Ellen Torfs" userId="c6aa1e10-4a12-4511-8c7c-135720d4f277" providerId="ADAL" clId="{C04458F9-C755-41E1-997C-9351D58D4989}" dt="2024-11-11T10:54:22.638" v="354" actId="1076"/>
        <pc:sldMkLst>
          <pc:docMk/>
          <pc:sldMk cId="1299672675" sldId="290"/>
        </pc:sldMkLst>
      </pc:sldChg>
      <pc:sldChg chg="modSp mod">
        <pc:chgData name="Ellen Torfs" userId="c6aa1e10-4a12-4511-8c7c-135720d4f277" providerId="ADAL" clId="{C04458F9-C755-41E1-997C-9351D58D4989}" dt="2024-11-11T11:05:30.494" v="444" actId="1076"/>
        <pc:sldMkLst>
          <pc:docMk/>
          <pc:sldMk cId="257630213" sldId="291"/>
        </pc:sldMkLst>
      </pc:sldChg>
      <pc:sldChg chg="modSp mod">
        <pc:chgData name="Ellen Torfs" userId="c6aa1e10-4a12-4511-8c7c-135720d4f277" providerId="ADAL" clId="{C04458F9-C755-41E1-997C-9351D58D4989}" dt="2024-11-11T11:20:03.034" v="584" actId="6549"/>
        <pc:sldMkLst>
          <pc:docMk/>
          <pc:sldMk cId="768955895" sldId="295"/>
        </pc:sldMkLst>
      </pc:sldChg>
      <pc:sldChg chg="add del">
        <pc:chgData name="Ellen Torfs" userId="c6aa1e10-4a12-4511-8c7c-135720d4f277" providerId="ADAL" clId="{C04458F9-C755-41E1-997C-9351D58D4989}" dt="2024-11-11T12:20:46.533" v="1555" actId="47"/>
        <pc:sldMkLst>
          <pc:docMk/>
          <pc:sldMk cId="2406631571" sldId="306"/>
        </pc:sldMkLst>
      </pc:sldChg>
      <pc:sldChg chg="add del">
        <pc:chgData name="Ellen Torfs" userId="c6aa1e10-4a12-4511-8c7c-135720d4f277" providerId="ADAL" clId="{C04458F9-C755-41E1-997C-9351D58D4989}" dt="2024-11-11T12:20:46.533" v="1555" actId="47"/>
        <pc:sldMkLst>
          <pc:docMk/>
          <pc:sldMk cId="3379996908" sldId="307"/>
        </pc:sldMkLst>
      </pc:sldChg>
      <pc:sldChg chg="modSp mod">
        <pc:chgData name="Ellen Torfs" userId="c6aa1e10-4a12-4511-8c7c-135720d4f277" providerId="ADAL" clId="{C04458F9-C755-41E1-997C-9351D58D4989}" dt="2024-11-11T11:25:19.034" v="638" actId="20577"/>
        <pc:sldMkLst>
          <pc:docMk/>
          <pc:sldMk cId="3812181889" sldId="314"/>
        </pc:sldMkLst>
      </pc:sldChg>
      <pc:sldChg chg="modSp mod">
        <pc:chgData name="Ellen Torfs" userId="c6aa1e10-4a12-4511-8c7c-135720d4f277" providerId="ADAL" clId="{C04458F9-C755-41E1-997C-9351D58D4989}" dt="2024-11-11T11:38:37.422" v="1367" actId="20577"/>
        <pc:sldMkLst>
          <pc:docMk/>
          <pc:sldMk cId="3587478234" sldId="315"/>
        </pc:sldMkLst>
      </pc:sldChg>
      <pc:sldChg chg="modSp mod modNotesTx">
        <pc:chgData name="Ellen Torfs" userId="c6aa1e10-4a12-4511-8c7c-135720d4f277" providerId="ADAL" clId="{C04458F9-C755-41E1-997C-9351D58D4989}" dt="2024-11-11T11:32:29.046" v="746" actId="14100"/>
        <pc:sldMkLst>
          <pc:docMk/>
          <pc:sldMk cId="1364935779" sldId="316"/>
        </pc:sldMkLst>
      </pc:sldChg>
      <pc:sldChg chg="modSp mod">
        <pc:chgData name="Ellen Torfs" userId="c6aa1e10-4a12-4511-8c7c-135720d4f277" providerId="ADAL" clId="{C04458F9-C755-41E1-997C-9351D58D4989}" dt="2024-11-11T11:41:56.826" v="1402" actId="20577"/>
        <pc:sldMkLst>
          <pc:docMk/>
          <pc:sldMk cId="3057930984" sldId="318"/>
        </pc:sldMkLst>
      </pc:sldChg>
      <pc:sldChg chg="addSp modSp mod modNotesTx">
        <pc:chgData name="Ellen Torfs" userId="c6aa1e10-4a12-4511-8c7c-135720d4f277" providerId="ADAL" clId="{C04458F9-C755-41E1-997C-9351D58D4989}" dt="2024-11-11T10:25:40.980" v="64" actId="208"/>
        <pc:sldMkLst>
          <pc:docMk/>
          <pc:sldMk cId="694510207" sldId="339"/>
        </pc:sldMkLst>
      </pc:sldChg>
      <pc:sldChg chg="modSp mod">
        <pc:chgData name="Ellen Torfs" userId="c6aa1e10-4a12-4511-8c7c-135720d4f277" providerId="ADAL" clId="{C04458F9-C755-41E1-997C-9351D58D4989}" dt="2024-11-11T10:30:17.532" v="68" actId="20577"/>
        <pc:sldMkLst>
          <pc:docMk/>
          <pc:sldMk cId="3627504182" sldId="342"/>
        </pc:sldMkLst>
      </pc:sldChg>
      <pc:sldChg chg="addSp delSp modSp mod">
        <pc:chgData name="Ellen Torfs" userId="c6aa1e10-4a12-4511-8c7c-135720d4f277" providerId="ADAL" clId="{C04458F9-C755-41E1-997C-9351D58D4989}" dt="2024-11-11T11:16:23.029" v="583" actId="14100"/>
        <pc:sldMkLst>
          <pc:docMk/>
          <pc:sldMk cId="3174336864" sldId="344"/>
        </pc:sldMkLst>
      </pc:sldChg>
      <pc:sldChg chg="modNotesTx">
        <pc:chgData name="Ellen Torfs" userId="c6aa1e10-4a12-4511-8c7c-135720d4f277" providerId="ADAL" clId="{C04458F9-C755-41E1-997C-9351D58D4989}" dt="2024-11-11T11:48:45.957" v="1526"/>
        <pc:sldMkLst>
          <pc:docMk/>
          <pc:sldMk cId="737940746" sldId="359"/>
        </pc:sldMkLst>
      </pc:sldChg>
      <pc:sldChg chg="modSp mod">
        <pc:chgData name="Ellen Torfs" userId="c6aa1e10-4a12-4511-8c7c-135720d4f277" providerId="ADAL" clId="{C04458F9-C755-41E1-997C-9351D58D4989}" dt="2024-11-11T11:49:44.660" v="1549" actId="20577"/>
        <pc:sldMkLst>
          <pc:docMk/>
          <pc:sldMk cId="394253723" sldId="363"/>
        </pc:sldMkLst>
      </pc:sldChg>
      <pc:sldChg chg="modSp mod">
        <pc:chgData name="Ellen Torfs" userId="c6aa1e10-4a12-4511-8c7c-135720d4f277" providerId="ADAL" clId="{C04458F9-C755-41E1-997C-9351D58D4989}" dt="2024-11-11T11:50:09.177" v="1550" actId="6549"/>
        <pc:sldMkLst>
          <pc:docMk/>
          <pc:sldMk cId="322679158" sldId="364"/>
        </pc:sldMkLst>
      </pc:sldChg>
      <pc:sldChg chg="modNotesTx">
        <pc:chgData name="Ellen Torfs" userId="c6aa1e10-4a12-4511-8c7c-135720d4f277" providerId="ADAL" clId="{C04458F9-C755-41E1-997C-9351D58D4989}" dt="2024-11-11T10:33:37.319" v="160" actId="20577"/>
        <pc:sldMkLst>
          <pc:docMk/>
          <pc:sldMk cId="2264315106" sldId="367"/>
        </pc:sldMkLst>
      </pc:sldChg>
      <pc:sldChg chg="addSp delSp modSp mod modNotesTx">
        <pc:chgData name="Ellen Torfs" userId="c6aa1e10-4a12-4511-8c7c-135720d4f277" providerId="ADAL" clId="{C04458F9-C755-41E1-997C-9351D58D4989}" dt="2024-11-11T10:52:54.555" v="346" actId="1076"/>
        <pc:sldMkLst>
          <pc:docMk/>
          <pc:sldMk cId="134073067" sldId="373"/>
        </pc:sldMkLst>
      </pc:sldChg>
      <pc:sldChg chg="modNotesTx">
        <pc:chgData name="Ellen Torfs" userId="c6aa1e10-4a12-4511-8c7c-135720d4f277" providerId="ADAL" clId="{C04458F9-C755-41E1-997C-9351D58D4989}" dt="2024-11-11T11:03:15.727" v="436" actId="20577"/>
        <pc:sldMkLst>
          <pc:docMk/>
          <pc:sldMk cId="3832971088" sldId="377"/>
        </pc:sldMkLst>
      </pc:sldChg>
      <pc:sldChg chg="modSp mod">
        <pc:chgData name="Ellen Torfs" userId="c6aa1e10-4a12-4511-8c7c-135720d4f277" providerId="ADAL" clId="{C04458F9-C755-41E1-997C-9351D58D4989}" dt="2024-11-11T11:00:55.661" v="356" actId="1076"/>
        <pc:sldMkLst>
          <pc:docMk/>
          <pc:sldMk cId="1444212144" sldId="380"/>
        </pc:sldMkLst>
      </pc:sldChg>
      <pc:sldChg chg="add del">
        <pc:chgData name="Ellen Torfs" userId="c6aa1e10-4a12-4511-8c7c-135720d4f277" providerId="ADAL" clId="{C04458F9-C755-41E1-997C-9351D58D4989}" dt="2024-11-11T12:20:46.533" v="1555" actId="47"/>
        <pc:sldMkLst>
          <pc:docMk/>
          <pc:sldMk cId="2252254915" sldId="386"/>
        </pc:sldMkLst>
      </pc:sldChg>
      <pc:sldChg chg="add del">
        <pc:chgData name="Ellen Torfs" userId="c6aa1e10-4a12-4511-8c7c-135720d4f277" providerId="ADAL" clId="{C04458F9-C755-41E1-997C-9351D58D4989}" dt="2024-11-11T12:20:46.533" v="1555" actId="47"/>
        <pc:sldMkLst>
          <pc:docMk/>
          <pc:sldMk cId="826693407" sldId="392"/>
        </pc:sldMkLst>
      </pc:sldChg>
      <pc:sldChg chg="add del">
        <pc:chgData name="Ellen Torfs" userId="c6aa1e10-4a12-4511-8c7c-135720d4f277" providerId="ADAL" clId="{C04458F9-C755-41E1-997C-9351D58D4989}" dt="2024-11-11T12:20:46.533" v="1555" actId="47"/>
        <pc:sldMkLst>
          <pc:docMk/>
          <pc:sldMk cId="2985887657" sldId="394"/>
        </pc:sldMkLst>
      </pc:sldChg>
      <pc:sldChg chg="delSp modSp add mod ord">
        <pc:chgData name="Ellen Torfs" userId="c6aa1e10-4a12-4511-8c7c-135720d4f277" providerId="ADAL" clId="{C04458F9-C755-41E1-997C-9351D58D4989}" dt="2024-11-11T10:49:49.205" v="287"/>
        <pc:sldMkLst>
          <pc:docMk/>
          <pc:sldMk cId="999517403" sldId="395"/>
        </pc:sldMkLst>
      </pc:sldChg>
      <pc:sldChg chg="addSp delSp modSp new mod">
        <pc:chgData name="Ellen Torfs" userId="c6aa1e10-4a12-4511-8c7c-135720d4f277" providerId="ADAL" clId="{C04458F9-C755-41E1-997C-9351D58D4989}" dt="2024-11-11T12:30:58.896" v="1574" actId="1076"/>
        <pc:sldMkLst>
          <pc:docMk/>
          <pc:sldMk cId="2351432164" sldId="396"/>
        </pc:sldMkLst>
      </pc:sldChg>
    </pc:docChg>
  </pc:docChgLst>
  <pc:docChgLst>
    <pc:chgData name="Jochen Mariën" userId="a4f8d9ed-3895-4365-b2d5-9432cb8a20d4" providerId="ADAL" clId="{33015752-5767-4521-A56E-453DBF4D53CB}"/>
    <pc:docChg chg="undo redo custSel addSld delSld modSld sldOrd addSection delSection modSection">
      <pc:chgData name="Jochen Mariën" userId="a4f8d9ed-3895-4365-b2d5-9432cb8a20d4" providerId="ADAL" clId="{33015752-5767-4521-A56E-453DBF4D53CB}" dt="2022-10-20T08:22:39.214" v="9469" actId="47"/>
      <pc:docMkLst>
        <pc:docMk/>
      </pc:docMkLst>
      <pc:sldChg chg="del">
        <pc:chgData name="Jochen Mariën" userId="a4f8d9ed-3895-4365-b2d5-9432cb8a20d4" providerId="ADAL" clId="{33015752-5767-4521-A56E-453DBF4D53CB}" dt="2022-10-13T08:44:29.174" v="141" actId="47"/>
        <pc:sldMkLst>
          <pc:docMk/>
          <pc:sldMk cId="4182070598" sldId="258"/>
        </pc:sldMkLst>
      </pc:sldChg>
      <pc:sldChg chg="del">
        <pc:chgData name="Jochen Mariën" userId="a4f8d9ed-3895-4365-b2d5-9432cb8a20d4" providerId="ADAL" clId="{33015752-5767-4521-A56E-453DBF4D53CB}" dt="2022-10-13T08:44:29.955" v="142" actId="47"/>
        <pc:sldMkLst>
          <pc:docMk/>
          <pc:sldMk cId="1421983689" sldId="259"/>
        </pc:sldMkLst>
      </pc:sldChg>
      <pc:sldChg chg="del">
        <pc:chgData name="Jochen Mariën" userId="a4f8d9ed-3895-4365-b2d5-9432cb8a20d4" providerId="ADAL" clId="{33015752-5767-4521-A56E-453DBF4D53CB}" dt="2022-10-13T08:44:37.762" v="147" actId="47"/>
        <pc:sldMkLst>
          <pc:docMk/>
          <pc:sldMk cId="3903867207" sldId="260"/>
        </pc:sldMkLst>
      </pc:sldChg>
      <pc:sldChg chg="add">
        <pc:chgData name="Jochen Mariën" userId="a4f8d9ed-3895-4365-b2d5-9432cb8a20d4" providerId="ADAL" clId="{33015752-5767-4521-A56E-453DBF4D53CB}" dt="2022-09-30T10:29:39.930" v="0"/>
        <pc:sldMkLst>
          <pc:docMk/>
          <pc:sldMk cId="2815130693" sldId="261"/>
        </pc:sldMkLst>
      </pc:sldChg>
      <pc:sldChg chg="del">
        <pc:chgData name="Jochen Mariën" userId="a4f8d9ed-3895-4365-b2d5-9432cb8a20d4" providerId="ADAL" clId="{33015752-5767-4521-A56E-453DBF4D53CB}" dt="2022-10-14T11:56:26.383" v="2739" actId="2696"/>
        <pc:sldMkLst>
          <pc:docMk/>
          <pc:sldMk cId="944431611" sldId="262"/>
        </pc:sldMkLst>
      </pc:sldChg>
      <pc:sldChg chg="add">
        <pc:chgData name="Jochen Mariën" userId="a4f8d9ed-3895-4365-b2d5-9432cb8a20d4" providerId="ADAL" clId="{33015752-5767-4521-A56E-453DBF4D53CB}" dt="2022-10-14T11:56:41.260" v="2742"/>
        <pc:sldMkLst>
          <pc:docMk/>
          <pc:sldMk cId="2720548364" sldId="262"/>
        </pc:sldMkLst>
      </pc:sldChg>
      <pc:sldChg chg="add del">
        <pc:chgData name="Jochen Mariën" userId="a4f8d9ed-3895-4365-b2d5-9432cb8a20d4" providerId="ADAL" clId="{33015752-5767-4521-A56E-453DBF4D53CB}" dt="2022-10-14T11:56:38.095" v="2741" actId="2696"/>
        <pc:sldMkLst>
          <pc:docMk/>
          <pc:sldMk cId="2780799464" sldId="262"/>
        </pc:sldMkLst>
      </pc:sldChg>
      <pc:sldChg chg="add del">
        <pc:chgData name="Jochen Mariën" userId="a4f8d9ed-3895-4365-b2d5-9432cb8a20d4" providerId="ADAL" clId="{33015752-5767-4521-A56E-453DBF4D53CB}" dt="2022-10-19T08:22:17.693" v="6485" actId="47"/>
        <pc:sldMkLst>
          <pc:docMk/>
          <pc:sldMk cId="818612706" sldId="263"/>
        </pc:sldMkLst>
      </pc:sldChg>
      <pc:sldChg chg="del">
        <pc:chgData name="Jochen Mariën" userId="a4f8d9ed-3895-4365-b2d5-9432cb8a20d4" providerId="ADAL" clId="{33015752-5767-4521-A56E-453DBF4D53CB}" dt="2022-10-14T11:55:48.355" v="2735" actId="2696"/>
        <pc:sldMkLst>
          <pc:docMk/>
          <pc:sldMk cId="1339400136" sldId="263"/>
        </pc:sldMkLst>
      </pc:sldChg>
      <pc:sldChg chg="add del setBg">
        <pc:chgData name="Jochen Mariën" userId="a4f8d9ed-3895-4365-b2d5-9432cb8a20d4" providerId="ADAL" clId="{33015752-5767-4521-A56E-453DBF4D53CB}" dt="2022-10-14T11:56:01.421" v="2737" actId="2696"/>
        <pc:sldMkLst>
          <pc:docMk/>
          <pc:sldMk cId="3073950817" sldId="263"/>
        </pc:sldMkLst>
      </pc:sldChg>
      <pc:sldChg chg="add del">
        <pc:chgData name="Jochen Mariën" userId="a4f8d9ed-3895-4365-b2d5-9432cb8a20d4" providerId="ADAL" clId="{33015752-5767-4521-A56E-453DBF4D53CB}" dt="2022-10-19T08:22:24.444" v="6486" actId="47"/>
        <pc:sldMkLst>
          <pc:docMk/>
          <pc:sldMk cId="1641404978" sldId="264"/>
        </pc:sldMkLst>
      </pc:sldChg>
      <pc:sldChg chg="add del">
        <pc:chgData name="Jochen Mariën" userId="a4f8d9ed-3895-4365-b2d5-9432cb8a20d4" providerId="ADAL" clId="{33015752-5767-4521-A56E-453DBF4D53CB}" dt="2022-10-14T11:56:01.421" v="2737" actId="2696"/>
        <pc:sldMkLst>
          <pc:docMk/>
          <pc:sldMk cId="1936633699" sldId="264"/>
        </pc:sldMkLst>
      </pc:sldChg>
      <pc:sldChg chg="del">
        <pc:chgData name="Jochen Mariën" userId="a4f8d9ed-3895-4365-b2d5-9432cb8a20d4" providerId="ADAL" clId="{33015752-5767-4521-A56E-453DBF4D53CB}" dt="2022-10-14T11:55:48.355" v="2735" actId="2696"/>
        <pc:sldMkLst>
          <pc:docMk/>
          <pc:sldMk cId="2204054682" sldId="264"/>
        </pc:sldMkLst>
      </pc:sldChg>
      <pc:sldChg chg="addSp delSp modSp add mod">
        <pc:chgData name="Jochen Mariën" userId="a4f8d9ed-3895-4365-b2d5-9432cb8a20d4" providerId="ADAL" clId="{33015752-5767-4521-A56E-453DBF4D53CB}" dt="2022-10-19T07:33:32.602" v="5087" actId="1076"/>
        <pc:sldMkLst>
          <pc:docMk/>
          <pc:sldMk cId="1856514912" sldId="265"/>
        </pc:sldMkLst>
      </pc:sldChg>
      <pc:sldChg chg="del">
        <pc:chgData name="Jochen Mariën" userId="a4f8d9ed-3895-4365-b2d5-9432cb8a20d4" providerId="ADAL" clId="{33015752-5767-4521-A56E-453DBF4D53CB}" dt="2022-10-14T11:59:08.688" v="2917" actId="2696"/>
        <pc:sldMkLst>
          <pc:docMk/>
          <pc:sldMk cId="2711985222" sldId="265"/>
        </pc:sldMkLst>
      </pc:sldChg>
      <pc:sldChg chg="del">
        <pc:chgData name="Jochen Mariën" userId="a4f8d9ed-3895-4365-b2d5-9432cb8a20d4" providerId="ADAL" clId="{33015752-5767-4521-A56E-453DBF4D53CB}" dt="2022-10-14T11:59:08.688" v="2917" actId="2696"/>
        <pc:sldMkLst>
          <pc:docMk/>
          <pc:sldMk cId="71487743" sldId="266"/>
        </pc:sldMkLst>
      </pc:sldChg>
      <pc:sldChg chg="add">
        <pc:chgData name="Jochen Mariën" userId="a4f8d9ed-3895-4365-b2d5-9432cb8a20d4" providerId="ADAL" clId="{33015752-5767-4521-A56E-453DBF4D53CB}" dt="2022-10-14T11:59:34.311" v="2918"/>
        <pc:sldMkLst>
          <pc:docMk/>
          <pc:sldMk cId="653651406" sldId="266"/>
        </pc:sldMkLst>
      </pc:sldChg>
      <pc:sldChg chg="modSp mod">
        <pc:chgData name="Jochen Mariën" userId="a4f8d9ed-3895-4365-b2d5-9432cb8a20d4" providerId="ADAL" clId="{33015752-5767-4521-A56E-453DBF4D53CB}" dt="2022-10-19T07:12:54.632" v="4896" actId="1076"/>
        <pc:sldMkLst>
          <pc:docMk/>
          <pc:sldMk cId="2336077527" sldId="267"/>
        </pc:sldMkLst>
      </pc:sldChg>
      <pc:sldChg chg="addSp modSp mod chgLayout">
        <pc:chgData name="Jochen Mariën" userId="a4f8d9ed-3895-4365-b2d5-9432cb8a20d4" providerId="ADAL" clId="{33015752-5767-4521-A56E-453DBF4D53CB}" dt="2022-10-19T07:19:56.109" v="5012" actId="1076"/>
        <pc:sldMkLst>
          <pc:docMk/>
          <pc:sldMk cId="3675161486" sldId="268"/>
        </pc:sldMkLst>
      </pc:sldChg>
      <pc:sldChg chg="modSp del mod">
        <pc:chgData name="Jochen Mariën" userId="a4f8d9ed-3895-4365-b2d5-9432cb8a20d4" providerId="ADAL" clId="{33015752-5767-4521-A56E-453DBF4D53CB}" dt="2022-10-14T12:13:50.442" v="4495" actId="47"/>
        <pc:sldMkLst>
          <pc:docMk/>
          <pc:sldMk cId="475150033" sldId="269"/>
        </pc:sldMkLst>
      </pc:sldChg>
      <pc:sldChg chg="add del">
        <pc:chgData name="Jochen Mariën" userId="a4f8d9ed-3895-4365-b2d5-9432cb8a20d4" providerId="ADAL" clId="{33015752-5767-4521-A56E-453DBF4D53CB}" dt="2022-10-14T11:56:01.421" v="2737" actId="2696"/>
        <pc:sldMkLst>
          <pc:docMk/>
          <pc:sldMk cId="1737037136" sldId="272"/>
        </pc:sldMkLst>
      </pc:sldChg>
      <pc:sldChg chg="del">
        <pc:chgData name="Jochen Mariën" userId="a4f8d9ed-3895-4365-b2d5-9432cb8a20d4" providerId="ADAL" clId="{33015752-5767-4521-A56E-453DBF4D53CB}" dt="2022-10-14T11:55:48.355" v="2735" actId="2696"/>
        <pc:sldMkLst>
          <pc:docMk/>
          <pc:sldMk cId="2641580495" sldId="272"/>
        </pc:sldMkLst>
      </pc:sldChg>
      <pc:sldChg chg="addSp delSp modSp add mod">
        <pc:chgData name="Jochen Mariën" userId="a4f8d9ed-3895-4365-b2d5-9432cb8a20d4" providerId="ADAL" clId="{33015752-5767-4521-A56E-453DBF4D53CB}" dt="2022-10-19T07:29:51.866" v="5081" actId="1076"/>
        <pc:sldMkLst>
          <pc:docMk/>
          <pc:sldMk cId="4110860133" sldId="272"/>
        </pc:sldMkLst>
      </pc:sldChg>
      <pc:sldChg chg="del">
        <pc:chgData name="Jochen Mariën" userId="a4f8d9ed-3895-4365-b2d5-9432cb8a20d4" providerId="ADAL" clId="{33015752-5767-4521-A56E-453DBF4D53CB}" dt="2022-10-14T11:55:34.661" v="2734" actId="47"/>
        <pc:sldMkLst>
          <pc:docMk/>
          <pc:sldMk cId="3506549472" sldId="273"/>
        </pc:sldMkLst>
      </pc:sldChg>
      <pc:sldChg chg="del">
        <pc:chgData name="Jochen Mariën" userId="a4f8d9ed-3895-4365-b2d5-9432cb8a20d4" providerId="ADAL" clId="{33015752-5767-4521-A56E-453DBF4D53CB}" dt="2022-10-13T08:44:28.120" v="140" actId="47"/>
        <pc:sldMkLst>
          <pc:docMk/>
          <pc:sldMk cId="1786628613" sldId="274"/>
        </pc:sldMkLst>
      </pc:sldChg>
      <pc:sldChg chg="del">
        <pc:chgData name="Jochen Mariën" userId="a4f8d9ed-3895-4365-b2d5-9432cb8a20d4" providerId="ADAL" clId="{33015752-5767-4521-A56E-453DBF4D53CB}" dt="2022-10-13T08:44:31.007" v="143" actId="47"/>
        <pc:sldMkLst>
          <pc:docMk/>
          <pc:sldMk cId="674023971" sldId="275"/>
        </pc:sldMkLst>
      </pc:sldChg>
      <pc:sldChg chg="del">
        <pc:chgData name="Jochen Mariën" userId="a4f8d9ed-3895-4365-b2d5-9432cb8a20d4" providerId="ADAL" clId="{33015752-5767-4521-A56E-453DBF4D53CB}" dt="2022-10-13T08:44:34.504" v="144" actId="47"/>
        <pc:sldMkLst>
          <pc:docMk/>
          <pc:sldMk cId="552677421" sldId="276"/>
        </pc:sldMkLst>
      </pc:sldChg>
      <pc:sldChg chg="del">
        <pc:chgData name="Jochen Mariën" userId="a4f8d9ed-3895-4365-b2d5-9432cb8a20d4" providerId="ADAL" clId="{33015752-5767-4521-A56E-453DBF4D53CB}" dt="2022-10-13T08:44:35.466" v="145" actId="47"/>
        <pc:sldMkLst>
          <pc:docMk/>
          <pc:sldMk cId="3968909877" sldId="277"/>
        </pc:sldMkLst>
      </pc:sldChg>
      <pc:sldChg chg="del">
        <pc:chgData name="Jochen Mariën" userId="a4f8d9ed-3895-4365-b2d5-9432cb8a20d4" providerId="ADAL" clId="{33015752-5767-4521-A56E-453DBF4D53CB}" dt="2022-10-13T08:44:36.449" v="146" actId="47"/>
        <pc:sldMkLst>
          <pc:docMk/>
          <pc:sldMk cId="873724660" sldId="278"/>
        </pc:sldMkLst>
      </pc:sldChg>
      <pc:sldChg chg="addSp delSp modSp mod">
        <pc:chgData name="Jochen Mariën" userId="a4f8d9ed-3895-4365-b2d5-9432cb8a20d4" providerId="ADAL" clId="{33015752-5767-4521-A56E-453DBF4D53CB}" dt="2022-10-19T07:24:08.406" v="5068" actId="20577"/>
        <pc:sldMkLst>
          <pc:docMk/>
          <pc:sldMk cId="3627771107" sldId="279"/>
        </pc:sldMkLst>
      </pc:sldChg>
      <pc:sldChg chg="del mod modShow">
        <pc:chgData name="Jochen Mariën" userId="a4f8d9ed-3895-4365-b2d5-9432cb8a20d4" providerId="ADAL" clId="{33015752-5767-4521-A56E-453DBF4D53CB}" dt="2022-10-13T08:49:26.780" v="148" actId="47"/>
        <pc:sldMkLst>
          <pc:docMk/>
          <pc:sldMk cId="1244459601" sldId="280"/>
        </pc:sldMkLst>
      </pc:sldChg>
      <pc:sldChg chg="del">
        <pc:chgData name="Jochen Mariën" userId="a4f8d9ed-3895-4365-b2d5-9432cb8a20d4" providerId="ADAL" clId="{33015752-5767-4521-A56E-453DBF4D53CB}" dt="2022-10-19T07:26:01.531" v="5070" actId="47"/>
        <pc:sldMkLst>
          <pc:docMk/>
          <pc:sldMk cId="676599965" sldId="281"/>
        </pc:sldMkLst>
      </pc:sldChg>
      <pc:sldChg chg="modSp mod">
        <pc:chgData name="Jochen Mariën" userId="a4f8d9ed-3895-4365-b2d5-9432cb8a20d4" providerId="ADAL" clId="{33015752-5767-4521-A56E-453DBF4D53CB}" dt="2022-10-19T07:26:52.622" v="5071" actId="20577"/>
        <pc:sldMkLst>
          <pc:docMk/>
          <pc:sldMk cId="3728815295" sldId="282"/>
        </pc:sldMkLst>
      </pc:sldChg>
      <pc:sldChg chg="ord">
        <pc:chgData name="Jochen Mariën" userId="a4f8d9ed-3895-4365-b2d5-9432cb8a20d4" providerId="ADAL" clId="{33015752-5767-4521-A56E-453DBF4D53CB}" dt="2022-10-14T11:41:19.975" v="1519"/>
        <pc:sldMkLst>
          <pc:docMk/>
          <pc:sldMk cId="2704840480" sldId="284"/>
        </pc:sldMkLst>
      </pc:sldChg>
      <pc:sldChg chg="del">
        <pc:chgData name="Jochen Mariën" userId="a4f8d9ed-3895-4365-b2d5-9432cb8a20d4" providerId="ADAL" clId="{33015752-5767-4521-A56E-453DBF4D53CB}" dt="2022-10-13T08:42:14.642" v="117" actId="47"/>
        <pc:sldMkLst>
          <pc:docMk/>
          <pc:sldMk cId="265638306" sldId="292"/>
        </pc:sldMkLst>
      </pc:sldChg>
      <pc:sldChg chg="modSp mod">
        <pc:chgData name="Jochen Mariën" userId="a4f8d9ed-3895-4365-b2d5-9432cb8a20d4" providerId="ADAL" clId="{33015752-5767-4521-A56E-453DBF4D53CB}" dt="2022-10-19T09:18:18.139" v="8413" actId="6549"/>
        <pc:sldMkLst>
          <pc:docMk/>
          <pc:sldMk cId="1605218145" sldId="293"/>
        </pc:sldMkLst>
      </pc:sldChg>
      <pc:sldChg chg="del">
        <pc:chgData name="Jochen Mariën" userId="a4f8d9ed-3895-4365-b2d5-9432cb8a20d4" providerId="ADAL" clId="{33015752-5767-4521-A56E-453DBF4D53CB}" dt="2022-10-13T08:42:15.694" v="118" actId="47"/>
        <pc:sldMkLst>
          <pc:docMk/>
          <pc:sldMk cId="1171818077" sldId="294"/>
        </pc:sldMkLst>
      </pc:sldChg>
      <pc:sldChg chg="add del">
        <pc:chgData name="Jochen Mariën" userId="a4f8d9ed-3895-4365-b2d5-9432cb8a20d4" providerId="ADAL" clId="{33015752-5767-4521-A56E-453DBF4D53CB}" dt="2022-10-20T08:09:26.165" v="9464" actId="47"/>
        <pc:sldMkLst>
          <pc:docMk/>
          <pc:sldMk cId="555689673" sldId="296"/>
        </pc:sldMkLst>
      </pc:sldChg>
      <pc:sldChg chg="add del">
        <pc:chgData name="Jochen Mariën" userId="a4f8d9ed-3895-4365-b2d5-9432cb8a20d4" providerId="ADAL" clId="{33015752-5767-4521-A56E-453DBF4D53CB}" dt="2022-10-14T11:52:22.138" v="2431" actId="2696"/>
        <pc:sldMkLst>
          <pc:docMk/>
          <pc:sldMk cId="1278317550" sldId="296"/>
        </pc:sldMkLst>
      </pc:sldChg>
      <pc:sldChg chg="add del">
        <pc:chgData name="Jochen Mariën" userId="a4f8d9ed-3895-4365-b2d5-9432cb8a20d4" providerId="ADAL" clId="{33015752-5767-4521-A56E-453DBF4D53CB}" dt="2022-10-14T11:52:22.138" v="2431" actId="2696"/>
        <pc:sldMkLst>
          <pc:docMk/>
          <pc:sldMk cId="3438195638" sldId="297"/>
        </pc:sldMkLst>
      </pc:sldChg>
      <pc:sldChg chg="add del">
        <pc:chgData name="Jochen Mariën" userId="a4f8d9ed-3895-4365-b2d5-9432cb8a20d4" providerId="ADAL" clId="{33015752-5767-4521-A56E-453DBF4D53CB}" dt="2022-10-20T08:09:26.165" v="9464" actId="47"/>
        <pc:sldMkLst>
          <pc:docMk/>
          <pc:sldMk cId="3577679633" sldId="297"/>
        </pc:sldMkLst>
      </pc:sldChg>
      <pc:sldChg chg="add del">
        <pc:chgData name="Jochen Mariën" userId="a4f8d9ed-3895-4365-b2d5-9432cb8a20d4" providerId="ADAL" clId="{33015752-5767-4521-A56E-453DBF4D53CB}" dt="2022-10-20T08:09:26.165" v="9464" actId="47"/>
        <pc:sldMkLst>
          <pc:docMk/>
          <pc:sldMk cId="1069345174" sldId="298"/>
        </pc:sldMkLst>
      </pc:sldChg>
      <pc:sldChg chg="add del">
        <pc:chgData name="Jochen Mariën" userId="a4f8d9ed-3895-4365-b2d5-9432cb8a20d4" providerId="ADAL" clId="{33015752-5767-4521-A56E-453DBF4D53CB}" dt="2022-10-14T11:52:22.138" v="2431" actId="2696"/>
        <pc:sldMkLst>
          <pc:docMk/>
          <pc:sldMk cId="1272538381" sldId="298"/>
        </pc:sldMkLst>
      </pc:sldChg>
      <pc:sldChg chg="add del">
        <pc:chgData name="Jochen Mariën" userId="a4f8d9ed-3895-4365-b2d5-9432cb8a20d4" providerId="ADAL" clId="{33015752-5767-4521-A56E-453DBF4D53CB}" dt="2022-10-20T08:21:05.546" v="9465" actId="47"/>
        <pc:sldMkLst>
          <pc:docMk/>
          <pc:sldMk cId="2353403406" sldId="299"/>
        </pc:sldMkLst>
      </pc:sldChg>
      <pc:sldChg chg="add del">
        <pc:chgData name="Jochen Mariën" userId="a4f8d9ed-3895-4365-b2d5-9432cb8a20d4" providerId="ADAL" clId="{33015752-5767-4521-A56E-453DBF4D53CB}" dt="2022-10-14T11:52:22.138" v="2431" actId="2696"/>
        <pc:sldMkLst>
          <pc:docMk/>
          <pc:sldMk cId="3284384285" sldId="299"/>
        </pc:sldMkLst>
      </pc:sldChg>
      <pc:sldChg chg="add del">
        <pc:chgData name="Jochen Mariën" userId="a4f8d9ed-3895-4365-b2d5-9432cb8a20d4" providerId="ADAL" clId="{33015752-5767-4521-A56E-453DBF4D53CB}" dt="2022-10-20T08:22:36.110" v="9468" actId="47"/>
        <pc:sldMkLst>
          <pc:docMk/>
          <pc:sldMk cId="2382001426" sldId="300"/>
        </pc:sldMkLst>
      </pc:sldChg>
      <pc:sldChg chg="add del">
        <pc:chgData name="Jochen Mariën" userId="a4f8d9ed-3895-4365-b2d5-9432cb8a20d4" providerId="ADAL" clId="{33015752-5767-4521-A56E-453DBF4D53CB}" dt="2022-10-14T11:52:22.138" v="2431" actId="2696"/>
        <pc:sldMkLst>
          <pc:docMk/>
          <pc:sldMk cId="4216336673" sldId="300"/>
        </pc:sldMkLst>
      </pc:sldChg>
      <pc:sldChg chg="del">
        <pc:chgData name="Jochen Mariën" userId="a4f8d9ed-3895-4365-b2d5-9432cb8a20d4" providerId="ADAL" clId="{33015752-5767-4521-A56E-453DBF4D53CB}" dt="2022-10-13T08:43:41.396" v="135" actId="47"/>
        <pc:sldMkLst>
          <pc:docMk/>
          <pc:sldMk cId="3369081324" sldId="301"/>
        </pc:sldMkLst>
      </pc:sldChg>
      <pc:sldChg chg="del">
        <pc:chgData name="Jochen Mariën" userId="a4f8d9ed-3895-4365-b2d5-9432cb8a20d4" providerId="ADAL" clId="{33015752-5767-4521-A56E-453DBF4D53CB}" dt="2022-10-13T08:43:42.153" v="136" actId="47"/>
        <pc:sldMkLst>
          <pc:docMk/>
          <pc:sldMk cId="1602086589" sldId="302"/>
        </pc:sldMkLst>
      </pc:sldChg>
      <pc:sldChg chg="del">
        <pc:chgData name="Jochen Mariën" userId="a4f8d9ed-3895-4365-b2d5-9432cb8a20d4" providerId="ADAL" clId="{33015752-5767-4521-A56E-453DBF4D53CB}" dt="2022-10-13T08:43:46.708" v="137" actId="47"/>
        <pc:sldMkLst>
          <pc:docMk/>
          <pc:sldMk cId="1847344389" sldId="303"/>
        </pc:sldMkLst>
      </pc:sldChg>
      <pc:sldChg chg="del">
        <pc:chgData name="Jochen Mariën" userId="a4f8d9ed-3895-4365-b2d5-9432cb8a20d4" providerId="ADAL" clId="{33015752-5767-4521-A56E-453DBF4D53CB}" dt="2022-10-14T11:57:40.710" v="2743" actId="2696"/>
        <pc:sldMkLst>
          <pc:docMk/>
          <pc:sldMk cId="1673239676" sldId="304"/>
        </pc:sldMkLst>
      </pc:sldChg>
      <pc:sldChg chg="add">
        <pc:chgData name="Jochen Mariën" userId="a4f8d9ed-3895-4365-b2d5-9432cb8a20d4" providerId="ADAL" clId="{33015752-5767-4521-A56E-453DBF4D53CB}" dt="2022-10-14T11:57:51.933" v="2744"/>
        <pc:sldMkLst>
          <pc:docMk/>
          <pc:sldMk cId="3094494470" sldId="304"/>
        </pc:sldMkLst>
      </pc:sldChg>
      <pc:sldChg chg="add">
        <pc:chgData name="Jochen Mariën" userId="a4f8d9ed-3895-4365-b2d5-9432cb8a20d4" providerId="ADAL" clId="{33015752-5767-4521-A56E-453DBF4D53CB}" dt="2022-10-14T11:57:51.933" v="2744"/>
        <pc:sldMkLst>
          <pc:docMk/>
          <pc:sldMk cId="97708107" sldId="305"/>
        </pc:sldMkLst>
      </pc:sldChg>
      <pc:sldChg chg="del">
        <pc:chgData name="Jochen Mariën" userId="a4f8d9ed-3895-4365-b2d5-9432cb8a20d4" providerId="ADAL" clId="{33015752-5767-4521-A56E-453DBF4D53CB}" dt="2022-10-14T11:57:40.710" v="2743" actId="2696"/>
        <pc:sldMkLst>
          <pc:docMk/>
          <pc:sldMk cId="4140264271" sldId="305"/>
        </pc:sldMkLst>
      </pc:sldChg>
      <pc:sldChg chg="add">
        <pc:chgData name="Jochen Mariën" userId="a4f8d9ed-3895-4365-b2d5-9432cb8a20d4" providerId="ADAL" clId="{33015752-5767-4521-A56E-453DBF4D53CB}" dt="2022-10-14T11:57:51.933" v="2744"/>
        <pc:sldMkLst>
          <pc:docMk/>
          <pc:sldMk cId="365881715" sldId="306"/>
        </pc:sldMkLst>
      </pc:sldChg>
      <pc:sldChg chg="del">
        <pc:chgData name="Jochen Mariën" userId="a4f8d9ed-3895-4365-b2d5-9432cb8a20d4" providerId="ADAL" clId="{33015752-5767-4521-A56E-453DBF4D53CB}" dt="2022-10-14T11:57:40.710" v="2743" actId="2696"/>
        <pc:sldMkLst>
          <pc:docMk/>
          <pc:sldMk cId="4278910112" sldId="306"/>
        </pc:sldMkLst>
      </pc:sldChg>
      <pc:sldChg chg="add">
        <pc:chgData name="Jochen Mariën" userId="a4f8d9ed-3895-4365-b2d5-9432cb8a20d4" providerId="ADAL" clId="{33015752-5767-4521-A56E-453DBF4D53CB}" dt="2022-10-14T11:54:46.465" v="2729"/>
        <pc:sldMkLst>
          <pc:docMk/>
          <pc:sldMk cId="60115495" sldId="307"/>
        </pc:sldMkLst>
      </pc:sldChg>
      <pc:sldChg chg="add del">
        <pc:chgData name="Jochen Mariën" userId="a4f8d9ed-3895-4365-b2d5-9432cb8a20d4" providerId="ADAL" clId="{33015752-5767-4521-A56E-453DBF4D53CB}" dt="2022-10-14T11:54:39.991" v="2728" actId="2696"/>
        <pc:sldMkLst>
          <pc:docMk/>
          <pc:sldMk cId="3882991500" sldId="307"/>
        </pc:sldMkLst>
      </pc:sldChg>
      <pc:sldChg chg="del">
        <pc:chgData name="Jochen Mariën" userId="a4f8d9ed-3895-4365-b2d5-9432cb8a20d4" providerId="ADAL" clId="{33015752-5767-4521-A56E-453DBF4D53CB}" dt="2022-10-14T11:54:39.991" v="2728" actId="2696"/>
        <pc:sldMkLst>
          <pc:docMk/>
          <pc:sldMk cId="3479060955" sldId="308"/>
        </pc:sldMkLst>
      </pc:sldChg>
      <pc:sldChg chg="add">
        <pc:chgData name="Jochen Mariën" userId="a4f8d9ed-3895-4365-b2d5-9432cb8a20d4" providerId="ADAL" clId="{33015752-5767-4521-A56E-453DBF4D53CB}" dt="2022-10-14T11:54:46.465" v="2729"/>
        <pc:sldMkLst>
          <pc:docMk/>
          <pc:sldMk cId="3989503205" sldId="308"/>
        </pc:sldMkLst>
      </pc:sldChg>
      <pc:sldChg chg="modSp del mod">
        <pc:chgData name="Jochen Mariën" userId="a4f8d9ed-3895-4365-b2d5-9432cb8a20d4" providerId="ADAL" clId="{33015752-5767-4521-A56E-453DBF4D53CB}" dt="2022-10-14T12:08:42.100" v="3887" actId="47"/>
        <pc:sldMkLst>
          <pc:docMk/>
          <pc:sldMk cId="95890426" sldId="309"/>
        </pc:sldMkLst>
      </pc:sldChg>
      <pc:sldChg chg="modSp mod ord">
        <pc:chgData name="Jochen Mariën" userId="a4f8d9ed-3895-4365-b2d5-9432cb8a20d4" providerId="ADAL" clId="{33015752-5767-4521-A56E-453DBF4D53CB}" dt="2022-10-14T12:08:10.427" v="3885" actId="1076"/>
        <pc:sldMkLst>
          <pc:docMk/>
          <pc:sldMk cId="129835908" sldId="311"/>
        </pc:sldMkLst>
      </pc:sldChg>
      <pc:sldChg chg="del">
        <pc:chgData name="Jochen Mariën" userId="a4f8d9ed-3895-4365-b2d5-9432cb8a20d4" providerId="ADAL" clId="{33015752-5767-4521-A56E-453DBF4D53CB}" dt="2022-10-14T11:33:45.555" v="485" actId="47"/>
        <pc:sldMkLst>
          <pc:docMk/>
          <pc:sldMk cId="2099199122" sldId="312"/>
        </pc:sldMkLst>
      </pc:sldChg>
      <pc:sldChg chg="add del">
        <pc:chgData name="Jochen Mariën" userId="a4f8d9ed-3895-4365-b2d5-9432cb8a20d4" providerId="ADAL" clId="{33015752-5767-4521-A56E-453DBF4D53CB}" dt="2022-10-14T11:59:53.852" v="2919" actId="47"/>
        <pc:sldMkLst>
          <pc:docMk/>
          <pc:sldMk cId="510373951" sldId="313"/>
        </pc:sldMkLst>
      </pc:sldChg>
      <pc:sldChg chg="add">
        <pc:chgData name="Jochen Mariën" userId="a4f8d9ed-3895-4365-b2d5-9432cb8a20d4" providerId="ADAL" clId="{33015752-5767-4521-A56E-453DBF4D53CB}" dt="2022-09-30T10:29:39.930" v="0"/>
        <pc:sldMkLst>
          <pc:docMk/>
          <pc:sldMk cId="3812181889" sldId="314"/>
        </pc:sldMkLst>
      </pc:sldChg>
      <pc:sldChg chg="add">
        <pc:chgData name="Jochen Mariën" userId="a4f8d9ed-3895-4365-b2d5-9432cb8a20d4" providerId="ADAL" clId="{33015752-5767-4521-A56E-453DBF4D53CB}" dt="2022-09-30T10:29:39.930" v="0"/>
        <pc:sldMkLst>
          <pc:docMk/>
          <pc:sldMk cId="3587478234" sldId="315"/>
        </pc:sldMkLst>
      </pc:sldChg>
      <pc:sldChg chg="add">
        <pc:chgData name="Jochen Mariën" userId="a4f8d9ed-3895-4365-b2d5-9432cb8a20d4" providerId="ADAL" clId="{33015752-5767-4521-A56E-453DBF4D53CB}" dt="2022-09-30T10:29:39.930" v="0"/>
        <pc:sldMkLst>
          <pc:docMk/>
          <pc:sldMk cId="1364935779" sldId="316"/>
        </pc:sldMkLst>
      </pc:sldChg>
      <pc:sldChg chg="add">
        <pc:chgData name="Jochen Mariën" userId="a4f8d9ed-3895-4365-b2d5-9432cb8a20d4" providerId="ADAL" clId="{33015752-5767-4521-A56E-453DBF4D53CB}" dt="2022-09-30T10:29:39.930" v="0"/>
        <pc:sldMkLst>
          <pc:docMk/>
          <pc:sldMk cId="1876594105" sldId="317"/>
        </pc:sldMkLst>
      </pc:sldChg>
      <pc:sldChg chg="add">
        <pc:chgData name="Jochen Mariën" userId="a4f8d9ed-3895-4365-b2d5-9432cb8a20d4" providerId="ADAL" clId="{33015752-5767-4521-A56E-453DBF4D53CB}" dt="2022-09-30T10:29:39.930" v="0"/>
        <pc:sldMkLst>
          <pc:docMk/>
          <pc:sldMk cId="3057930984" sldId="318"/>
        </pc:sldMkLst>
      </pc:sldChg>
      <pc:sldChg chg="add">
        <pc:chgData name="Jochen Mariën" userId="a4f8d9ed-3895-4365-b2d5-9432cb8a20d4" providerId="ADAL" clId="{33015752-5767-4521-A56E-453DBF4D53CB}" dt="2022-09-30T10:29:39.930" v="0"/>
        <pc:sldMkLst>
          <pc:docMk/>
          <pc:sldMk cId="3722158458" sldId="319"/>
        </pc:sldMkLst>
      </pc:sldChg>
      <pc:sldChg chg="add del">
        <pc:chgData name="Jochen Mariën" userId="a4f8d9ed-3895-4365-b2d5-9432cb8a20d4" providerId="ADAL" clId="{33015752-5767-4521-A56E-453DBF4D53CB}" dt="2022-10-14T12:04:58.550" v="3573" actId="47"/>
        <pc:sldMkLst>
          <pc:docMk/>
          <pc:sldMk cId="122697735" sldId="320"/>
        </pc:sldMkLst>
      </pc:sldChg>
      <pc:sldChg chg="add">
        <pc:chgData name="Jochen Mariën" userId="a4f8d9ed-3895-4365-b2d5-9432cb8a20d4" providerId="ADAL" clId="{33015752-5767-4521-A56E-453DBF4D53CB}" dt="2022-09-30T10:29:39.930" v="0"/>
        <pc:sldMkLst>
          <pc:docMk/>
          <pc:sldMk cId="1461004713" sldId="321"/>
        </pc:sldMkLst>
      </pc:sldChg>
      <pc:sldChg chg="add">
        <pc:chgData name="Jochen Mariën" userId="a4f8d9ed-3895-4365-b2d5-9432cb8a20d4" providerId="ADAL" clId="{33015752-5767-4521-A56E-453DBF4D53CB}" dt="2022-09-30T10:29:39.930" v="0"/>
        <pc:sldMkLst>
          <pc:docMk/>
          <pc:sldMk cId="561803602" sldId="322"/>
        </pc:sldMkLst>
      </pc:sldChg>
      <pc:sldChg chg="modSp add mod">
        <pc:chgData name="Jochen Mariën" userId="a4f8d9ed-3895-4365-b2d5-9432cb8a20d4" providerId="ADAL" clId="{33015752-5767-4521-A56E-453DBF4D53CB}" dt="2022-10-14T12:06:41.813" v="3880" actId="20577"/>
        <pc:sldMkLst>
          <pc:docMk/>
          <pc:sldMk cId="1212215012" sldId="323"/>
        </pc:sldMkLst>
      </pc:sldChg>
      <pc:sldChg chg="modSp new del mod">
        <pc:chgData name="Jochen Mariën" userId="a4f8d9ed-3895-4365-b2d5-9432cb8a20d4" providerId="ADAL" clId="{33015752-5767-4521-A56E-453DBF4D53CB}" dt="2022-10-14T12:06:52.036" v="3881" actId="47"/>
        <pc:sldMkLst>
          <pc:docMk/>
          <pc:sldMk cId="552403024" sldId="324"/>
        </pc:sldMkLst>
      </pc:sldChg>
      <pc:sldChg chg="addSp delSp modSp new mod modClrScheme chgLayout">
        <pc:chgData name="Jochen Mariën" userId="a4f8d9ed-3895-4365-b2d5-9432cb8a20d4" providerId="ADAL" clId="{33015752-5767-4521-A56E-453DBF4D53CB}" dt="2022-10-13T09:06:55.895" v="484" actId="20577"/>
        <pc:sldMkLst>
          <pc:docMk/>
          <pc:sldMk cId="344905969" sldId="325"/>
        </pc:sldMkLst>
      </pc:sldChg>
      <pc:sldChg chg="modSp new mod">
        <pc:chgData name="Jochen Mariën" userId="a4f8d9ed-3895-4365-b2d5-9432cb8a20d4" providerId="ADAL" clId="{33015752-5767-4521-A56E-453DBF4D53CB}" dt="2022-10-14T11:38:14.474" v="1356" actId="20577"/>
        <pc:sldMkLst>
          <pc:docMk/>
          <pc:sldMk cId="2093408380" sldId="326"/>
        </pc:sldMkLst>
      </pc:sldChg>
      <pc:sldChg chg="modSp new mod">
        <pc:chgData name="Jochen Mariën" userId="a4f8d9ed-3895-4365-b2d5-9432cb8a20d4" providerId="ADAL" clId="{33015752-5767-4521-A56E-453DBF4D53CB}" dt="2022-10-14T11:38:06.749" v="1355" actId="20577"/>
        <pc:sldMkLst>
          <pc:docMk/>
          <pc:sldMk cId="1026730276" sldId="327"/>
        </pc:sldMkLst>
      </pc:sldChg>
      <pc:sldChg chg="modSp new mod">
        <pc:chgData name="Jochen Mariën" userId="a4f8d9ed-3895-4365-b2d5-9432cb8a20d4" providerId="ADAL" clId="{33015752-5767-4521-A56E-453DBF4D53CB}" dt="2022-10-14T11:44:53.315" v="2001" actId="20577"/>
        <pc:sldMkLst>
          <pc:docMk/>
          <pc:sldMk cId="2638906723" sldId="328"/>
        </pc:sldMkLst>
      </pc:sldChg>
      <pc:sldChg chg="modSp new del mod">
        <pc:chgData name="Jochen Mariën" userId="a4f8d9ed-3895-4365-b2d5-9432cb8a20d4" providerId="ADAL" clId="{33015752-5767-4521-A56E-453DBF4D53CB}" dt="2022-10-19T08:40:51.488" v="6487" actId="47"/>
        <pc:sldMkLst>
          <pc:docMk/>
          <pc:sldMk cId="3289615987" sldId="329"/>
        </pc:sldMkLst>
      </pc:sldChg>
      <pc:sldChg chg="addSp modSp new mod modNotesTx">
        <pc:chgData name="Jochen Mariën" userId="a4f8d9ed-3895-4365-b2d5-9432cb8a20d4" providerId="ADAL" clId="{33015752-5767-4521-A56E-453DBF4D53CB}" dt="2022-10-14T11:50:47.445" v="2428" actId="1076"/>
        <pc:sldMkLst>
          <pc:docMk/>
          <pc:sldMk cId="3850362262" sldId="330"/>
        </pc:sldMkLst>
      </pc:sldChg>
      <pc:sldChg chg="modSp new del mod ord">
        <pc:chgData name="Jochen Mariën" userId="a4f8d9ed-3895-4365-b2d5-9432cb8a20d4" providerId="ADAL" clId="{33015752-5767-4521-A56E-453DBF4D53CB}" dt="2022-10-20T08:08:57.439" v="9463" actId="47"/>
        <pc:sldMkLst>
          <pc:docMk/>
          <pc:sldMk cId="982708410" sldId="331"/>
        </pc:sldMkLst>
      </pc:sldChg>
      <pc:sldChg chg="modSp new del mod">
        <pc:chgData name="Jochen Mariën" userId="a4f8d9ed-3895-4365-b2d5-9432cb8a20d4" providerId="ADAL" clId="{33015752-5767-4521-A56E-453DBF4D53CB}" dt="2022-10-19T08:45:45.422" v="6555" actId="47"/>
        <pc:sldMkLst>
          <pc:docMk/>
          <pc:sldMk cId="924373337" sldId="332"/>
        </pc:sldMkLst>
      </pc:sldChg>
      <pc:sldChg chg="new del">
        <pc:chgData name="Jochen Mariën" userId="a4f8d9ed-3895-4365-b2d5-9432cb8a20d4" providerId="ADAL" clId="{33015752-5767-4521-A56E-453DBF4D53CB}" dt="2022-10-14T11:54:51.921" v="2731" actId="47"/>
        <pc:sldMkLst>
          <pc:docMk/>
          <pc:sldMk cId="2649956011" sldId="332"/>
        </pc:sldMkLst>
      </pc:sldChg>
      <pc:sldChg chg="addSp modSp new mod">
        <pc:chgData name="Jochen Mariën" userId="a4f8d9ed-3895-4365-b2d5-9432cb8a20d4" providerId="ADAL" clId="{33015752-5767-4521-A56E-453DBF4D53CB}" dt="2022-10-14T12:04:36.341" v="3572" actId="113"/>
        <pc:sldMkLst>
          <pc:docMk/>
          <pc:sldMk cId="936088478" sldId="333"/>
        </pc:sldMkLst>
      </pc:sldChg>
      <pc:sldChg chg="modSp new mod">
        <pc:chgData name="Jochen Mariën" userId="a4f8d9ed-3895-4365-b2d5-9432cb8a20d4" providerId="ADAL" clId="{33015752-5767-4521-A56E-453DBF4D53CB}" dt="2022-10-14T12:13:45.254" v="4494" actId="20577"/>
        <pc:sldMkLst>
          <pc:docMk/>
          <pc:sldMk cId="1286280397" sldId="334"/>
        </pc:sldMkLst>
      </pc:sldChg>
      <pc:sldChg chg="modSp new del mod">
        <pc:chgData name="Jochen Mariën" userId="a4f8d9ed-3895-4365-b2d5-9432cb8a20d4" providerId="ADAL" clId="{33015752-5767-4521-A56E-453DBF4D53CB}" dt="2022-10-19T09:44:44.532" v="9461" actId="47"/>
        <pc:sldMkLst>
          <pc:docMk/>
          <pc:sldMk cId="2694706762" sldId="335"/>
        </pc:sldMkLst>
      </pc:sldChg>
      <pc:sldChg chg="modSp mod ord">
        <pc:chgData name="Jochen Mariën" userId="a4f8d9ed-3895-4365-b2d5-9432cb8a20d4" providerId="ADAL" clId="{33015752-5767-4521-A56E-453DBF4D53CB}" dt="2022-10-19T08:56:55.891" v="6892" actId="20577"/>
        <pc:sldMkLst>
          <pc:docMk/>
          <pc:sldMk cId="3870284430" sldId="336"/>
        </pc:sldMkLst>
      </pc:sldChg>
      <pc:sldChg chg="del">
        <pc:chgData name="Jochen Mariën" userId="a4f8d9ed-3895-4365-b2d5-9432cb8a20d4" providerId="ADAL" clId="{33015752-5767-4521-A56E-453DBF4D53CB}" dt="2022-10-19T07:24:12.606" v="5069" actId="47"/>
        <pc:sldMkLst>
          <pc:docMk/>
          <pc:sldMk cId="423994051" sldId="337"/>
        </pc:sldMkLst>
      </pc:sldChg>
      <pc:sldChg chg="addSp delSp modSp new mod modNotesTx">
        <pc:chgData name="Jochen Mariën" userId="a4f8d9ed-3895-4365-b2d5-9432cb8a20d4" providerId="ADAL" clId="{33015752-5767-4521-A56E-453DBF4D53CB}" dt="2022-10-19T07:57:56.360" v="5539" actId="20577"/>
        <pc:sldMkLst>
          <pc:docMk/>
          <pc:sldMk cId="1552677652" sldId="337"/>
        </pc:sldMkLst>
      </pc:sldChg>
      <pc:sldChg chg="addSp delSp modSp new mod">
        <pc:chgData name="Jochen Mariën" userId="a4f8d9ed-3895-4365-b2d5-9432cb8a20d4" providerId="ADAL" clId="{33015752-5767-4521-A56E-453DBF4D53CB}" dt="2022-10-19T08:00:08.974" v="5656" actId="1076"/>
        <pc:sldMkLst>
          <pc:docMk/>
          <pc:sldMk cId="2300828402" sldId="338"/>
        </pc:sldMkLst>
      </pc:sldChg>
      <pc:sldChg chg="new del">
        <pc:chgData name="Jochen Mariën" userId="a4f8d9ed-3895-4365-b2d5-9432cb8a20d4" providerId="ADAL" clId="{33015752-5767-4521-A56E-453DBF4D53CB}" dt="2022-10-19T07:41:21.093" v="5211" actId="680"/>
        <pc:sldMkLst>
          <pc:docMk/>
          <pc:sldMk cId="2556619728" sldId="338"/>
        </pc:sldMkLst>
      </pc:sldChg>
      <pc:sldChg chg="addSp modSp new mod modAnim">
        <pc:chgData name="Jochen Mariën" userId="a4f8d9ed-3895-4365-b2d5-9432cb8a20d4" providerId="ADAL" clId="{33015752-5767-4521-A56E-453DBF4D53CB}" dt="2022-10-19T08:03:12.285" v="5791"/>
        <pc:sldMkLst>
          <pc:docMk/>
          <pc:sldMk cId="694510207" sldId="339"/>
        </pc:sldMkLst>
      </pc:sldChg>
      <pc:sldChg chg="addSp delSp modSp new mod">
        <pc:chgData name="Jochen Mariën" userId="a4f8d9ed-3895-4365-b2d5-9432cb8a20d4" providerId="ADAL" clId="{33015752-5767-4521-A56E-453DBF4D53CB}" dt="2022-10-19T08:08:58.970" v="5948" actId="1076"/>
        <pc:sldMkLst>
          <pc:docMk/>
          <pc:sldMk cId="1551661925" sldId="340"/>
        </pc:sldMkLst>
      </pc:sldChg>
      <pc:sldChg chg="addSp modSp new mod">
        <pc:chgData name="Jochen Mariën" userId="a4f8d9ed-3895-4365-b2d5-9432cb8a20d4" providerId="ADAL" clId="{33015752-5767-4521-A56E-453DBF4D53CB}" dt="2022-10-19T08:12:41.831" v="6044" actId="20577"/>
        <pc:sldMkLst>
          <pc:docMk/>
          <pc:sldMk cId="3507928914" sldId="341"/>
        </pc:sldMkLst>
      </pc:sldChg>
      <pc:sldChg chg="modSp new mod">
        <pc:chgData name="Jochen Mariën" userId="a4f8d9ed-3895-4365-b2d5-9432cb8a20d4" providerId="ADAL" clId="{33015752-5767-4521-A56E-453DBF4D53CB}" dt="2022-10-19T08:17:35.080" v="6482" actId="20577"/>
        <pc:sldMkLst>
          <pc:docMk/>
          <pc:sldMk cId="3627504182" sldId="342"/>
        </pc:sldMkLst>
      </pc:sldChg>
      <pc:sldChg chg="new del">
        <pc:chgData name="Jochen Mariën" userId="a4f8d9ed-3895-4365-b2d5-9432cb8a20d4" providerId="ADAL" clId="{33015752-5767-4521-A56E-453DBF4D53CB}" dt="2022-10-19T08:22:16.022" v="6484" actId="47"/>
        <pc:sldMkLst>
          <pc:docMk/>
          <pc:sldMk cId="695843356" sldId="343"/>
        </pc:sldMkLst>
      </pc:sldChg>
      <pc:sldChg chg="modSp new mod">
        <pc:chgData name="Jochen Mariën" userId="a4f8d9ed-3895-4365-b2d5-9432cb8a20d4" providerId="ADAL" clId="{33015752-5767-4521-A56E-453DBF4D53CB}" dt="2022-10-19T09:13:14.919" v="8226" actId="20577"/>
        <pc:sldMkLst>
          <pc:docMk/>
          <pc:sldMk cId="1130026872" sldId="343"/>
        </pc:sldMkLst>
      </pc:sldChg>
      <pc:sldChg chg="addSp modSp new mod modNotesTx">
        <pc:chgData name="Jochen Mariën" userId="a4f8d9ed-3895-4365-b2d5-9432cb8a20d4" providerId="ADAL" clId="{33015752-5767-4521-A56E-453DBF4D53CB}" dt="2022-10-19T08:54:39.762" v="6770"/>
        <pc:sldMkLst>
          <pc:docMk/>
          <pc:sldMk cId="3174336864" sldId="344"/>
        </pc:sldMkLst>
      </pc:sldChg>
      <pc:sldChg chg="addSp delSp modSp new mod">
        <pc:chgData name="Jochen Mariën" userId="a4f8d9ed-3895-4365-b2d5-9432cb8a20d4" providerId="ADAL" clId="{33015752-5767-4521-A56E-453DBF4D53CB}" dt="2022-10-19T08:59:53.689" v="7152" actId="1076"/>
        <pc:sldMkLst>
          <pc:docMk/>
          <pc:sldMk cId="3086415965" sldId="345"/>
        </pc:sldMkLst>
      </pc:sldChg>
      <pc:sldChg chg="addSp modSp new mod">
        <pc:chgData name="Jochen Mariën" userId="a4f8d9ed-3895-4365-b2d5-9432cb8a20d4" providerId="ADAL" clId="{33015752-5767-4521-A56E-453DBF4D53CB}" dt="2022-10-19T09:00:14.825" v="7219" actId="1076"/>
        <pc:sldMkLst>
          <pc:docMk/>
          <pc:sldMk cId="1302035580" sldId="346"/>
        </pc:sldMkLst>
      </pc:sldChg>
      <pc:sldChg chg="addSp modSp new mod">
        <pc:chgData name="Jochen Mariën" userId="a4f8d9ed-3895-4365-b2d5-9432cb8a20d4" providerId="ADAL" clId="{33015752-5767-4521-A56E-453DBF4D53CB}" dt="2022-10-19T09:02:28.840" v="7282" actId="1076"/>
        <pc:sldMkLst>
          <pc:docMk/>
          <pc:sldMk cId="4085610444" sldId="347"/>
        </pc:sldMkLst>
      </pc:sldChg>
      <pc:sldChg chg="addSp modSp new mod">
        <pc:chgData name="Jochen Mariën" userId="a4f8d9ed-3895-4365-b2d5-9432cb8a20d4" providerId="ADAL" clId="{33015752-5767-4521-A56E-453DBF4D53CB}" dt="2022-10-19T09:03:31.229" v="7413" actId="1076"/>
        <pc:sldMkLst>
          <pc:docMk/>
          <pc:sldMk cId="2076133104" sldId="348"/>
        </pc:sldMkLst>
      </pc:sldChg>
      <pc:sldChg chg="addSp modSp new mod">
        <pc:chgData name="Jochen Mariën" userId="a4f8d9ed-3895-4365-b2d5-9432cb8a20d4" providerId="ADAL" clId="{33015752-5767-4521-A56E-453DBF4D53CB}" dt="2022-10-19T09:04:26.409" v="7494" actId="1076"/>
        <pc:sldMkLst>
          <pc:docMk/>
          <pc:sldMk cId="1865571032" sldId="349"/>
        </pc:sldMkLst>
      </pc:sldChg>
      <pc:sldChg chg="addSp delSp modSp new mod">
        <pc:chgData name="Jochen Mariën" userId="a4f8d9ed-3895-4365-b2d5-9432cb8a20d4" providerId="ADAL" clId="{33015752-5767-4521-A56E-453DBF4D53CB}" dt="2022-10-19T09:09:41.978" v="7606" actId="27636"/>
        <pc:sldMkLst>
          <pc:docMk/>
          <pc:sldMk cId="722224573" sldId="350"/>
        </pc:sldMkLst>
      </pc:sldChg>
      <pc:sldChg chg="addSp delSp modSp new mod">
        <pc:chgData name="Jochen Mariën" userId="a4f8d9ed-3895-4365-b2d5-9432cb8a20d4" providerId="ADAL" clId="{33015752-5767-4521-A56E-453DBF4D53CB}" dt="2022-10-19T09:09:47.211" v="7607"/>
        <pc:sldMkLst>
          <pc:docMk/>
          <pc:sldMk cId="786165396" sldId="351"/>
        </pc:sldMkLst>
      </pc:sldChg>
      <pc:sldChg chg="addSp delSp modSp new mod modNotesTx">
        <pc:chgData name="Jochen Mariën" userId="a4f8d9ed-3895-4365-b2d5-9432cb8a20d4" providerId="ADAL" clId="{33015752-5767-4521-A56E-453DBF4D53CB}" dt="2022-10-19T09:09:59.077" v="7609"/>
        <pc:sldMkLst>
          <pc:docMk/>
          <pc:sldMk cId="1968974176" sldId="352"/>
        </pc:sldMkLst>
      </pc:sldChg>
      <pc:sldChg chg="addSp modSp new mod modNotesTx">
        <pc:chgData name="Jochen Mariën" userId="a4f8d9ed-3895-4365-b2d5-9432cb8a20d4" providerId="ADAL" clId="{33015752-5767-4521-A56E-453DBF4D53CB}" dt="2022-10-19T09:13:57.759" v="8232"/>
        <pc:sldMkLst>
          <pc:docMk/>
          <pc:sldMk cId="1759949237" sldId="353"/>
        </pc:sldMkLst>
      </pc:sldChg>
      <pc:sldChg chg="addSp delSp modSp new mod">
        <pc:chgData name="Jochen Mariën" userId="a4f8d9ed-3895-4365-b2d5-9432cb8a20d4" providerId="ADAL" clId="{33015752-5767-4521-A56E-453DBF4D53CB}" dt="2022-10-19T09:14:21.869" v="8256" actId="1076"/>
        <pc:sldMkLst>
          <pc:docMk/>
          <pc:sldMk cId="1599262812" sldId="354"/>
        </pc:sldMkLst>
      </pc:sldChg>
      <pc:sldChg chg="addSp modSp new mod">
        <pc:chgData name="Jochen Mariën" userId="a4f8d9ed-3895-4365-b2d5-9432cb8a20d4" providerId="ADAL" clId="{33015752-5767-4521-A56E-453DBF4D53CB}" dt="2022-10-19T09:14:39.397" v="8259"/>
        <pc:sldMkLst>
          <pc:docMk/>
          <pc:sldMk cId="642470908" sldId="355"/>
        </pc:sldMkLst>
      </pc:sldChg>
      <pc:sldChg chg="addSp delSp modSp new mod">
        <pc:chgData name="Jochen Mariën" userId="a4f8d9ed-3895-4365-b2d5-9432cb8a20d4" providerId="ADAL" clId="{33015752-5767-4521-A56E-453DBF4D53CB}" dt="2022-10-19T09:15:36.240" v="8263" actId="478"/>
        <pc:sldMkLst>
          <pc:docMk/>
          <pc:sldMk cId="3268615138" sldId="356"/>
        </pc:sldMkLst>
      </pc:sldChg>
      <pc:sldChg chg="addSp modSp new mod modNotesTx">
        <pc:chgData name="Jochen Mariën" userId="a4f8d9ed-3895-4365-b2d5-9432cb8a20d4" providerId="ADAL" clId="{33015752-5767-4521-A56E-453DBF4D53CB}" dt="2022-10-19T09:16:11.192" v="8270"/>
        <pc:sldMkLst>
          <pc:docMk/>
          <pc:sldMk cId="632538489" sldId="357"/>
        </pc:sldMkLst>
      </pc:sldChg>
      <pc:sldChg chg="addSp modSp new mod">
        <pc:chgData name="Jochen Mariën" userId="a4f8d9ed-3895-4365-b2d5-9432cb8a20d4" providerId="ADAL" clId="{33015752-5767-4521-A56E-453DBF4D53CB}" dt="2022-10-19T09:25:27.747" v="8504" actId="1076"/>
        <pc:sldMkLst>
          <pc:docMk/>
          <pc:sldMk cId="4229516981" sldId="358"/>
        </pc:sldMkLst>
      </pc:sldChg>
      <pc:sldChg chg="addSp modSp new mod">
        <pc:chgData name="Jochen Mariën" userId="a4f8d9ed-3895-4365-b2d5-9432cb8a20d4" providerId="ADAL" clId="{33015752-5767-4521-A56E-453DBF4D53CB}" dt="2022-10-19T09:32:38.459" v="8585" actId="15"/>
        <pc:sldMkLst>
          <pc:docMk/>
          <pc:sldMk cId="737940746" sldId="359"/>
        </pc:sldMkLst>
      </pc:sldChg>
      <pc:sldChg chg="modSp new mod">
        <pc:chgData name="Jochen Mariën" userId="a4f8d9ed-3895-4365-b2d5-9432cb8a20d4" providerId="ADAL" clId="{33015752-5767-4521-A56E-453DBF4D53CB}" dt="2022-10-19T09:28:12.451" v="8526" actId="5793"/>
        <pc:sldMkLst>
          <pc:docMk/>
          <pc:sldMk cId="1156317308" sldId="360"/>
        </pc:sldMkLst>
      </pc:sldChg>
      <pc:sldChg chg="addSp modSp new mod">
        <pc:chgData name="Jochen Mariën" userId="a4f8d9ed-3895-4365-b2d5-9432cb8a20d4" providerId="ADAL" clId="{33015752-5767-4521-A56E-453DBF4D53CB}" dt="2022-10-19T09:35:38.387" v="8724" actId="1076"/>
        <pc:sldMkLst>
          <pc:docMk/>
          <pc:sldMk cId="3741634028" sldId="361"/>
        </pc:sldMkLst>
      </pc:sldChg>
      <pc:sldChg chg="addSp modSp new mod">
        <pc:chgData name="Jochen Mariën" userId="a4f8d9ed-3895-4365-b2d5-9432cb8a20d4" providerId="ADAL" clId="{33015752-5767-4521-A56E-453DBF4D53CB}" dt="2022-10-19T09:37:39.271" v="8923" actId="113"/>
        <pc:sldMkLst>
          <pc:docMk/>
          <pc:sldMk cId="99632305" sldId="362"/>
        </pc:sldMkLst>
      </pc:sldChg>
      <pc:sldChg chg="addSp modSp new mod">
        <pc:chgData name="Jochen Mariën" userId="a4f8d9ed-3895-4365-b2d5-9432cb8a20d4" providerId="ADAL" clId="{33015752-5767-4521-A56E-453DBF4D53CB}" dt="2022-10-19T09:39:34.528" v="9177" actId="20577"/>
        <pc:sldMkLst>
          <pc:docMk/>
          <pc:sldMk cId="394253723" sldId="363"/>
        </pc:sldMkLst>
      </pc:sldChg>
      <pc:sldChg chg="addSp modSp new mod">
        <pc:chgData name="Jochen Mariën" userId="a4f8d9ed-3895-4365-b2d5-9432cb8a20d4" providerId="ADAL" clId="{33015752-5767-4521-A56E-453DBF4D53CB}" dt="2022-10-19T09:41:30.180" v="9460" actId="113"/>
        <pc:sldMkLst>
          <pc:docMk/>
          <pc:sldMk cId="322679158" sldId="364"/>
        </pc:sldMkLst>
      </pc:sldChg>
      <pc:sldChg chg="modSp del mod">
        <pc:chgData name="Jochen Mariën" userId="a4f8d9ed-3895-4365-b2d5-9432cb8a20d4" providerId="ADAL" clId="{33015752-5767-4521-A56E-453DBF4D53CB}" dt="2022-10-19T09:08:19.267" v="7569"/>
        <pc:sldMkLst>
          <pc:docMk/>
          <pc:sldMk cId="1997990754" sldId="383"/>
        </pc:sldMkLst>
      </pc:sldChg>
    </pc:docChg>
  </pc:docChgLst>
  <pc:docChgLst>
    <pc:chgData name="Ellen Torfs" userId="c6aa1e10-4a12-4511-8c7c-135720d4f277" providerId="ADAL" clId="{214A502F-9E29-43F9-9CAB-F5A2DFA76F4E}"/>
    <pc:docChg chg="undo custSel addSld delSld modSld modMainMaster">
      <pc:chgData name="Ellen Torfs" userId="c6aa1e10-4a12-4511-8c7c-135720d4f277" providerId="ADAL" clId="{214A502F-9E29-43F9-9CAB-F5A2DFA76F4E}" dt="2022-01-19T09:08:31.393" v="405" actId="20577"/>
      <pc:docMkLst>
        <pc:docMk/>
      </pc:docMkLst>
      <pc:sldChg chg="modSp mod">
        <pc:chgData name="Ellen Torfs" userId="c6aa1e10-4a12-4511-8c7c-135720d4f277" providerId="ADAL" clId="{214A502F-9E29-43F9-9CAB-F5A2DFA76F4E}" dt="2022-01-19T09:08:08.565" v="403" actId="20577"/>
        <pc:sldMkLst>
          <pc:docMk/>
          <pc:sldMk cId="54334544" sldId="256"/>
        </pc:sldMkLst>
      </pc:sldChg>
      <pc:sldChg chg="del">
        <pc:chgData name="Ellen Torfs" userId="c6aa1e10-4a12-4511-8c7c-135720d4f277" providerId="ADAL" clId="{214A502F-9E29-43F9-9CAB-F5A2DFA76F4E}" dt="2022-01-19T09:03:50.394" v="323" actId="47"/>
        <pc:sldMkLst>
          <pc:docMk/>
          <pc:sldMk cId="1055868665" sldId="257"/>
        </pc:sldMkLst>
      </pc:sldChg>
      <pc:sldChg chg="modSp mod">
        <pc:chgData name="Ellen Torfs" userId="c6aa1e10-4a12-4511-8c7c-135720d4f277" providerId="ADAL" clId="{214A502F-9E29-43F9-9CAB-F5A2DFA76F4E}" dt="2022-01-19T09:04:52.510" v="333" actId="13926"/>
        <pc:sldMkLst>
          <pc:docMk/>
          <pc:sldMk cId="620147385" sldId="258"/>
        </pc:sldMkLst>
      </pc:sldChg>
      <pc:sldChg chg="modSp mod">
        <pc:chgData name="Ellen Torfs" userId="c6aa1e10-4a12-4511-8c7c-135720d4f277" providerId="ADAL" clId="{214A502F-9E29-43F9-9CAB-F5A2DFA76F4E}" dt="2022-01-19T09:05:56.409" v="352" actId="13926"/>
        <pc:sldMkLst>
          <pc:docMk/>
          <pc:sldMk cId="2006118848" sldId="262"/>
        </pc:sldMkLst>
      </pc:sldChg>
      <pc:sldChg chg="modSp mod">
        <pc:chgData name="Ellen Torfs" userId="c6aa1e10-4a12-4511-8c7c-135720d4f277" providerId="ADAL" clId="{214A502F-9E29-43F9-9CAB-F5A2DFA76F4E}" dt="2022-01-19T09:08:31.393" v="405" actId="20577"/>
        <pc:sldMkLst>
          <pc:docMk/>
          <pc:sldMk cId="2513866126" sldId="267"/>
        </pc:sldMkLst>
      </pc:sldChg>
      <pc:sldChg chg="modSp mod">
        <pc:chgData name="Ellen Torfs" userId="c6aa1e10-4a12-4511-8c7c-135720d4f277" providerId="ADAL" clId="{214A502F-9E29-43F9-9CAB-F5A2DFA76F4E}" dt="2022-01-19T09:06:52.032" v="357" actId="20577"/>
        <pc:sldMkLst>
          <pc:docMk/>
          <pc:sldMk cId="2571285731" sldId="269"/>
        </pc:sldMkLst>
      </pc:sldChg>
      <pc:sldChg chg="del">
        <pc:chgData name="Ellen Torfs" userId="c6aa1e10-4a12-4511-8c7c-135720d4f277" providerId="ADAL" clId="{214A502F-9E29-43F9-9CAB-F5A2DFA76F4E}" dt="2022-01-19T09:06:11.686" v="353" actId="47"/>
        <pc:sldMkLst>
          <pc:docMk/>
          <pc:sldMk cId="981461507" sldId="270"/>
        </pc:sldMkLst>
      </pc:sldChg>
      <pc:sldChg chg="modSp new del mod">
        <pc:chgData name="Ellen Torfs" userId="c6aa1e10-4a12-4511-8c7c-135720d4f277" providerId="ADAL" clId="{214A502F-9E29-43F9-9CAB-F5A2DFA76F4E}" dt="2022-01-19T09:08:12.070" v="404" actId="47"/>
        <pc:sldMkLst>
          <pc:docMk/>
          <pc:sldMk cId="4175316598" sldId="272"/>
        </pc:sldMkLst>
      </pc:sldChg>
      <pc:sldMasterChg chg="modSldLayout">
        <pc:chgData name="Ellen Torfs" userId="c6aa1e10-4a12-4511-8c7c-135720d4f277" providerId="ADAL" clId="{214A502F-9E29-43F9-9CAB-F5A2DFA76F4E}" dt="2022-01-19T08:56:19.361" v="92" actId="1076"/>
        <pc:sldMasterMkLst>
          <pc:docMk/>
          <pc:sldMasterMk cId="898952359" sldId="2147483648"/>
        </pc:sldMasterMkLst>
        <pc:sldLayoutChg chg="addSp delSp modSp mod">
          <pc:chgData name="Ellen Torfs" userId="c6aa1e10-4a12-4511-8c7c-135720d4f277" providerId="ADAL" clId="{214A502F-9E29-43F9-9CAB-F5A2DFA76F4E}" dt="2022-01-19T08:56:19.361" v="92" actId="1076"/>
          <pc:sldLayoutMkLst>
            <pc:docMk/>
            <pc:sldMasterMk cId="898952359" sldId="2147483648"/>
            <pc:sldLayoutMk cId="2661203413" sldId="2147483649"/>
          </pc:sldLayoutMkLst>
        </pc:sldLayoutChg>
      </pc:sldMasterChg>
    </pc:docChg>
  </pc:docChgLst>
  <pc:docChgLst>
    <pc:chgData name="Jochen Mariën" userId="a4f8d9ed-3895-4365-b2d5-9432cb8a20d4" providerId="ADAL" clId="{042E0060-295D-4DA9-A72B-6FD0FAEC5C96}"/>
    <pc:docChg chg="modSld">
      <pc:chgData name="Jochen Mariën" userId="a4f8d9ed-3895-4365-b2d5-9432cb8a20d4" providerId="ADAL" clId="{042E0060-295D-4DA9-A72B-6FD0FAEC5C96}" dt="2022-02-10T12:50:10.069" v="72" actId="20577"/>
      <pc:docMkLst>
        <pc:docMk/>
      </pc:docMkLst>
      <pc:sldChg chg="modSp mod">
        <pc:chgData name="Jochen Mariën" userId="a4f8d9ed-3895-4365-b2d5-9432cb8a20d4" providerId="ADAL" clId="{042E0060-295D-4DA9-A72B-6FD0FAEC5C96}" dt="2022-02-10T12:50:01.990" v="45" actId="20577"/>
        <pc:sldMkLst>
          <pc:docMk/>
          <pc:sldMk cId="3503501734" sldId="257"/>
        </pc:sldMkLst>
      </pc:sldChg>
    </pc:docChg>
  </pc:docChgLst>
  <pc:docChgLst>
    <pc:chgData name="Christel Maes" userId="7e61469a-7c21-464c-bace-a1bda262211a" providerId="ADAL" clId="{87FE1885-60B7-40AF-827E-9207F68EA3B2}"/>
    <pc:docChg chg="custSel delSld modSld">
      <pc:chgData name="Christel Maes" userId="7e61469a-7c21-464c-bace-a1bda262211a" providerId="ADAL" clId="{87FE1885-60B7-40AF-827E-9207F68EA3B2}" dt="2019-09-04T13:45:00.670" v="144" actId="6549"/>
      <pc:docMkLst>
        <pc:docMk/>
      </pc:docMkLst>
      <pc:sldChg chg="modSp">
        <pc:chgData name="Christel Maes" userId="7e61469a-7c21-464c-bace-a1bda262211a" providerId="ADAL" clId="{87FE1885-60B7-40AF-827E-9207F68EA3B2}" dt="2019-09-04T13:45:00.670" v="144" actId="6549"/>
        <pc:sldMkLst>
          <pc:docMk/>
          <pc:sldMk cId="1055868665" sldId="257"/>
        </pc:sldMkLst>
      </pc:sldChg>
      <pc:sldChg chg="modSp">
        <pc:chgData name="Christel Maes" userId="7e61469a-7c21-464c-bace-a1bda262211a" providerId="ADAL" clId="{87FE1885-60B7-40AF-827E-9207F68EA3B2}" dt="2019-09-04T13:43:24.762" v="105" actId="20577"/>
        <pc:sldMkLst>
          <pc:docMk/>
          <pc:sldMk cId="556707363" sldId="265"/>
        </pc:sldMkLst>
      </pc:sldChg>
      <pc:sldChg chg="del">
        <pc:chgData name="Christel Maes" userId="7e61469a-7c21-464c-bace-a1bda262211a" providerId="ADAL" clId="{87FE1885-60B7-40AF-827E-9207F68EA3B2}" dt="2019-09-04T13:43:35.120" v="106" actId="2696"/>
        <pc:sldMkLst>
          <pc:docMk/>
          <pc:sldMk cId="3728208910" sldId="266"/>
        </pc:sldMkLst>
      </pc:sldChg>
      <pc:sldChg chg="modSp">
        <pc:chgData name="Christel Maes" userId="7e61469a-7c21-464c-bace-a1bda262211a" providerId="ADAL" clId="{87FE1885-60B7-40AF-827E-9207F68EA3B2}" dt="2019-09-04T13:44:43.963" v="135" actId="20577"/>
        <pc:sldMkLst>
          <pc:docMk/>
          <pc:sldMk cId="2513866126" sldId="267"/>
        </pc:sldMkLst>
      </pc:sldChg>
    </pc:docChg>
  </pc:docChgLst>
  <pc:docChgLst>
    <pc:chgData name="Hajar Ghaem Sigarchian" userId="S::u0136336@thomasmore.be::c942b3b0-1ec9-4b5a-9958-682b211c132c" providerId="AD" clId="Web-{8861A08E-A9C3-27AE-1699-907D6EC29656}"/>
    <pc:docChg chg="modSld">
      <pc:chgData name="Hajar Ghaem Sigarchian" userId="S::u0136336@thomasmore.be::c942b3b0-1ec9-4b5a-9958-682b211c132c" providerId="AD" clId="Web-{8861A08E-A9C3-27AE-1699-907D6EC29656}" dt="2022-10-17T07:26:54.836" v="20" actId="20577"/>
      <pc:docMkLst>
        <pc:docMk/>
      </pc:docMkLst>
      <pc:sldChg chg="modSp">
        <pc:chgData name="Hajar Ghaem Sigarchian" userId="S::u0136336@thomasmore.be::c942b3b0-1ec9-4b5a-9958-682b211c132c" providerId="AD" clId="Web-{8861A08E-A9C3-27AE-1699-907D6EC29656}" dt="2022-10-17T07:26:54.836" v="20" actId="20577"/>
        <pc:sldMkLst>
          <pc:docMk/>
          <pc:sldMk cId="3870284430" sldId="336"/>
        </pc:sldMkLst>
      </pc:sldChg>
    </pc:docChg>
  </pc:docChgLst>
  <pc:docChgLst>
    <pc:chgData name="Jochen Mariën" userId="a4f8d9ed-3895-4365-b2d5-9432cb8a20d4" providerId="ADAL" clId="{AA066D44-2B93-48D3-9727-C98583797F62}"/>
    <pc:docChg chg="undo redo custSel addSld delSld modSld sldOrd addSection delSection modSection">
      <pc:chgData name="Jochen Mariën" userId="a4f8d9ed-3895-4365-b2d5-9432cb8a20d4" providerId="ADAL" clId="{AA066D44-2B93-48D3-9727-C98583797F62}" dt="2023-12-12T07:36:19.712" v="10110" actId="47"/>
      <pc:docMkLst>
        <pc:docMk/>
      </pc:docMkLst>
      <pc:sldChg chg="del">
        <pc:chgData name="Jochen Mariën" userId="a4f8d9ed-3895-4365-b2d5-9432cb8a20d4" providerId="ADAL" clId="{AA066D44-2B93-48D3-9727-C98583797F62}" dt="2023-11-28T10:19:09.703" v="5877" actId="47"/>
        <pc:sldMkLst>
          <pc:docMk/>
          <pc:sldMk cId="2720548364" sldId="262"/>
        </pc:sldMkLst>
      </pc:sldChg>
      <pc:sldChg chg="del">
        <pc:chgData name="Jochen Mariën" userId="a4f8d9ed-3895-4365-b2d5-9432cb8a20d4" providerId="ADAL" clId="{AA066D44-2B93-48D3-9727-C98583797F62}" dt="2023-11-29T10:02:43.726" v="10109" actId="47"/>
        <pc:sldMkLst>
          <pc:docMk/>
          <pc:sldMk cId="289776805" sldId="270"/>
        </pc:sldMkLst>
      </pc:sldChg>
      <pc:sldChg chg="addSp delSp modSp mod">
        <pc:chgData name="Jochen Mariën" userId="a4f8d9ed-3895-4365-b2d5-9432cb8a20d4" providerId="ADAL" clId="{AA066D44-2B93-48D3-9727-C98583797F62}" dt="2023-11-28T09:41:49.711" v="4043" actId="1076"/>
        <pc:sldMkLst>
          <pc:docMk/>
          <pc:sldMk cId="1436580794" sldId="285"/>
        </pc:sldMkLst>
      </pc:sldChg>
      <pc:sldChg chg="del">
        <pc:chgData name="Jochen Mariën" userId="a4f8d9ed-3895-4365-b2d5-9432cb8a20d4" providerId="ADAL" clId="{AA066D44-2B93-48D3-9727-C98583797F62}" dt="2023-11-28T09:59:16.013" v="4558" actId="47"/>
        <pc:sldMkLst>
          <pc:docMk/>
          <pc:sldMk cId="145402223" sldId="286"/>
        </pc:sldMkLst>
      </pc:sldChg>
      <pc:sldChg chg="del">
        <pc:chgData name="Jochen Mariën" userId="a4f8d9ed-3895-4365-b2d5-9432cb8a20d4" providerId="ADAL" clId="{AA066D44-2B93-48D3-9727-C98583797F62}" dt="2023-11-28T10:04:23.846" v="4721" actId="47"/>
        <pc:sldMkLst>
          <pc:docMk/>
          <pc:sldMk cId="1101732425" sldId="288"/>
        </pc:sldMkLst>
      </pc:sldChg>
      <pc:sldChg chg="addSp delSp modSp mod">
        <pc:chgData name="Jochen Mariën" userId="a4f8d9ed-3895-4365-b2d5-9432cb8a20d4" providerId="ADAL" clId="{AA066D44-2B93-48D3-9727-C98583797F62}" dt="2023-11-27T16:00:55.889" v="2340" actId="20577"/>
        <pc:sldMkLst>
          <pc:docMk/>
          <pc:sldMk cId="208800682" sldId="289"/>
        </pc:sldMkLst>
      </pc:sldChg>
      <pc:sldChg chg="addSp delSp modSp mod">
        <pc:chgData name="Jochen Mariën" userId="a4f8d9ed-3895-4365-b2d5-9432cb8a20d4" providerId="ADAL" clId="{AA066D44-2B93-48D3-9727-C98583797F62}" dt="2023-11-27T15:42:08.887" v="1680" actId="20577"/>
        <pc:sldMkLst>
          <pc:docMk/>
          <pc:sldMk cId="1299672675" sldId="290"/>
        </pc:sldMkLst>
      </pc:sldChg>
      <pc:sldChg chg="del">
        <pc:chgData name="Jochen Mariën" userId="a4f8d9ed-3895-4365-b2d5-9432cb8a20d4" providerId="ADAL" clId="{AA066D44-2B93-48D3-9727-C98583797F62}" dt="2023-11-28T13:10:26.377" v="7142" actId="47"/>
        <pc:sldMkLst>
          <pc:docMk/>
          <pc:sldMk cId="1605218145" sldId="293"/>
        </pc:sldMkLst>
      </pc:sldChg>
      <pc:sldChg chg="addSp delSp modSp add mod">
        <pc:chgData name="Jochen Mariën" userId="a4f8d9ed-3895-4365-b2d5-9432cb8a20d4" providerId="ADAL" clId="{AA066D44-2B93-48D3-9727-C98583797F62}" dt="2023-11-28T13:10:59.345" v="7168" actId="20577"/>
        <pc:sldMkLst>
          <pc:docMk/>
          <pc:sldMk cId="768955895" sldId="295"/>
        </pc:sldMkLst>
      </pc:sldChg>
      <pc:sldChg chg="del ord">
        <pc:chgData name="Jochen Mariën" userId="a4f8d9ed-3895-4365-b2d5-9432cb8a20d4" providerId="ADAL" clId="{AA066D44-2B93-48D3-9727-C98583797F62}" dt="2023-11-28T12:59:26.352" v="6790" actId="2696"/>
        <pc:sldMkLst>
          <pc:docMk/>
          <pc:sldMk cId="2987178234" sldId="295"/>
        </pc:sldMkLst>
      </pc:sldChg>
      <pc:sldChg chg="add del ord">
        <pc:chgData name="Jochen Mariën" userId="a4f8d9ed-3895-4365-b2d5-9432cb8a20d4" providerId="ADAL" clId="{AA066D44-2B93-48D3-9727-C98583797F62}" dt="2023-11-28T14:10:13.022" v="7750" actId="47"/>
        <pc:sldMkLst>
          <pc:docMk/>
          <pc:sldMk cId="2470691015" sldId="304"/>
        </pc:sldMkLst>
      </pc:sldChg>
      <pc:sldChg chg="del">
        <pc:chgData name="Jochen Mariën" userId="a4f8d9ed-3895-4365-b2d5-9432cb8a20d4" providerId="ADAL" clId="{AA066D44-2B93-48D3-9727-C98583797F62}" dt="2023-11-28T12:51:13.992" v="6426" actId="2696"/>
        <pc:sldMkLst>
          <pc:docMk/>
          <pc:sldMk cId="3094494470" sldId="304"/>
        </pc:sldMkLst>
      </pc:sldChg>
      <pc:sldChg chg="del">
        <pc:chgData name="Jochen Mariën" userId="a4f8d9ed-3895-4365-b2d5-9432cb8a20d4" providerId="ADAL" clId="{AA066D44-2B93-48D3-9727-C98583797F62}" dt="2023-11-28T12:51:13.992" v="6426" actId="2696"/>
        <pc:sldMkLst>
          <pc:docMk/>
          <pc:sldMk cId="97708107" sldId="305"/>
        </pc:sldMkLst>
      </pc:sldChg>
      <pc:sldChg chg="addSp delSp modSp add mod">
        <pc:chgData name="Jochen Mariën" userId="a4f8d9ed-3895-4365-b2d5-9432cb8a20d4" providerId="ADAL" clId="{AA066D44-2B93-48D3-9727-C98583797F62}" dt="2023-11-28T13:13:41.940" v="7463" actId="20577"/>
        <pc:sldMkLst>
          <pc:docMk/>
          <pc:sldMk cId="1238500497" sldId="305"/>
        </pc:sldMkLst>
      </pc:sldChg>
      <pc:sldChg chg="del mod modShow">
        <pc:chgData name="Jochen Mariën" userId="a4f8d9ed-3895-4365-b2d5-9432cb8a20d4" providerId="ADAL" clId="{AA066D44-2B93-48D3-9727-C98583797F62}" dt="2023-11-28T12:51:33.329" v="6428" actId="2696"/>
        <pc:sldMkLst>
          <pc:docMk/>
          <pc:sldMk cId="365881715" sldId="306"/>
        </pc:sldMkLst>
      </pc:sldChg>
      <pc:sldChg chg="addSp delSp modSp add mod modShow">
        <pc:chgData name="Jochen Mariën" userId="a4f8d9ed-3895-4365-b2d5-9432cb8a20d4" providerId="ADAL" clId="{AA066D44-2B93-48D3-9727-C98583797F62}" dt="2023-11-29T09:56:46.031" v="10083" actId="478"/>
        <pc:sldMkLst>
          <pc:docMk/>
          <pc:sldMk cId="2406631571" sldId="306"/>
        </pc:sldMkLst>
      </pc:sldChg>
      <pc:sldChg chg="del mod modShow">
        <pc:chgData name="Jochen Mariën" userId="a4f8d9ed-3895-4365-b2d5-9432cb8a20d4" providerId="ADAL" clId="{AA066D44-2B93-48D3-9727-C98583797F62}" dt="2023-11-28T12:51:33.329" v="6428" actId="2696"/>
        <pc:sldMkLst>
          <pc:docMk/>
          <pc:sldMk cId="60115495" sldId="307"/>
        </pc:sldMkLst>
      </pc:sldChg>
      <pc:sldChg chg="addSp delSp modSp add mod modShow">
        <pc:chgData name="Jochen Mariën" userId="a4f8d9ed-3895-4365-b2d5-9432cb8a20d4" providerId="ADAL" clId="{AA066D44-2B93-48D3-9727-C98583797F62}" dt="2023-11-29T09:57:30.514" v="10087" actId="1076"/>
        <pc:sldMkLst>
          <pc:docMk/>
          <pc:sldMk cId="3379996908" sldId="307"/>
        </pc:sldMkLst>
      </pc:sldChg>
      <pc:sldChg chg="add del mod modShow">
        <pc:chgData name="Jochen Mariën" userId="a4f8d9ed-3895-4365-b2d5-9432cb8a20d4" providerId="ADAL" clId="{AA066D44-2B93-48D3-9727-C98583797F62}" dt="2023-11-29T10:02:05.482" v="10108" actId="47"/>
        <pc:sldMkLst>
          <pc:docMk/>
          <pc:sldMk cId="1235573063" sldId="308"/>
        </pc:sldMkLst>
      </pc:sldChg>
      <pc:sldChg chg="del mod modShow">
        <pc:chgData name="Jochen Mariën" userId="a4f8d9ed-3895-4365-b2d5-9432cb8a20d4" providerId="ADAL" clId="{AA066D44-2B93-48D3-9727-C98583797F62}" dt="2023-11-28T12:51:33.329" v="6428" actId="2696"/>
        <pc:sldMkLst>
          <pc:docMk/>
          <pc:sldMk cId="3989503205" sldId="308"/>
        </pc:sldMkLst>
      </pc:sldChg>
      <pc:sldChg chg="del">
        <pc:chgData name="Jochen Mariën" userId="a4f8d9ed-3895-4365-b2d5-9432cb8a20d4" providerId="ADAL" clId="{AA066D44-2B93-48D3-9727-C98583797F62}" dt="2023-11-29T08:48:20.627" v="8927" actId="47"/>
        <pc:sldMkLst>
          <pc:docMk/>
          <pc:sldMk cId="2976672382" sldId="310"/>
        </pc:sldMkLst>
      </pc:sldChg>
      <pc:sldChg chg="del">
        <pc:chgData name="Jochen Mariën" userId="a4f8d9ed-3895-4365-b2d5-9432cb8a20d4" providerId="ADAL" clId="{AA066D44-2B93-48D3-9727-C98583797F62}" dt="2023-11-28T08:01:01.546" v="2387" actId="47"/>
        <pc:sldMkLst>
          <pc:docMk/>
          <pc:sldMk cId="344905969" sldId="325"/>
        </pc:sldMkLst>
      </pc:sldChg>
      <pc:sldChg chg="del">
        <pc:chgData name="Jochen Mariën" userId="a4f8d9ed-3895-4365-b2d5-9432cb8a20d4" providerId="ADAL" clId="{AA066D44-2B93-48D3-9727-C98583797F62}" dt="2023-11-29T10:02:43.726" v="10109" actId="47"/>
        <pc:sldMkLst>
          <pc:docMk/>
          <pc:sldMk cId="1286280397" sldId="334"/>
        </pc:sldMkLst>
      </pc:sldChg>
      <pc:sldChg chg="modSp mod">
        <pc:chgData name="Jochen Mariën" userId="a4f8d9ed-3895-4365-b2d5-9432cb8a20d4" providerId="ADAL" clId="{AA066D44-2B93-48D3-9727-C98583797F62}" dt="2023-11-28T10:21:57.731" v="6042" actId="20577"/>
        <pc:sldMkLst>
          <pc:docMk/>
          <pc:sldMk cId="3870284430" sldId="336"/>
        </pc:sldMkLst>
      </pc:sldChg>
      <pc:sldChg chg="addSp delSp modSp mod modNotesTx">
        <pc:chgData name="Jochen Mariën" userId="a4f8d9ed-3895-4365-b2d5-9432cb8a20d4" providerId="ADAL" clId="{AA066D44-2B93-48D3-9727-C98583797F62}" dt="2023-11-27T14:12:30.932" v="120" actId="20577"/>
        <pc:sldMkLst>
          <pc:docMk/>
          <pc:sldMk cId="694510207" sldId="339"/>
        </pc:sldMkLst>
      </pc:sldChg>
      <pc:sldChg chg="addSp delSp modSp mod modNotesTx">
        <pc:chgData name="Jochen Mariën" userId="a4f8d9ed-3895-4365-b2d5-9432cb8a20d4" providerId="ADAL" clId="{AA066D44-2B93-48D3-9727-C98583797F62}" dt="2023-11-27T14:16:45.231" v="387" actId="20577"/>
        <pc:sldMkLst>
          <pc:docMk/>
          <pc:sldMk cId="1551661925" sldId="340"/>
        </pc:sldMkLst>
      </pc:sldChg>
      <pc:sldChg chg="add del">
        <pc:chgData name="Jochen Mariën" userId="a4f8d9ed-3895-4365-b2d5-9432cb8a20d4" providerId="ADAL" clId="{AA066D44-2B93-48D3-9727-C98583797F62}" dt="2023-11-27T15:03:37.150" v="1316" actId="47"/>
        <pc:sldMkLst>
          <pc:docMk/>
          <pc:sldMk cId="3507928914" sldId="341"/>
        </pc:sldMkLst>
      </pc:sldChg>
      <pc:sldChg chg="modSp mod">
        <pc:chgData name="Jochen Mariën" userId="a4f8d9ed-3895-4365-b2d5-9432cb8a20d4" providerId="ADAL" clId="{AA066D44-2B93-48D3-9727-C98583797F62}" dt="2023-11-27T15:04:49.772" v="1418" actId="20577"/>
        <pc:sldMkLst>
          <pc:docMk/>
          <pc:sldMk cId="3627504182" sldId="342"/>
        </pc:sldMkLst>
      </pc:sldChg>
      <pc:sldChg chg="modSp mod">
        <pc:chgData name="Jochen Mariën" userId="a4f8d9ed-3895-4365-b2d5-9432cb8a20d4" providerId="ADAL" clId="{AA066D44-2B93-48D3-9727-C98583797F62}" dt="2023-11-28T10:24:09.300" v="6045" actId="113"/>
        <pc:sldMkLst>
          <pc:docMk/>
          <pc:sldMk cId="1130026872" sldId="343"/>
        </pc:sldMkLst>
      </pc:sldChg>
      <pc:sldChg chg="modSp mod modNotesTx">
        <pc:chgData name="Jochen Mariën" userId="a4f8d9ed-3895-4365-b2d5-9432cb8a20d4" providerId="ADAL" clId="{AA066D44-2B93-48D3-9727-C98583797F62}" dt="2023-11-28T10:20:46.976" v="6039" actId="20577"/>
        <pc:sldMkLst>
          <pc:docMk/>
          <pc:sldMk cId="3174336864" sldId="344"/>
        </pc:sldMkLst>
      </pc:sldChg>
      <pc:sldChg chg="modSp mod">
        <pc:chgData name="Jochen Mariën" userId="a4f8d9ed-3895-4365-b2d5-9432cb8a20d4" providerId="ADAL" clId="{AA066D44-2B93-48D3-9727-C98583797F62}" dt="2023-11-28T10:23:31.962" v="6044" actId="20577"/>
        <pc:sldMkLst>
          <pc:docMk/>
          <pc:sldMk cId="1865571032" sldId="349"/>
        </pc:sldMkLst>
      </pc:sldChg>
      <pc:sldChg chg="modSp mod modNotesTx">
        <pc:chgData name="Jochen Mariën" userId="a4f8d9ed-3895-4365-b2d5-9432cb8a20d4" providerId="ADAL" clId="{AA066D44-2B93-48D3-9727-C98583797F62}" dt="2023-11-29T09:46:49.363" v="9858" actId="20577"/>
        <pc:sldMkLst>
          <pc:docMk/>
          <pc:sldMk cId="4229516981" sldId="358"/>
        </pc:sldMkLst>
      </pc:sldChg>
      <pc:sldChg chg="modSp mod">
        <pc:chgData name="Jochen Mariën" userId="a4f8d9ed-3895-4365-b2d5-9432cb8a20d4" providerId="ADAL" clId="{AA066D44-2B93-48D3-9727-C98583797F62}" dt="2023-11-29T09:47:04.270" v="9888" actId="20577"/>
        <pc:sldMkLst>
          <pc:docMk/>
          <pc:sldMk cId="737940746" sldId="359"/>
        </pc:sldMkLst>
      </pc:sldChg>
      <pc:sldChg chg="del">
        <pc:chgData name="Jochen Mariën" userId="a4f8d9ed-3895-4365-b2d5-9432cb8a20d4" providerId="ADAL" clId="{AA066D44-2B93-48D3-9727-C98583797F62}" dt="2023-11-29T10:02:43.726" v="10109" actId="47"/>
        <pc:sldMkLst>
          <pc:docMk/>
          <pc:sldMk cId="3048734829" sldId="365"/>
        </pc:sldMkLst>
      </pc:sldChg>
      <pc:sldChg chg="modSp mod modNotesTx">
        <pc:chgData name="Jochen Mariën" userId="a4f8d9ed-3895-4365-b2d5-9432cb8a20d4" providerId="ADAL" clId="{AA066D44-2B93-48D3-9727-C98583797F62}" dt="2023-11-27T15:07:39.791" v="1453"/>
        <pc:sldMkLst>
          <pc:docMk/>
          <pc:sldMk cId="2264315106" sldId="367"/>
        </pc:sldMkLst>
      </pc:sldChg>
      <pc:sldChg chg="addSp delSp modSp mod">
        <pc:chgData name="Jochen Mariën" userId="a4f8d9ed-3895-4365-b2d5-9432cb8a20d4" providerId="ADAL" clId="{AA066D44-2B93-48D3-9727-C98583797F62}" dt="2023-11-27T15:04:16.088" v="1386" actId="20577"/>
        <pc:sldMkLst>
          <pc:docMk/>
          <pc:sldMk cId="3255349103" sldId="368"/>
        </pc:sldMkLst>
      </pc:sldChg>
      <pc:sldChg chg="addSp modSp new mod">
        <pc:chgData name="Jochen Mariën" userId="a4f8d9ed-3895-4365-b2d5-9432cb8a20d4" providerId="ADAL" clId="{AA066D44-2B93-48D3-9727-C98583797F62}" dt="2023-11-27T14:30:54.783" v="618" actId="11529"/>
        <pc:sldMkLst>
          <pc:docMk/>
          <pc:sldMk cId="688716964" sldId="370"/>
        </pc:sldMkLst>
      </pc:sldChg>
      <pc:sldChg chg="addSp delSp modSp new mod">
        <pc:chgData name="Jochen Mariën" userId="a4f8d9ed-3895-4365-b2d5-9432cb8a20d4" providerId="ADAL" clId="{AA066D44-2B93-48D3-9727-C98583797F62}" dt="2023-11-27T15:04:06.389" v="1384" actId="5793"/>
        <pc:sldMkLst>
          <pc:docMk/>
          <pc:sldMk cId="131980030" sldId="371"/>
        </pc:sldMkLst>
      </pc:sldChg>
      <pc:sldChg chg="addSp modSp new mod">
        <pc:chgData name="Jochen Mariën" userId="a4f8d9ed-3895-4365-b2d5-9432cb8a20d4" providerId="ADAL" clId="{AA066D44-2B93-48D3-9727-C98583797F62}" dt="2023-11-27T15:45:36.554" v="1699" actId="1076"/>
        <pc:sldMkLst>
          <pc:docMk/>
          <pc:sldMk cId="2011626031" sldId="372"/>
        </pc:sldMkLst>
      </pc:sldChg>
      <pc:sldChg chg="addSp delSp modSp new mod modNotesTx">
        <pc:chgData name="Jochen Mariën" userId="a4f8d9ed-3895-4365-b2d5-9432cb8a20d4" providerId="ADAL" clId="{AA066D44-2B93-48D3-9727-C98583797F62}" dt="2023-11-27T16:04:41.979" v="2372" actId="20577"/>
        <pc:sldMkLst>
          <pc:docMk/>
          <pc:sldMk cId="134073067" sldId="373"/>
        </pc:sldMkLst>
      </pc:sldChg>
      <pc:sldChg chg="new del">
        <pc:chgData name="Jochen Mariën" userId="a4f8d9ed-3895-4365-b2d5-9432cb8a20d4" providerId="ADAL" clId="{AA066D44-2B93-48D3-9727-C98583797F62}" dt="2023-11-27T15:45:01.153" v="1681" actId="47"/>
        <pc:sldMkLst>
          <pc:docMk/>
          <pc:sldMk cId="3907828341" sldId="373"/>
        </pc:sldMkLst>
      </pc:sldChg>
      <pc:sldChg chg="addSp delSp modSp new mod">
        <pc:chgData name="Jochen Mariën" userId="a4f8d9ed-3895-4365-b2d5-9432cb8a20d4" providerId="ADAL" clId="{AA066D44-2B93-48D3-9727-C98583797F62}" dt="2023-11-28T08:02:20.151" v="2484" actId="1076"/>
        <pc:sldMkLst>
          <pc:docMk/>
          <pc:sldMk cId="3558085645" sldId="374"/>
        </pc:sldMkLst>
      </pc:sldChg>
      <pc:sldChg chg="addSp modSp new mod">
        <pc:chgData name="Jochen Mariën" userId="a4f8d9ed-3895-4365-b2d5-9432cb8a20d4" providerId="ADAL" clId="{AA066D44-2B93-48D3-9727-C98583797F62}" dt="2023-11-28T08:11:50.612" v="3083" actId="20577"/>
        <pc:sldMkLst>
          <pc:docMk/>
          <pc:sldMk cId="2476776336" sldId="375"/>
        </pc:sldMkLst>
      </pc:sldChg>
      <pc:sldChg chg="new del">
        <pc:chgData name="Jochen Mariën" userId="a4f8d9ed-3895-4365-b2d5-9432cb8a20d4" providerId="ADAL" clId="{AA066D44-2B93-48D3-9727-C98583797F62}" dt="2023-11-27T16:01:01.428" v="2341" actId="47"/>
        <pc:sldMkLst>
          <pc:docMk/>
          <pc:sldMk cId="3500860213" sldId="375"/>
        </pc:sldMkLst>
      </pc:sldChg>
      <pc:sldChg chg="addSp modSp new mod">
        <pc:chgData name="Jochen Mariën" userId="a4f8d9ed-3895-4365-b2d5-9432cb8a20d4" providerId="ADAL" clId="{AA066D44-2B93-48D3-9727-C98583797F62}" dt="2023-11-28T08:16:46.762" v="3545" actId="20577"/>
        <pc:sldMkLst>
          <pc:docMk/>
          <pc:sldMk cId="3867670555" sldId="376"/>
        </pc:sldMkLst>
      </pc:sldChg>
      <pc:sldChg chg="addSp delSp modSp new mod modNotesTx">
        <pc:chgData name="Jochen Mariën" userId="a4f8d9ed-3895-4365-b2d5-9432cb8a20d4" providerId="ADAL" clId="{AA066D44-2B93-48D3-9727-C98583797F62}" dt="2023-11-28T09:59:05.854" v="4557"/>
        <pc:sldMkLst>
          <pc:docMk/>
          <pc:sldMk cId="3832971088" sldId="377"/>
        </pc:sldMkLst>
      </pc:sldChg>
      <pc:sldChg chg="addSp modSp new mod ord modAnim modNotesTx">
        <pc:chgData name="Jochen Mariën" userId="a4f8d9ed-3895-4365-b2d5-9432cb8a20d4" providerId="ADAL" clId="{AA066D44-2B93-48D3-9727-C98583797F62}" dt="2023-11-28T09:56:28.927" v="4521"/>
        <pc:sldMkLst>
          <pc:docMk/>
          <pc:sldMk cId="3326019233" sldId="378"/>
        </pc:sldMkLst>
      </pc:sldChg>
      <pc:sldChg chg="modSp new del mod">
        <pc:chgData name="Jochen Mariën" userId="a4f8d9ed-3895-4365-b2d5-9432cb8a20d4" providerId="ADAL" clId="{AA066D44-2B93-48D3-9727-C98583797F62}" dt="2023-11-29T08:28:16.914" v="7751" actId="47"/>
        <pc:sldMkLst>
          <pc:docMk/>
          <pc:sldMk cId="2535631086" sldId="379"/>
        </pc:sldMkLst>
      </pc:sldChg>
      <pc:sldChg chg="addSp delSp modSp add mod">
        <pc:chgData name="Jochen Mariën" userId="a4f8d9ed-3895-4365-b2d5-9432cb8a20d4" providerId="ADAL" clId="{AA066D44-2B93-48D3-9727-C98583797F62}" dt="2023-11-28T09:54:42.425" v="4431"/>
        <pc:sldMkLst>
          <pc:docMk/>
          <pc:sldMk cId="1444212144" sldId="380"/>
        </pc:sldMkLst>
      </pc:sldChg>
      <pc:sldChg chg="addSp modSp new mod modNotesTx">
        <pc:chgData name="Jochen Mariën" userId="a4f8d9ed-3895-4365-b2d5-9432cb8a20d4" providerId="ADAL" clId="{AA066D44-2B93-48D3-9727-C98583797F62}" dt="2023-11-28T10:02:26.838" v="4588" actId="1076"/>
        <pc:sldMkLst>
          <pc:docMk/>
          <pc:sldMk cId="3226926831" sldId="381"/>
        </pc:sldMkLst>
      </pc:sldChg>
      <pc:sldChg chg="addSp modSp new mod modNotesTx">
        <pc:chgData name="Jochen Mariën" userId="a4f8d9ed-3895-4365-b2d5-9432cb8a20d4" providerId="ADAL" clId="{AA066D44-2B93-48D3-9727-C98583797F62}" dt="2023-11-28T10:04:18.077" v="4720"/>
        <pc:sldMkLst>
          <pc:docMk/>
          <pc:sldMk cId="2456155614" sldId="382"/>
        </pc:sldMkLst>
      </pc:sldChg>
      <pc:sldChg chg="addSp modSp new mod">
        <pc:chgData name="Jochen Mariën" userId="a4f8d9ed-3895-4365-b2d5-9432cb8a20d4" providerId="ADAL" clId="{AA066D44-2B93-48D3-9727-C98583797F62}" dt="2023-11-28T10:12:17.801" v="5112" actId="20577"/>
        <pc:sldMkLst>
          <pc:docMk/>
          <pc:sldMk cId="3249631653" sldId="383"/>
        </pc:sldMkLst>
      </pc:sldChg>
      <pc:sldChg chg="addSp modSp new del mod modNotesTx">
        <pc:chgData name="Jochen Mariën" userId="a4f8d9ed-3895-4365-b2d5-9432cb8a20d4" providerId="ADAL" clId="{AA066D44-2B93-48D3-9727-C98583797F62}" dt="2023-12-12T07:36:19.712" v="10110" actId="47"/>
        <pc:sldMkLst>
          <pc:docMk/>
          <pc:sldMk cId="2042423019" sldId="384"/>
        </pc:sldMkLst>
      </pc:sldChg>
      <pc:sldChg chg="addSp modSp new mod modNotesTx">
        <pc:chgData name="Jochen Mariën" userId="a4f8d9ed-3895-4365-b2d5-9432cb8a20d4" providerId="ADAL" clId="{AA066D44-2B93-48D3-9727-C98583797F62}" dt="2023-11-28T10:18:59.908" v="5876" actId="20577"/>
        <pc:sldMkLst>
          <pc:docMk/>
          <pc:sldMk cId="100950643" sldId="385"/>
        </pc:sldMkLst>
      </pc:sldChg>
      <pc:sldChg chg="new del">
        <pc:chgData name="Jochen Mariën" userId="a4f8d9ed-3895-4365-b2d5-9432cb8a20d4" providerId="ADAL" clId="{AA066D44-2B93-48D3-9727-C98583797F62}" dt="2023-11-28T10:25:23.312" v="6047" actId="47"/>
        <pc:sldMkLst>
          <pc:docMk/>
          <pc:sldMk cId="1307193046" sldId="386"/>
        </pc:sldMkLst>
      </pc:sldChg>
      <pc:sldChg chg="modSp new del mod modShow">
        <pc:chgData name="Jochen Mariën" userId="a4f8d9ed-3895-4365-b2d5-9432cb8a20d4" providerId="ADAL" clId="{AA066D44-2B93-48D3-9727-C98583797F62}" dt="2023-11-28T12:51:33.329" v="6428" actId="2696"/>
        <pc:sldMkLst>
          <pc:docMk/>
          <pc:sldMk cId="2125117852" sldId="386"/>
        </pc:sldMkLst>
      </pc:sldChg>
      <pc:sldChg chg="addSp modSp add mod modShow modNotesTx">
        <pc:chgData name="Jochen Mariën" userId="a4f8d9ed-3895-4365-b2d5-9432cb8a20d4" providerId="ADAL" clId="{AA066D44-2B93-48D3-9727-C98583797F62}" dt="2023-11-29T09:55:45.918" v="10078" actId="20577"/>
        <pc:sldMkLst>
          <pc:docMk/>
          <pc:sldMk cId="2252254915" sldId="386"/>
        </pc:sldMkLst>
      </pc:sldChg>
      <pc:sldChg chg="modSp new mod">
        <pc:chgData name="Jochen Mariën" userId="a4f8d9ed-3895-4365-b2d5-9432cb8a20d4" providerId="ADAL" clId="{AA066D44-2B93-48D3-9727-C98583797F62}" dt="2023-11-28T13:10:43.631" v="7167" actId="20577"/>
        <pc:sldMkLst>
          <pc:docMk/>
          <pc:sldMk cId="3797677750" sldId="387"/>
        </pc:sldMkLst>
      </pc:sldChg>
      <pc:sldChg chg="modSp new mod">
        <pc:chgData name="Jochen Mariën" userId="a4f8d9ed-3895-4365-b2d5-9432cb8a20d4" providerId="ADAL" clId="{AA066D44-2B93-48D3-9727-C98583797F62}" dt="2023-11-28T14:10:04.749" v="7749" actId="20577"/>
        <pc:sldMkLst>
          <pc:docMk/>
          <pc:sldMk cId="2006063309" sldId="388"/>
        </pc:sldMkLst>
      </pc:sldChg>
      <pc:sldChg chg="addSp modSp new mod modNotesTx">
        <pc:chgData name="Jochen Mariën" userId="a4f8d9ed-3895-4365-b2d5-9432cb8a20d4" providerId="ADAL" clId="{AA066D44-2B93-48D3-9727-C98583797F62}" dt="2023-11-29T08:37:28.730" v="8632" actId="5793"/>
        <pc:sldMkLst>
          <pc:docMk/>
          <pc:sldMk cId="887593500" sldId="389"/>
        </pc:sldMkLst>
      </pc:sldChg>
      <pc:sldChg chg="addSp modSp new mod modNotesTx">
        <pc:chgData name="Jochen Mariën" userId="a4f8d9ed-3895-4365-b2d5-9432cb8a20d4" providerId="ADAL" clId="{AA066D44-2B93-48D3-9727-C98583797F62}" dt="2023-11-29T08:47:55.030" v="8926" actId="20577"/>
        <pc:sldMkLst>
          <pc:docMk/>
          <pc:sldMk cId="3342541279" sldId="390"/>
        </pc:sldMkLst>
      </pc:sldChg>
      <pc:sldChg chg="addSp modSp new mod">
        <pc:chgData name="Jochen Mariën" userId="a4f8d9ed-3895-4365-b2d5-9432cb8a20d4" providerId="ADAL" clId="{AA066D44-2B93-48D3-9727-C98583797F62}" dt="2023-11-29T09:33:44.455" v="9367" actId="15"/>
        <pc:sldMkLst>
          <pc:docMk/>
          <pc:sldMk cId="3456649243" sldId="391"/>
        </pc:sldMkLst>
      </pc:sldChg>
      <pc:sldChg chg="addSp delSp modSp new mod">
        <pc:chgData name="Jochen Mariën" userId="a4f8d9ed-3895-4365-b2d5-9432cb8a20d4" providerId="ADAL" clId="{AA066D44-2B93-48D3-9727-C98583797F62}" dt="2023-11-29T10:01:48.823" v="10107" actId="14100"/>
        <pc:sldMkLst>
          <pc:docMk/>
          <pc:sldMk cId="826693407" sldId="392"/>
        </pc:sldMkLst>
      </pc:sldChg>
    </pc:docChg>
  </pc:docChgLst>
  <pc:docChgLst>
    <pc:chgData name="Stef Van Wolputte" userId="53954008-e772-4081-b24d-77d1e8f1f00e" providerId="ADAL" clId="{B73C259B-1C2E-4B17-A632-638CDFEF0427}"/>
    <pc:docChg chg="undo custSel modSld">
      <pc:chgData name="Stef Van Wolputte" userId="53954008-e772-4081-b24d-77d1e8f1f00e" providerId="ADAL" clId="{B73C259B-1C2E-4B17-A632-638CDFEF0427}" dt="2023-12-05T12:32:48.137" v="3" actId="20577"/>
      <pc:docMkLst>
        <pc:docMk/>
      </pc:docMkLst>
      <pc:sldChg chg="modSp mod">
        <pc:chgData name="Stef Van Wolputte" userId="53954008-e772-4081-b24d-77d1e8f1f00e" providerId="ADAL" clId="{B73C259B-1C2E-4B17-A632-638CDFEF0427}" dt="2023-12-04T13:58:23.234" v="1" actId="1076"/>
        <pc:sldMkLst>
          <pc:docMk/>
          <pc:sldMk cId="1364935779" sldId="316"/>
        </pc:sldMkLst>
      </pc:sldChg>
      <pc:sldChg chg="modNotesTx">
        <pc:chgData name="Stef Van Wolputte" userId="53954008-e772-4081-b24d-77d1e8f1f00e" providerId="ADAL" clId="{B73C259B-1C2E-4B17-A632-638CDFEF0427}" dt="2023-12-05T12:32:48.137" v="3" actId="20577"/>
        <pc:sldMkLst>
          <pc:docMk/>
          <pc:sldMk cId="2300828402" sldId="338"/>
        </pc:sldMkLst>
      </pc:sldChg>
    </pc:docChg>
  </pc:docChgLst>
  <pc:docChgLst>
    <pc:chgData name="Jochen Mariën" userId="a4f8d9ed-3895-4365-b2d5-9432cb8a20d4" providerId="ADAL" clId="{F1A2FF7C-C780-48B6-9872-765BB7E95E72}"/>
    <pc:docChg chg="custSel addSld delSld modSld">
      <pc:chgData name="Jochen Mariën" userId="a4f8d9ed-3895-4365-b2d5-9432cb8a20d4" providerId="ADAL" clId="{F1A2FF7C-C780-48B6-9872-765BB7E95E72}" dt="2022-02-10T13:00:20.965" v="283"/>
      <pc:docMkLst>
        <pc:docMk/>
      </pc:docMkLst>
      <pc:sldChg chg="modSp mod">
        <pc:chgData name="Jochen Mariën" userId="a4f8d9ed-3895-4365-b2d5-9432cb8a20d4" providerId="ADAL" clId="{F1A2FF7C-C780-48B6-9872-765BB7E95E72}" dt="2022-02-10T12:55:03.136" v="47" actId="20577"/>
        <pc:sldMkLst>
          <pc:docMk/>
          <pc:sldMk cId="54334544" sldId="256"/>
        </pc:sldMkLst>
      </pc:sldChg>
      <pc:sldChg chg="addCm">
        <pc:chgData name="Jochen Mariën" userId="a4f8d9ed-3895-4365-b2d5-9432cb8a20d4" providerId="ADAL" clId="{F1A2FF7C-C780-48B6-9872-765BB7E95E72}" dt="2022-02-10T13:00:20.965" v="283"/>
        <pc:sldMkLst>
          <pc:docMk/>
          <pc:sldMk cId="3503501734" sldId="257"/>
        </pc:sldMkLst>
      </pc:sldChg>
      <pc:sldChg chg="modSp add mod">
        <pc:chgData name="Jochen Mariën" userId="a4f8d9ed-3895-4365-b2d5-9432cb8a20d4" providerId="ADAL" clId="{F1A2FF7C-C780-48B6-9872-765BB7E95E72}" dt="2022-02-10T12:55:20.434" v="81" actId="20577"/>
        <pc:sldMkLst>
          <pc:docMk/>
          <pc:sldMk cId="1973400615" sldId="258"/>
        </pc:sldMkLst>
      </pc:sldChg>
      <pc:sldChg chg="modSp add mod">
        <pc:chgData name="Jochen Mariën" userId="a4f8d9ed-3895-4365-b2d5-9432cb8a20d4" providerId="ADAL" clId="{F1A2FF7C-C780-48B6-9872-765BB7E95E72}" dt="2022-02-10T12:54:49.998" v="26" actId="27636"/>
        <pc:sldMkLst>
          <pc:docMk/>
          <pc:sldMk cId="3915035243" sldId="259"/>
        </pc:sldMkLst>
      </pc:sldChg>
      <pc:sldChg chg="add">
        <pc:chgData name="Jochen Mariën" userId="a4f8d9ed-3895-4365-b2d5-9432cb8a20d4" providerId="ADAL" clId="{F1A2FF7C-C780-48B6-9872-765BB7E95E72}" dt="2022-02-10T12:54:49.749" v="23"/>
        <pc:sldMkLst>
          <pc:docMk/>
          <pc:sldMk cId="1230963303" sldId="260"/>
        </pc:sldMkLst>
      </pc:sldChg>
      <pc:sldChg chg="add">
        <pc:chgData name="Jochen Mariën" userId="a4f8d9ed-3895-4365-b2d5-9432cb8a20d4" providerId="ADAL" clId="{F1A2FF7C-C780-48B6-9872-765BB7E95E72}" dt="2022-02-10T12:54:49.749" v="23"/>
        <pc:sldMkLst>
          <pc:docMk/>
          <pc:sldMk cId="1327012311" sldId="261"/>
        </pc:sldMkLst>
      </pc:sldChg>
      <pc:sldChg chg="modSp add del mod">
        <pc:chgData name="Jochen Mariën" userId="a4f8d9ed-3895-4365-b2d5-9432cb8a20d4" providerId="ADAL" clId="{F1A2FF7C-C780-48B6-9872-765BB7E95E72}" dt="2022-02-10T12:56:51.125" v="103" actId="47"/>
        <pc:sldMkLst>
          <pc:docMk/>
          <pc:sldMk cId="2841190687" sldId="262"/>
        </pc:sldMkLst>
      </pc:sldChg>
      <pc:sldChg chg="modSp add mod">
        <pc:chgData name="Jochen Mariën" userId="a4f8d9ed-3895-4365-b2d5-9432cb8a20d4" providerId="ADAL" clId="{F1A2FF7C-C780-48B6-9872-765BB7E95E72}" dt="2022-02-10T12:54:50.065" v="28" actId="27636"/>
        <pc:sldMkLst>
          <pc:docMk/>
          <pc:sldMk cId="265953670" sldId="263"/>
        </pc:sldMkLst>
      </pc:sldChg>
      <pc:sldChg chg="modSp add mod">
        <pc:chgData name="Jochen Mariën" userId="a4f8d9ed-3895-4365-b2d5-9432cb8a20d4" providerId="ADAL" clId="{F1A2FF7C-C780-48B6-9872-765BB7E95E72}" dt="2022-02-10T12:54:50.077" v="29" actId="27636"/>
        <pc:sldMkLst>
          <pc:docMk/>
          <pc:sldMk cId="2133628680" sldId="264"/>
        </pc:sldMkLst>
      </pc:sldChg>
      <pc:sldChg chg="modSp add mod">
        <pc:chgData name="Jochen Mariën" userId="a4f8d9ed-3895-4365-b2d5-9432cb8a20d4" providerId="ADAL" clId="{F1A2FF7C-C780-48B6-9872-765BB7E95E72}" dt="2022-02-10T12:54:50.093" v="30" actId="27636"/>
        <pc:sldMkLst>
          <pc:docMk/>
          <pc:sldMk cId="2936359256" sldId="265"/>
        </pc:sldMkLst>
      </pc:sldChg>
      <pc:sldChg chg="modSp add mod">
        <pc:chgData name="Jochen Mariën" userId="a4f8d9ed-3895-4365-b2d5-9432cb8a20d4" providerId="ADAL" clId="{F1A2FF7C-C780-48B6-9872-765BB7E95E72}" dt="2022-02-10T12:57:12.206" v="125" actId="15"/>
        <pc:sldMkLst>
          <pc:docMk/>
          <pc:sldMk cId="3554479620" sldId="266"/>
        </pc:sldMkLst>
      </pc:sldChg>
      <pc:sldChg chg="modSp add mod">
        <pc:chgData name="Jochen Mariën" userId="a4f8d9ed-3895-4365-b2d5-9432cb8a20d4" providerId="ADAL" clId="{F1A2FF7C-C780-48B6-9872-765BB7E95E72}" dt="2022-02-10T12:54:50.124" v="32" actId="27636"/>
        <pc:sldMkLst>
          <pc:docMk/>
          <pc:sldMk cId="3777240987" sldId="267"/>
        </pc:sldMkLst>
      </pc:sldChg>
      <pc:sldChg chg="add">
        <pc:chgData name="Jochen Mariën" userId="a4f8d9ed-3895-4365-b2d5-9432cb8a20d4" providerId="ADAL" clId="{F1A2FF7C-C780-48B6-9872-765BB7E95E72}" dt="2022-02-10T12:54:49.749" v="23"/>
        <pc:sldMkLst>
          <pc:docMk/>
          <pc:sldMk cId="4270668177" sldId="268"/>
        </pc:sldMkLst>
      </pc:sldChg>
      <pc:sldChg chg="modSp add mod">
        <pc:chgData name="Jochen Mariën" userId="a4f8d9ed-3895-4365-b2d5-9432cb8a20d4" providerId="ADAL" clId="{F1A2FF7C-C780-48B6-9872-765BB7E95E72}" dt="2022-02-10T12:54:49.983" v="25" actId="27636"/>
        <pc:sldMkLst>
          <pc:docMk/>
          <pc:sldMk cId="3776781718" sldId="269"/>
        </pc:sldMkLst>
      </pc:sldChg>
      <pc:sldChg chg="modSp add mod">
        <pc:chgData name="Jochen Mariën" userId="a4f8d9ed-3895-4365-b2d5-9432cb8a20d4" providerId="ADAL" clId="{F1A2FF7C-C780-48B6-9872-765BB7E95E72}" dt="2022-02-10T12:54:50.150" v="33" actId="27636"/>
        <pc:sldMkLst>
          <pc:docMk/>
          <pc:sldMk cId="1034328158" sldId="270"/>
        </pc:sldMkLst>
      </pc:sldChg>
      <pc:sldChg chg="modSp add mod">
        <pc:chgData name="Jochen Mariën" userId="a4f8d9ed-3895-4365-b2d5-9432cb8a20d4" providerId="ADAL" clId="{F1A2FF7C-C780-48B6-9872-765BB7E95E72}" dt="2022-02-10T12:54:50.156" v="34" actId="27636"/>
        <pc:sldMkLst>
          <pc:docMk/>
          <pc:sldMk cId="2383466624" sldId="271"/>
        </pc:sldMkLst>
      </pc:sldChg>
      <pc:sldChg chg="add">
        <pc:chgData name="Jochen Mariën" userId="a4f8d9ed-3895-4365-b2d5-9432cb8a20d4" providerId="ADAL" clId="{F1A2FF7C-C780-48B6-9872-765BB7E95E72}" dt="2022-02-10T12:54:49.749" v="23"/>
        <pc:sldMkLst>
          <pc:docMk/>
          <pc:sldMk cId="2308969998" sldId="272"/>
        </pc:sldMkLst>
      </pc:sldChg>
      <pc:sldChg chg="add">
        <pc:chgData name="Jochen Mariën" userId="a4f8d9ed-3895-4365-b2d5-9432cb8a20d4" providerId="ADAL" clId="{F1A2FF7C-C780-48B6-9872-765BB7E95E72}" dt="2022-02-10T12:54:49.749" v="23"/>
        <pc:sldMkLst>
          <pc:docMk/>
          <pc:sldMk cId="2752864486" sldId="273"/>
        </pc:sldMkLst>
      </pc:sldChg>
      <pc:sldChg chg="modSp add mod">
        <pc:chgData name="Jochen Mariën" userId="a4f8d9ed-3895-4365-b2d5-9432cb8a20d4" providerId="ADAL" clId="{F1A2FF7C-C780-48B6-9872-765BB7E95E72}" dt="2022-02-10T12:54:50.172" v="35" actId="27636"/>
        <pc:sldMkLst>
          <pc:docMk/>
          <pc:sldMk cId="2018437137" sldId="274"/>
        </pc:sldMkLst>
      </pc:sldChg>
      <pc:sldChg chg="modSp add mod">
        <pc:chgData name="Jochen Mariën" userId="a4f8d9ed-3895-4365-b2d5-9432cb8a20d4" providerId="ADAL" clId="{F1A2FF7C-C780-48B6-9872-765BB7E95E72}" dt="2022-02-10T12:57:46.991" v="130" actId="14100"/>
        <pc:sldMkLst>
          <pc:docMk/>
          <pc:sldMk cId="2595272704" sldId="275"/>
        </pc:sldMkLst>
      </pc:sldChg>
      <pc:sldChg chg="add">
        <pc:chgData name="Jochen Mariën" userId="a4f8d9ed-3895-4365-b2d5-9432cb8a20d4" providerId="ADAL" clId="{F1A2FF7C-C780-48B6-9872-765BB7E95E72}" dt="2022-02-10T12:54:49.749" v="23"/>
        <pc:sldMkLst>
          <pc:docMk/>
          <pc:sldMk cId="3615005595" sldId="276"/>
        </pc:sldMkLst>
      </pc:sldChg>
      <pc:sldChg chg="add">
        <pc:chgData name="Jochen Mariën" userId="a4f8d9ed-3895-4365-b2d5-9432cb8a20d4" providerId="ADAL" clId="{F1A2FF7C-C780-48B6-9872-765BB7E95E72}" dt="2022-02-10T12:54:49.749" v="23"/>
        <pc:sldMkLst>
          <pc:docMk/>
          <pc:sldMk cId="4057672217" sldId="277"/>
        </pc:sldMkLst>
      </pc:sldChg>
      <pc:sldChg chg="modSp add del mod">
        <pc:chgData name="Jochen Mariën" userId="a4f8d9ed-3895-4365-b2d5-9432cb8a20d4" providerId="ADAL" clId="{F1A2FF7C-C780-48B6-9872-765BB7E95E72}" dt="2022-02-10T12:57:53.932" v="131" actId="47"/>
        <pc:sldMkLst>
          <pc:docMk/>
          <pc:sldMk cId="1294596309" sldId="278"/>
        </pc:sldMkLst>
      </pc:sldChg>
      <pc:sldChg chg="add">
        <pc:chgData name="Jochen Mariën" userId="a4f8d9ed-3895-4365-b2d5-9432cb8a20d4" providerId="ADAL" clId="{F1A2FF7C-C780-48B6-9872-765BB7E95E72}" dt="2022-02-10T12:54:49.749" v="23"/>
        <pc:sldMkLst>
          <pc:docMk/>
          <pc:sldMk cId="2668330545" sldId="279"/>
        </pc:sldMkLst>
      </pc:sldChg>
      <pc:sldChg chg="modSp add mod">
        <pc:chgData name="Jochen Mariën" userId="a4f8d9ed-3895-4365-b2d5-9432cb8a20d4" providerId="ADAL" clId="{F1A2FF7C-C780-48B6-9872-765BB7E95E72}" dt="2022-02-10T12:58:09.522" v="134" actId="5793"/>
        <pc:sldMkLst>
          <pc:docMk/>
          <pc:sldMk cId="2923219254" sldId="280"/>
        </pc:sldMkLst>
      </pc:sldChg>
      <pc:sldChg chg="modSp add mod">
        <pc:chgData name="Jochen Mariën" userId="a4f8d9ed-3895-4365-b2d5-9432cb8a20d4" providerId="ADAL" clId="{F1A2FF7C-C780-48B6-9872-765BB7E95E72}" dt="2022-02-10T12:54:50.234" v="39" actId="27636"/>
        <pc:sldMkLst>
          <pc:docMk/>
          <pc:sldMk cId="554706803" sldId="281"/>
        </pc:sldMkLst>
      </pc:sldChg>
      <pc:sldChg chg="modSp new mod">
        <pc:chgData name="Jochen Mariën" userId="a4f8d9ed-3895-4365-b2d5-9432cb8a20d4" providerId="ADAL" clId="{F1A2FF7C-C780-48B6-9872-765BB7E95E72}" dt="2022-02-10T12:56:46.691" v="102"/>
        <pc:sldMkLst>
          <pc:docMk/>
          <pc:sldMk cId="170798278" sldId="282"/>
        </pc:sldMkLst>
      </pc:sldChg>
      <pc:sldChg chg="modSp new mod">
        <pc:chgData name="Jochen Mariën" userId="a4f8d9ed-3895-4365-b2d5-9432cb8a20d4" providerId="ADAL" clId="{F1A2FF7C-C780-48B6-9872-765BB7E95E72}" dt="2022-02-10T12:59:26.388" v="282" actId="20577"/>
        <pc:sldMkLst>
          <pc:docMk/>
          <pc:sldMk cId="661260982" sldId="283"/>
        </pc:sldMkLst>
      </pc:sldChg>
      <pc:sldChg chg="new del">
        <pc:chgData name="Jochen Mariën" userId="a4f8d9ed-3895-4365-b2d5-9432cb8a20d4" providerId="ADAL" clId="{F1A2FF7C-C780-48B6-9872-765BB7E95E72}" dt="2022-02-10T12:58:39.077" v="136" actId="47"/>
        <pc:sldMkLst>
          <pc:docMk/>
          <pc:sldMk cId="1923301139" sldId="283"/>
        </pc:sldMkLst>
      </pc:sldChg>
    </pc:docChg>
  </pc:docChgLst>
  <pc:docChgLst>
    <pc:chgData name="Hajar Ghaem Sigarchian" userId="S::u0136336@thomasmore.be::c942b3b0-1ec9-4b5a-9958-682b211c132c" providerId="AD" clId="Web-{CCDEAA7B-0E1A-2932-9F6A-2B93236B0E4C}"/>
    <pc:docChg chg="modSld">
      <pc:chgData name="Hajar Ghaem Sigarchian" userId="S::u0136336@thomasmore.be::c942b3b0-1ec9-4b5a-9958-682b211c132c" providerId="AD" clId="Web-{CCDEAA7B-0E1A-2932-9F6A-2B93236B0E4C}" dt="2022-10-17T10:30:12.668" v="186" actId="1076"/>
      <pc:docMkLst>
        <pc:docMk/>
      </pc:docMkLst>
      <pc:sldChg chg="addSp modSp">
        <pc:chgData name="Hajar Ghaem Sigarchian" userId="S::u0136336@thomasmore.be::c942b3b0-1ec9-4b5a-9958-682b211c132c" providerId="AD" clId="Web-{CCDEAA7B-0E1A-2932-9F6A-2B93236B0E4C}" dt="2022-10-17T10:11:48.635" v="116" actId="1076"/>
        <pc:sldMkLst>
          <pc:docMk/>
          <pc:sldMk cId="2720548364" sldId="262"/>
        </pc:sldMkLst>
      </pc:sldChg>
      <pc:sldChg chg="addSp modSp">
        <pc:chgData name="Hajar Ghaem Sigarchian" userId="S::u0136336@thomasmore.be::c942b3b0-1ec9-4b5a-9958-682b211c132c" providerId="AD" clId="Web-{CCDEAA7B-0E1A-2932-9F6A-2B93236B0E4C}" dt="2022-10-17T10:09:39.318" v="111" actId="20577"/>
        <pc:sldMkLst>
          <pc:docMk/>
          <pc:sldMk cId="1641404978" sldId="264"/>
        </pc:sldMkLst>
      </pc:sldChg>
      <pc:sldChg chg="addSp modSp">
        <pc:chgData name="Hajar Ghaem Sigarchian" userId="S::u0136336@thomasmore.be::c942b3b0-1ec9-4b5a-9958-682b211c132c" providerId="AD" clId="Web-{CCDEAA7B-0E1A-2932-9F6A-2B93236B0E4C}" dt="2022-10-17T10:08:10.847" v="104" actId="20577"/>
        <pc:sldMkLst>
          <pc:docMk/>
          <pc:sldMk cId="1856514912" sldId="265"/>
        </pc:sldMkLst>
      </pc:sldChg>
      <pc:sldChg chg="addSp modSp">
        <pc:chgData name="Hajar Ghaem Sigarchian" userId="S::u0136336@thomasmore.be::c942b3b0-1ec9-4b5a-9958-682b211c132c" providerId="AD" clId="Web-{CCDEAA7B-0E1A-2932-9F6A-2B93236B0E4C}" dt="2022-10-17T10:08:01.706" v="103" actId="20577"/>
        <pc:sldMkLst>
          <pc:docMk/>
          <pc:sldMk cId="653651406" sldId="266"/>
        </pc:sldMkLst>
      </pc:sldChg>
      <pc:sldChg chg="addSp delSp modSp">
        <pc:chgData name="Hajar Ghaem Sigarchian" userId="S::u0136336@thomasmore.be::c942b3b0-1ec9-4b5a-9958-682b211c132c" providerId="AD" clId="Web-{CCDEAA7B-0E1A-2932-9F6A-2B93236B0E4C}" dt="2022-10-17T10:17:29.692" v="133" actId="14100"/>
        <pc:sldMkLst>
          <pc:docMk/>
          <pc:sldMk cId="289776805" sldId="270"/>
        </pc:sldMkLst>
      </pc:sldChg>
      <pc:sldChg chg="addSp delSp modSp">
        <pc:chgData name="Hajar Ghaem Sigarchian" userId="S::u0136336@thomasmore.be::c942b3b0-1ec9-4b5a-9958-682b211c132c" providerId="AD" clId="Web-{CCDEAA7B-0E1A-2932-9F6A-2B93236B0E4C}" dt="2022-10-17T10:18:38.397" v="139" actId="1076"/>
        <pc:sldMkLst>
          <pc:docMk/>
          <pc:sldMk cId="706638381" sldId="271"/>
        </pc:sldMkLst>
      </pc:sldChg>
      <pc:sldChg chg="modSp">
        <pc:chgData name="Hajar Ghaem Sigarchian" userId="S::u0136336@thomasmore.be::c942b3b0-1ec9-4b5a-9958-682b211c132c" providerId="AD" clId="Web-{CCDEAA7B-0E1A-2932-9F6A-2B93236B0E4C}" dt="2022-10-17T10:05:34.389" v="86" actId="20577"/>
        <pc:sldMkLst>
          <pc:docMk/>
          <pc:sldMk cId="4110860133" sldId="272"/>
        </pc:sldMkLst>
      </pc:sldChg>
      <pc:sldChg chg="addSp delSp modSp">
        <pc:chgData name="Hajar Ghaem Sigarchian" userId="S::u0136336@thomasmore.be::c942b3b0-1ec9-4b5a-9958-682b211c132c" providerId="AD" clId="Web-{CCDEAA7B-0E1A-2932-9F6A-2B93236B0E4C}" dt="2022-10-17T09:54:12.431" v="25" actId="20577"/>
        <pc:sldMkLst>
          <pc:docMk/>
          <pc:sldMk cId="3627771107" sldId="279"/>
        </pc:sldMkLst>
      </pc:sldChg>
      <pc:sldChg chg="modSp">
        <pc:chgData name="Hajar Ghaem Sigarchian" userId="S::u0136336@thomasmore.be::c942b3b0-1ec9-4b5a-9958-682b211c132c" providerId="AD" clId="Web-{CCDEAA7B-0E1A-2932-9F6A-2B93236B0E4C}" dt="2022-10-17T10:03:24.260" v="69" actId="20577"/>
        <pc:sldMkLst>
          <pc:docMk/>
          <pc:sldMk cId="676599965" sldId="281"/>
        </pc:sldMkLst>
      </pc:sldChg>
      <pc:sldChg chg="addSp delSp modSp">
        <pc:chgData name="Hajar Ghaem Sigarchian" userId="S::u0136336@thomasmore.be::c942b3b0-1ec9-4b5a-9958-682b211c132c" providerId="AD" clId="Web-{CCDEAA7B-0E1A-2932-9F6A-2B93236B0E4C}" dt="2022-10-17T10:05:24.670" v="83" actId="20577"/>
        <pc:sldMkLst>
          <pc:docMk/>
          <pc:sldMk cId="3728815295" sldId="282"/>
        </pc:sldMkLst>
      </pc:sldChg>
      <pc:sldChg chg="addSp delSp modSp">
        <pc:chgData name="Hajar Ghaem Sigarchian" userId="S::u0136336@thomasmore.be::c942b3b0-1ec9-4b5a-9958-682b211c132c" providerId="AD" clId="Web-{CCDEAA7B-0E1A-2932-9F6A-2B93236B0E4C}" dt="2022-10-17T10:20:52.464" v="147" actId="1076"/>
        <pc:sldMkLst>
          <pc:docMk/>
          <pc:sldMk cId="555689673" sldId="296"/>
        </pc:sldMkLst>
      </pc:sldChg>
      <pc:sldChg chg="addSp delSp modSp">
        <pc:chgData name="Hajar Ghaem Sigarchian" userId="S::u0136336@thomasmore.be::c942b3b0-1ec9-4b5a-9958-682b211c132c" providerId="AD" clId="Web-{CCDEAA7B-0E1A-2932-9F6A-2B93236B0E4C}" dt="2022-10-17T10:24:53.846" v="163" actId="20577"/>
        <pc:sldMkLst>
          <pc:docMk/>
          <pc:sldMk cId="3577679633" sldId="297"/>
        </pc:sldMkLst>
      </pc:sldChg>
      <pc:sldChg chg="addSp delSp modSp">
        <pc:chgData name="Hajar Ghaem Sigarchian" userId="S::u0136336@thomasmore.be::c942b3b0-1ec9-4b5a-9958-682b211c132c" providerId="AD" clId="Web-{CCDEAA7B-0E1A-2932-9F6A-2B93236B0E4C}" dt="2022-10-17T10:25:56.582" v="175" actId="1076"/>
        <pc:sldMkLst>
          <pc:docMk/>
          <pc:sldMk cId="1069345174" sldId="298"/>
        </pc:sldMkLst>
      </pc:sldChg>
      <pc:sldChg chg="addSp delSp modSp">
        <pc:chgData name="Hajar Ghaem Sigarchian" userId="S::u0136336@thomasmore.be::c942b3b0-1ec9-4b5a-9958-682b211c132c" providerId="AD" clId="Web-{CCDEAA7B-0E1A-2932-9F6A-2B93236B0E4C}" dt="2022-10-17T10:28:32.321" v="177"/>
        <pc:sldMkLst>
          <pc:docMk/>
          <pc:sldMk cId="2353403406" sldId="299"/>
        </pc:sldMkLst>
      </pc:sldChg>
      <pc:sldChg chg="addSp delSp modSp">
        <pc:chgData name="Hajar Ghaem Sigarchian" userId="S::u0136336@thomasmore.be::c942b3b0-1ec9-4b5a-9958-682b211c132c" providerId="AD" clId="Web-{CCDEAA7B-0E1A-2932-9F6A-2B93236B0E4C}" dt="2022-10-17T10:30:12.668" v="186" actId="1076"/>
        <pc:sldMkLst>
          <pc:docMk/>
          <pc:sldMk cId="2382001426" sldId="300"/>
        </pc:sldMkLst>
      </pc:sldChg>
      <pc:sldChg chg="addSp delSp modSp">
        <pc:chgData name="Hajar Ghaem Sigarchian" userId="S::u0136336@thomasmore.be::c942b3b0-1ec9-4b5a-9958-682b211c132c" providerId="AD" clId="Web-{CCDEAA7B-0E1A-2932-9F6A-2B93236B0E4C}" dt="2022-10-17T10:14:42.812" v="122" actId="20577"/>
        <pc:sldMkLst>
          <pc:docMk/>
          <pc:sldMk cId="2976672382" sldId="310"/>
        </pc:sldMkLst>
      </pc:sldChg>
      <pc:sldChg chg="modSp">
        <pc:chgData name="Hajar Ghaem Sigarchian" userId="S::u0136336@thomasmore.be::c942b3b0-1ec9-4b5a-9958-682b211c132c" providerId="AD" clId="Web-{CCDEAA7B-0E1A-2932-9F6A-2B93236B0E4C}" dt="2022-10-17T09:51:28.004" v="8" actId="20577"/>
        <pc:sldMkLst>
          <pc:docMk/>
          <pc:sldMk cId="423994051" sldId="337"/>
        </pc:sldMkLst>
      </pc:sldChg>
    </pc:docChg>
  </pc:docChgLst>
  <pc:docChgLst>
    <pc:chgData name="Ellen Torfs" userId="c6aa1e10-4a12-4511-8c7c-135720d4f277" providerId="ADAL" clId="{96FE4D50-3959-4B58-A212-D6CC02D3BBDA}"/>
    <pc:docChg chg="custSel modSld">
      <pc:chgData name="Ellen Torfs" userId="c6aa1e10-4a12-4511-8c7c-135720d4f277" providerId="ADAL" clId="{96FE4D50-3959-4B58-A212-D6CC02D3BBDA}" dt="2022-01-21T10:21:14.623" v="362" actId="20577"/>
      <pc:docMkLst>
        <pc:docMk/>
      </pc:docMkLst>
      <pc:sldChg chg="modSp mod">
        <pc:chgData name="Ellen Torfs" userId="c6aa1e10-4a12-4511-8c7c-135720d4f277" providerId="ADAL" clId="{96FE4D50-3959-4B58-A212-D6CC02D3BBDA}" dt="2022-01-21T10:21:14.623" v="362" actId="20577"/>
        <pc:sldMkLst>
          <pc:docMk/>
          <pc:sldMk cId="3503501734" sldId="257"/>
        </pc:sldMkLst>
      </pc:sldChg>
    </pc:docChg>
  </pc:docChgLst>
  <pc:docChgLst>
    <pc:chgData name="Ellen Torfs" userId="c6aa1e10-4a12-4511-8c7c-135720d4f277" providerId="ADAL" clId="{B4A63A11-8489-42BD-A0B3-0260384B9399}"/>
    <pc:docChg chg="undo custSel addSld delSld modSld sldOrd addSection modSection">
      <pc:chgData name="Ellen Torfs" userId="c6aa1e10-4a12-4511-8c7c-135720d4f277" providerId="ADAL" clId="{B4A63A11-8489-42BD-A0B3-0260384B9399}" dt="2025-11-12T13:49:10.777" v="2252" actId="1076"/>
      <pc:docMkLst>
        <pc:docMk/>
      </pc:docMkLst>
      <pc:sldChg chg="modSp mod">
        <pc:chgData name="Ellen Torfs" userId="c6aa1e10-4a12-4511-8c7c-135720d4f277" providerId="ADAL" clId="{B4A63A11-8489-42BD-A0B3-0260384B9399}" dt="2025-11-11T18:00:51.628" v="627"/>
        <pc:sldMkLst>
          <pc:docMk/>
          <pc:sldMk cId="3503501734" sldId="257"/>
        </pc:sldMkLst>
        <pc:spChg chg="mod">
          <ac:chgData name="Ellen Torfs" userId="c6aa1e10-4a12-4511-8c7c-135720d4f277" providerId="ADAL" clId="{B4A63A11-8489-42BD-A0B3-0260384B9399}" dt="2025-11-11T18:00:51.628" v="627"/>
          <ac:spMkLst>
            <pc:docMk/>
            <pc:sldMk cId="3503501734" sldId="257"/>
            <ac:spMk id="3" creationId="{CE123ACB-DD68-4388-B607-763D7883FFC8}"/>
          </ac:spMkLst>
        </pc:spChg>
      </pc:sldChg>
      <pc:sldChg chg="modSp mod">
        <pc:chgData name="Ellen Torfs" userId="c6aa1e10-4a12-4511-8c7c-135720d4f277" providerId="ADAL" clId="{B4A63A11-8489-42BD-A0B3-0260384B9399}" dt="2025-11-12T09:22:09.567" v="680" actId="20577"/>
        <pc:sldMkLst>
          <pc:docMk/>
          <pc:sldMk cId="2704840480" sldId="284"/>
        </pc:sldMkLst>
        <pc:spChg chg="mod">
          <ac:chgData name="Ellen Torfs" userId="c6aa1e10-4a12-4511-8c7c-135720d4f277" providerId="ADAL" clId="{B4A63A11-8489-42BD-A0B3-0260384B9399}" dt="2025-11-12T09:22:05.890" v="678" actId="20577"/>
          <ac:spMkLst>
            <pc:docMk/>
            <pc:sldMk cId="2704840480" sldId="284"/>
            <ac:spMk id="2" creationId="{8CCF88C6-D6BF-1B2E-D332-D0AE9309A615}"/>
          </ac:spMkLst>
        </pc:spChg>
        <pc:spChg chg="mod">
          <ac:chgData name="Ellen Torfs" userId="c6aa1e10-4a12-4511-8c7c-135720d4f277" providerId="ADAL" clId="{B4A63A11-8489-42BD-A0B3-0260384B9399}" dt="2025-11-12T09:22:09.567" v="680" actId="20577"/>
          <ac:spMkLst>
            <pc:docMk/>
            <pc:sldMk cId="2704840480" sldId="284"/>
            <ac:spMk id="10" creationId="{92185546-6136-0BF7-A8A1-78C99AEB7797}"/>
          </ac:spMkLst>
        </pc:spChg>
      </pc:sldChg>
      <pc:sldChg chg="modSp mod">
        <pc:chgData name="Ellen Torfs" userId="c6aa1e10-4a12-4511-8c7c-135720d4f277" providerId="ADAL" clId="{B4A63A11-8489-42BD-A0B3-0260384B9399}" dt="2025-11-12T09:27:59.636" v="1042" actId="20577"/>
        <pc:sldMkLst>
          <pc:docMk/>
          <pc:sldMk cId="1436580794" sldId="285"/>
        </pc:sldMkLst>
        <pc:spChg chg="mod">
          <ac:chgData name="Ellen Torfs" userId="c6aa1e10-4a12-4511-8c7c-135720d4f277" providerId="ADAL" clId="{B4A63A11-8489-42BD-A0B3-0260384B9399}" dt="2025-11-12T09:27:59.636" v="1042" actId="20577"/>
          <ac:spMkLst>
            <pc:docMk/>
            <pc:sldMk cId="1436580794" sldId="285"/>
            <ac:spMk id="2" creationId="{F3190EC1-D6AC-1854-4085-C6B577004FF4}"/>
          </ac:spMkLst>
        </pc:spChg>
        <pc:spChg chg="mod">
          <ac:chgData name="Ellen Torfs" userId="c6aa1e10-4a12-4511-8c7c-135720d4f277" providerId="ADAL" clId="{B4A63A11-8489-42BD-A0B3-0260384B9399}" dt="2025-11-11T18:10:48.777" v="666" actId="20577"/>
          <ac:spMkLst>
            <pc:docMk/>
            <pc:sldMk cId="1436580794" sldId="285"/>
            <ac:spMk id="8" creationId="{78C47BB8-8134-7970-6B0C-4FF31D60C7DE}"/>
          </ac:spMkLst>
        </pc:spChg>
        <pc:picChg chg="mod">
          <ac:chgData name="Ellen Torfs" userId="c6aa1e10-4a12-4511-8c7c-135720d4f277" providerId="ADAL" clId="{B4A63A11-8489-42BD-A0B3-0260384B9399}" dt="2025-11-11T18:10:56.232" v="668" actId="1076"/>
          <ac:picMkLst>
            <pc:docMk/>
            <pc:sldMk cId="1436580794" sldId="285"/>
            <ac:picMk id="12" creationId="{F8FF21B6-61F9-FA99-F04F-A4332B951D28}"/>
          </ac:picMkLst>
        </pc:picChg>
      </pc:sldChg>
      <pc:sldChg chg="modSp mod">
        <pc:chgData name="Ellen Torfs" userId="c6aa1e10-4a12-4511-8c7c-135720d4f277" providerId="ADAL" clId="{B4A63A11-8489-42BD-A0B3-0260384B9399}" dt="2025-11-11T18:07:51.145" v="656" actId="1076"/>
        <pc:sldMkLst>
          <pc:docMk/>
          <pc:sldMk cId="1299672675" sldId="290"/>
        </pc:sldMkLst>
        <pc:spChg chg="mod">
          <ac:chgData name="Ellen Torfs" userId="c6aa1e10-4a12-4511-8c7c-135720d4f277" providerId="ADAL" clId="{B4A63A11-8489-42BD-A0B3-0260384B9399}" dt="2025-11-11T18:07:45.638" v="655" actId="20577"/>
          <ac:spMkLst>
            <pc:docMk/>
            <pc:sldMk cId="1299672675" sldId="290"/>
            <ac:spMk id="8" creationId="{D3FAA8DC-FD7E-B5B9-BE70-4B87DE258041}"/>
          </ac:spMkLst>
        </pc:spChg>
        <pc:picChg chg="mod">
          <ac:chgData name="Ellen Torfs" userId="c6aa1e10-4a12-4511-8c7c-135720d4f277" providerId="ADAL" clId="{B4A63A11-8489-42BD-A0B3-0260384B9399}" dt="2025-11-11T18:07:51.145" v="656" actId="1076"/>
          <ac:picMkLst>
            <pc:docMk/>
            <pc:sldMk cId="1299672675" sldId="290"/>
            <ac:picMk id="6" creationId="{910BC459-0618-A58A-1CD3-523057141164}"/>
          </ac:picMkLst>
        </pc:picChg>
      </pc:sldChg>
      <pc:sldChg chg="modSp">
        <pc:chgData name="Ellen Torfs" userId="c6aa1e10-4a12-4511-8c7c-135720d4f277" providerId="ADAL" clId="{B4A63A11-8489-42BD-A0B3-0260384B9399}" dt="2025-11-11T18:00:51.628" v="627"/>
        <pc:sldMkLst>
          <pc:docMk/>
          <pc:sldMk cId="257630213" sldId="291"/>
        </pc:sldMkLst>
        <pc:spChg chg="mod">
          <ac:chgData name="Ellen Torfs" userId="c6aa1e10-4a12-4511-8c7c-135720d4f277" providerId="ADAL" clId="{B4A63A11-8489-42BD-A0B3-0260384B9399}" dt="2025-11-11T18:00:51.628" v="627"/>
          <ac:spMkLst>
            <pc:docMk/>
            <pc:sldMk cId="257630213" sldId="291"/>
            <ac:spMk id="2" creationId="{D945A001-A245-74B5-709B-5F1762EAEED5}"/>
          </ac:spMkLst>
        </pc:spChg>
      </pc:sldChg>
      <pc:sldChg chg="modSp mod">
        <pc:chgData name="Ellen Torfs" userId="c6aa1e10-4a12-4511-8c7c-135720d4f277" providerId="ADAL" clId="{B4A63A11-8489-42BD-A0B3-0260384B9399}" dt="2025-11-12T10:27:12.158" v="1771" actId="20577"/>
        <pc:sldMkLst>
          <pc:docMk/>
          <pc:sldMk cId="3812181889" sldId="314"/>
        </pc:sldMkLst>
        <pc:spChg chg="mod">
          <ac:chgData name="Ellen Torfs" userId="c6aa1e10-4a12-4511-8c7c-135720d4f277" providerId="ADAL" clId="{B4A63A11-8489-42BD-A0B3-0260384B9399}" dt="2025-11-12T10:27:12.158" v="1771" actId="20577"/>
          <ac:spMkLst>
            <pc:docMk/>
            <pc:sldMk cId="3812181889" sldId="314"/>
            <ac:spMk id="3" creationId="{A3126ABE-C0C5-4E86-A2EB-296D6451D2EC}"/>
          </ac:spMkLst>
        </pc:spChg>
      </pc:sldChg>
      <pc:sldChg chg="modSp mod">
        <pc:chgData name="Ellen Torfs" userId="c6aa1e10-4a12-4511-8c7c-135720d4f277" providerId="ADAL" clId="{B4A63A11-8489-42BD-A0B3-0260384B9399}" dt="2025-11-12T10:26:05.237" v="1762" actId="15"/>
        <pc:sldMkLst>
          <pc:docMk/>
          <pc:sldMk cId="3587478234" sldId="315"/>
        </pc:sldMkLst>
        <pc:spChg chg="mod">
          <ac:chgData name="Ellen Torfs" userId="c6aa1e10-4a12-4511-8c7c-135720d4f277" providerId="ADAL" clId="{B4A63A11-8489-42BD-A0B3-0260384B9399}" dt="2025-11-12T10:26:05.237" v="1762" actId="15"/>
          <ac:spMkLst>
            <pc:docMk/>
            <pc:sldMk cId="3587478234" sldId="315"/>
            <ac:spMk id="3" creationId="{0DBD534C-1BAD-4D08-988F-4AC3C3C526F4}"/>
          </ac:spMkLst>
        </pc:spChg>
      </pc:sldChg>
      <pc:sldChg chg="modSp mod">
        <pc:chgData name="Ellen Torfs" userId="c6aa1e10-4a12-4511-8c7c-135720d4f277" providerId="ADAL" clId="{B4A63A11-8489-42BD-A0B3-0260384B9399}" dt="2025-11-11T17:36:58.351" v="612" actId="20577"/>
        <pc:sldMkLst>
          <pc:docMk/>
          <pc:sldMk cId="1026730276" sldId="327"/>
        </pc:sldMkLst>
        <pc:spChg chg="mod">
          <ac:chgData name="Ellen Torfs" userId="c6aa1e10-4a12-4511-8c7c-135720d4f277" providerId="ADAL" clId="{B4A63A11-8489-42BD-A0B3-0260384B9399}" dt="2025-11-11T17:36:58.351" v="612" actId="20577"/>
          <ac:spMkLst>
            <pc:docMk/>
            <pc:sldMk cId="1026730276" sldId="327"/>
            <ac:spMk id="3" creationId="{D84BCF32-6856-EC7C-3719-0A9292D24E67}"/>
          </ac:spMkLst>
        </pc:spChg>
      </pc:sldChg>
      <pc:sldChg chg="modSp">
        <pc:chgData name="Ellen Torfs" userId="c6aa1e10-4a12-4511-8c7c-135720d4f277" providerId="ADAL" clId="{B4A63A11-8489-42BD-A0B3-0260384B9399}" dt="2025-11-11T18:00:51.628" v="627"/>
        <pc:sldMkLst>
          <pc:docMk/>
          <pc:sldMk cId="3870284430" sldId="336"/>
        </pc:sldMkLst>
        <pc:spChg chg="mod">
          <ac:chgData name="Ellen Torfs" userId="c6aa1e10-4a12-4511-8c7c-135720d4f277" providerId="ADAL" clId="{B4A63A11-8489-42BD-A0B3-0260384B9399}" dt="2025-11-11T18:00:51.628" v="627"/>
          <ac:spMkLst>
            <pc:docMk/>
            <pc:sldMk cId="3870284430" sldId="336"/>
            <ac:spMk id="3" creationId="{5A99D517-24C1-F3C4-323D-6F73BE8B9070}"/>
          </ac:spMkLst>
        </pc:spChg>
      </pc:sldChg>
      <pc:sldChg chg="delSp modSp mod ord modNotes">
        <pc:chgData name="Ellen Torfs" userId="c6aa1e10-4a12-4511-8c7c-135720d4f277" providerId="ADAL" clId="{B4A63A11-8489-42BD-A0B3-0260384B9399}" dt="2025-11-11T18:00:51.628" v="627"/>
        <pc:sldMkLst>
          <pc:docMk/>
          <pc:sldMk cId="1552677652" sldId="337"/>
        </pc:sldMkLst>
        <pc:spChg chg="mod">
          <ac:chgData name="Ellen Torfs" userId="c6aa1e10-4a12-4511-8c7c-135720d4f277" providerId="ADAL" clId="{B4A63A11-8489-42BD-A0B3-0260384B9399}" dt="2025-11-11T18:00:51.628" v="627"/>
          <ac:spMkLst>
            <pc:docMk/>
            <pc:sldMk cId="1552677652" sldId="337"/>
            <ac:spMk id="3" creationId="{7BDED898-743C-DACF-BB59-E836A8E398FD}"/>
          </ac:spMkLst>
        </pc:spChg>
        <pc:spChg chg="mod">
          <ac:chgData name="Ellen Torfs" userId="c6aa1e10-4a12-4511-8c7c-135720d4f277" providerId="ADAL" clId="{B4A63A11-8489-42BD-A0B3-0260384B9399}" dt="2025-11-11T16:41:51.660" v="86" actId="113"/>
          <ac:spMkLst>
            <pc:docMk/>
            <pc:sldMk cId="1552677652" sldId="337"/>
            <ac:spMk id="7" creationId="{C8B3C461-EBC5-76A4-501C-B64D991B182A}"/>
          </ac:spMkLst>
        </pc:spChg>
        <pc:spChg chg="mod">
          <ac:chgData name="Ellen Torfs" userId="c6aa1e10-4a12-4511-8c7c-135720d4f277" providerId="ADAL" clId="{B4A63A11-8489-42BD-A0B3-0260384B9399}" dt="2025-11-11T16:41:48.830" v="85" actId="113"/>
          <ac:spMkLst>
            <pc:docMk/>
            <pc:sldMk cId="1552677652" sldId="337"/>
            <ac:spMk id="9" creationId="{5BB76523-9947-F605-D918-8F5ECFE4BC68}"/>
          </ac:spMkLst>
        </pc:spChg>
        <pc:spChg chg="mod">
          <ac:chgData name="Ellen Torfs" userId="c6aa1e10-4a12-4511-8c7c-135720d4f277" providerId="ADAL" clId="{B4A63A11-8489-42BD-A0B3-0260384B9399}" dt="2025-11-11T16:41:45.646" v="84" actId="113"/>
          <ac:spMkLst>
            <pc:docMk/>
            <pc:sldMk cId="1552677652" sldId="337"/>
            <ac:spMk id="10" creationId="{C8516BC4-7181-4601-D6F4-E80E36478D93}"/>
          </ac:spMkLst>
        </pc:spChg>
        <pc:picChg chg="mod">
          <ac:chgData name="Ellen Torfs" userId="c6aa1e10-4a12-4511-8c7c-135720d4f277" providerId="ADAL" clId="{B4A63A11-8489-42BD-A0B3-0260384B9399}" dt="2025-11-11T16:40:57.726" v="79" actId="1076"/>
          <ac:picMkLst>
            <pc:docMk/>
            <pc:sldMk cId="1552677652" sldId="337"/>
            <ac:picMk id="6" creationId="{98F0667A-5039-80F6-268D-AF0777F882AD}"/>
          </ac:picMkLst>
        </pc:picChg>
        <pc:picChg chg="mod">
          <ac:chgData name="Ellen Torfs" userId="c6aa1e10-4a12-4511-8c7c-135720d4f277" providerId="ADAL" clId="{B4A63A11-8489-42BD-A0B3-0260384B9399}" dt="2025-11-11T16:40:47.358" v="77" actId="1076"/>
          <ac:picMkLst>
            <pc:docMk/>
            <pc:sldMk cId="1552677652" sldId="337"/>
            <ac:picMk id="8" creationId="{149593E0-9210-28A1-3276-711F4146BBF9}"/>
          </ac:picMkLst>
        </pc:picChg>
        <pc:picChg chg="mod">
          <ac:chgData name="Ellen Torfs" userId="c6aa1e10-4a12-4511-8c7c-135720d4f277" providerId="ADAL" clId="{B4A63A11-8489-42BD-A0B3-0260384B9399}" dt="2025-11-11T16:41:36.704" v="83" actId="1076"/>
          <ac:picMkLst>
            <pc:docMk/>
            <pc:sldMk cId="1552677652" sldId="337"/>
            <ac:picMk id="12" creationId="{EF58295F-CD57-E257-1934-84358AAA5901}"/>
          </ac:picMkLst>
        </pc:picChg>
        <pc:picChg chg="mod">
          <ac:chgData name="Ellen Torfs" userId="c6aa1e10-4a12-4511-8c7c-135720d4f277" providerId="ADAL" clId="{B4A63A11-8489-42BD-A0B3-0260384B9399}" dt="2025-11-11T16:42:36.749" v="90" actId="1076"/>
          <ac:picMkLst>
            <pc:docMk/>
            <pc:sldMk cId="1552677652" sldId="337"/>
            <ac:picMk id="27" creationId="{167B472E-C5F1-4AA7-BA46-A5D7510DD067}"/>
          </ac:picMkLst>
        </pc:picChg>
        <pc:cxnChg chg="del mod">
          <ac:chgData name="Ellen Torfs" userId="c6aa1e10-4a12-4511-8c7c-135720d4f277" providerId="ADAL" clId="{B4A63A11-8489-42BD-A0B3-0260384B9399}" dt="2025-11-11T16:37:49.418" v="16" actId="478"/>
          <ac:cxnSpMkLst>
            <pc:docMk/>
            <pc:sldMk cId="1552677652" sldId="337"/>
            <ac:cxnSpMk id="16" creationId="{785BBEA0-7A55-6023-A784-78FAF6C22080}"/>
          </ac:cxnSpMkLst>
        </pc:cxnChg>
        <pc:cxnChg chg="del mod">
          <ac:chgData name="Ellen Torfs" userId="c6aa1e10-4a12-4511-8c7c-135720d4f277" providerId="ADAL" clId="{B4A63A11-8489-42BD-A0B3-0260384B9399}" dt="2025-11-11T16:37:48.193" v="15" actId="478"/>
          <ac:cxnSpMkLst>
            <pc:docMk/>
            <pc:sldMk cId="1552677652" sldId="337"/>
            <ac:cxnSpMk id="18" creationId="{2FBB3FC6-81E4-F2D1-C53B-F1FAA5497F95}"/>
          </ac:cxnSpMkLst>
        </pc:cxnChg>
        <pc:cxnChg chg="del mod">
          <ac:chgData name="Ellen Torfs" userId="c6aa1e10-4a12-4511-8c7c-135720d4f277" providerId="ADAL" clId="{B4A63A11-8489-42BD-A0B3-0260384B9399}" dt="2025-11-11T16:38:56.395" v="22" actId="478"/>
          <ac:cxnSpMkLst>
            <pc:docMk/>
            <pc:sldMk cId="1552677652" sldId="337"/>
            <ac:cxnSpMk id="21" creationId="{1000D95D-2DDB-02F2-7155-9B4AD252FC31}"/>
          </ac:cxnSpMkLst>
        </pc:cxnChg>
      </pc:sldChg>
      <pc:sldChg chg="delSp modSp mod ord">
        <pc:chgData name="Ellen Torfs" userId="c6aa1e10-4a12-4511-8c7c-135720d4f277" providerId="ADAL" clId="{B4A63A11-8489-42BD-A0B3-0260384B9399}" dt="2025-11-11T18:00:51.628" v="627"/>
        <pc:sldMkLst>
          <pc:docMk/>
          <pc:sldMk cId="2300828402" sldId="338"/>
        </pc:sldMkLst>
        <pc:spChg chg="mod">
          <ac:chgData name="Ellen Torfs" userId="c6aa1e10-4a12-4511-8c7c-135720d4f277" providerId="ADAL" clId="{B4A63A11-8489-42BD-A0B3-0260384B9399}" dt="2025-11-11T18:00:51.628" v="627"/>
          <ac:spMkLst>
            <pc:docMk/>
            <pc:sldMk cId="2300828402" sldId="338"/>
            <ac:spMk id="3" creationId="{ED5B1874-AD4C-5EF3-6426-AD3354C574B2}"/>
          </ac:spMkLst>
        </pc:spChg>
        <pc:spChg chg="mod">
          <ac:chgData name="Ellen Torfs" userId="c6aa1e10-4a12-4511-8c7c-135720d4f277" providerId="ADAL" clId="{B4A63A11-8489-42BD-A0B3-0260384B9399}" dt="2025-11-11T16:48:21.487" v="166" actId="1076"/>
          <ac:spMkLst>
            <pc:docMk/>
            <pc:sldMk cId="2300828402" sldId="338"/>
            <ac:spMk id="10" creationId="{0FF4D29A-0146-B87A-25A0-726DCF03E157}"/>
          </ac:spMkLst>
        </pc:spChg>
        <pc:spChg chg="mod">
          <ac:chgData name="Ellen Torfs" userId="c6aa1e10-4a12-4511-8c7c-135720d4f277" providerId="ADAL" clId="{B4A63A11-8489-42BD-A0B3-0260384B9399}" dt="2025-11-11T16:48:54.072" v="171" actId="1076"/>
          <ac:spMkLst>
            <pc:docMk/>
            <pc:sldMk cId="2300828402" sldId="338"/>
            <ac:spMk id="11" creationId="{BFFEBFDC-909F-64E9-665C-9D20285D81B3}"/>
          </ac:spMkLst>
        </pc:spChg>
        <pc:spChg chg="mod">
          <ac:chgData name="Ellen Torfs" userId="c6aa1e10-4a12-4511-8c7c-135720d4f277" providerId="ADAL" clId="{B4A63A11-8489-42BD-A0B3-0260384B9399}" dt="2025-11-11T16:48:47.967" v="170" actId="1076"/>
          <ac:spMkLst>
            <pc:docMk/>
            <pc:sldMk cId="2300828402" sldId="338"/>
            <ac:spMk id="12" creationId="{486716F2-3BB0-9824-DD00-05B63C3F472E}"/>
          </ac:spMkLst>
        </pc:spChg>
        <pc:picChg chg="mod">
          <ac:chgData name="Ellen Torfs" userId="c6aa1e10-4a12-4511-8c7c-135720d4f277" providerId="ADAL" clId="{B4A63A11-8489-42BD-A0B3-0260384B9399}" dt="2025-11-11T16:48:21.487" v="166" actId="1076"/>
          <ac:picMkLst>
            <pc:docMk/>
            <pc:sldMk cId="2300828402" sldId="338"/>
            <ac:picMk id="5" creationId="{007E825A-DA0F-E9FC-ECEC-41403080BF25}"/>
          </ac:picMkLst>
        </pc:picChg>
        <pc:picChg chg="mod">
          <ac:chgData name="Ellen Torfs" userId="c6aa1e10-4a12-4511-8c7c-135720d4f277" providerId="ADAL" clId="{B4A63A11-8489-42BD-A0B3-0260384B9399}" dt="2025-11-11T16:48:54.072" v="171" actId="1076"/>
          <ac:picMkLst>
            <pc:docMk/>
            <pc:sldMk cId="2300828402" sldId="338"/>
            <ac:picMk id="9" creationId="{4EEBCB52-04F4-B81B-3760-3B0B49DF9DA1}"/>
          </ac:picMkLst>
        </pc:picChg>
        <pc:picChg chg="mod">
          <ac:chgData name="Ellen Torfs" userId="c6aa1e10-4a12-4511-8c7c-135720d4f277" providerId="ADAL" clId="{B4A63A11-8489-42BD-A0B3-0260384B9399}" dt="2025-11-11T16:48:43.070" v="169" actId="1076"/>
          <ac:picMkLst>
            <pc:docMk/>
            <pc:sldMk cId="2300828402" sldId="338"/>
            <ac:picMk id="13" creationId="{7241C316-F0AC-845C-3061-44A0FF941C27}"/>
          </ac:picMkLst>
        </pc:picChg>
        <pc:picChg chg="mod">
          <ac:chgData name="Ellen Torfs" userId="c6aa1e10-4a12-4511-8c7c-135720d4f277" providerId="ADAL" clId="{B4A63A11-8489-42BD-A0B3-0260384B9399}" dt="2025-11-11T16:48:24.222" v="167" actId="1076"/>
          <ac:picMkLst>
            <pc:docMk/>
            <pc:sldMk cId="2300828402" sldId="338"/>
            <ac:picMk id="24" creationId="{E3D4B703-8976-3A4F-A2F8-B1E8989E7C97}"/>
          </ac:picMkLst>
        </pc:picChg>
        <pc:cxnChg chg="del">
          <ac:chgData name="Ellen Torfs" userId="c6aa1e10-4a12-4511-8c7c-135720d4f277" providerId="ADAL" clId="{B4A63A11-8489-42BD-A0B3-0260384B9399}" dt="2025-11-11T16:43:52.458" v="92" actId="478"/>
          <ac:cxnSpMkLst>
            <pc:docMk/>
            <pc:sldMk cId="2300828402" sldId="338"/>
            <ac:cxnSpMk id="20" creationId="{00008F05-A925-D1EE-6181-52B916F0EAC8}"/>
          </ac:cxnSpMkLst>
        </pc:cxnChg>
        <pc:cxnChg chg="del">
          <ac:chgData name="Ellen Torfs" userId="c6aa1e10-4a12-4511-8c7c-135720d4f277" providerId="ADAL" clId="{B4A63A11-8489-42BD-A0B3-0260384B9399}" dt="2025-11-11T16:44:09.078" v="96" actId="478"/>
          <ac:cxnSpMkLst>
            <pc:docMk/>
            <pc:sldMk cId="2300828402" sldId="338"/>
            <ac:cxnSpMk id="26" creationId="{96BB8159-1B55-A16D-F737-F0CD012F9895}"/>
          </ac:cxnSpMkLst>
        </pc:cxnChg>
        <pc:cxnChg chg="del mod">
          <ac:chgData name="Ellen Torfs" userId="c6aa1e10-4a12-4511-8c7c-135720d4f277" providerId="ADAL" clId="{B4A63A11-8489-42BD-A0B3-0260384B9399}" dt="2025-11-11T16:44:08.162" v="95" actId="478"/>
          <ac:cxnSpMkLst>
            <pc:docMk/>
            <pc:sldMk cId="2300828402" sldId="338"/>
            <ac:cxnSpMk id="27" creationId="{7FCBE1DE-015D-78DE-3D4C-58D0AAD8D379}"/>
          </ac:cxnSpMkLst>
        </pc:cxnChg>
      </pc:sldChg>
      <pc:sldChg chg="addSp delSp modSp mod ord modNotes">
        <pc:chgData name="Ellen Torfs" userId="c6aa1e10-4a12-4511-8c7c-135720d4f277" providerId="ADAL" clId="{B4A63A11-8489-42BD-A0B3-0260384B9399}" dt="2025-11-11T18:01:31.974" v="628" actId="1076"/>
        <pc:sldMkLst>
          <pc:docMk/>
          <pc:sldMk cId="694510207" sldId="339"/>
        </pc:sldMkLst>
        <pc:spChg chg="mod">
          <ac:chgData name="Ellen Torfs" userId="c6aa1e10-4a12-4511-8c7c-135720d4f277" providerId="ADAL" clId="{B4A63A11-8489-42BD-A0B3-0260384B9399}" dt="2025-11-11T16:49:53.506" v="185" actId="20577"/>
          <ac:spMkLst>
            <pc:docMk/>
            <pc:sldMk cId="694510207" sldId="339"/>
            <ac:spMk id="3" creationId="{809DC215-28AA-D296-3E39-9CAF1237B805}"/>
          </ac:spMkLst>
        </pc:spChg>
        <pc:spChg chg="mod">
          <ac:chgData name="Ellen Torfs" userId="c6aa1e10-4a12-4511-8c7c-135720d4f277" providerId="ADAL" clId="{B4A63A11-8489-42BD-A0B3-0260384B9399}" dt="2025-11-11T16:46:39.687" v="155" actId="1076"/>
          <ac:spMkLst>
            <pc:docMk/>
            <pc:sldMk cId="694510207" sldId="339"/>
            <ac:spMk id="4" creationId="{9BEA6C84-A965-8793-AE0F-CADAEE551EF5}"/>
          </ac:spMkLst>
        </pc:spChg>
        <pc:spChg chg="mod">
          <ac:chgData name="Ellen Torfs" userId="c6aa1e10-4a12-4511-8c7c-135720d4f277" providerId="ADAL" clId="{B4A63A11-8489-42BD-A0B3-0260384B9399}" dt="2025-11-11T16:46:49.884" v="158" actId="113"/>
          <ac:spMkLst>
            <pc:docMk/>
            <pc:sldMk cId="694510207" sldId="339"/>
            <ac:spMk id="5" creationId="{D3F5149D-9447-B11F-2AE4-EB1AA20B9DF4}"/>
          </ac:spMkLst>
        </pc:spChg>
        <pc:spChg chg="mod">
          <ac:chgData name="Ellen Torfs" userId="c6aa1e10-4a12-4511-8c7c-135720d4f277" providerId="ADAL" clId="{B4A63A11-8489-42BD-A0B3-0260384B9399}" dt="2025-11-11T16:50:38.686" v="199" actId="1037"/>
          <ac:spMkLst>
            <pc:docMk/>
            <pc:sldMk cId="694510207" sldId="339"/>
            <ac:spMk id="6" creationId="{1D279642-71C8-BCDE-0EE7-2E6F3B5CBBA7}"/>
          </ac:spMkLst>
        </pc:spChg>
        <pc:spChg chg="mod">
          <ac:chgData name="Ellen Torfs" userId="c6aa1e10-4a12-4511-8c7c-135720d4f277" providerId="ADAL" clId="{B4A63A11-8489-42BD-A0B3-0260384B9399}" dt="2025-11-11T16:46:47.378" v="157" actId="113"/>
          <ac:spMkLst>
            <pc:docMk/>
            <pc:sldMk cId="694510207" sldId="339"/>
            <ac:spMk id="8" creationId="{01C6329A-4DD6-A439-3D0F-8B5C524DD5AC}"/>
          </ac:spMkLst>
        </pc:spChg>
        <pc:spChg chg="add mod">
          <ac:chgData name="Ellen Torfs" userId="c6aa1e10-4a12-4511-8c7c-135720d4f277" providerId="ADAL" clId="{B4A63A11-8489-42BD-A0B3-0260384B9399}" dt="2025-11-11T16:35:28.110" v="11" actId="14100"/>
          <ac:spMkLst>
            <pc:docMk/>
            <pc:sldMk cId="694510207" sldId="339"/>
            <ac:spMk id="9" creationId="{23C1BC1F-5BF7-EAFA-06AF-55DCB1A235B5}"/>
          </ac:spMkLst>
        </pc:spChg>
        <pc:spChg chg="add mod">
          <ac:chgData name="Ellen Torfs" userId="c6aa1e10-4a12-4511-8c7c-135720d4f277" providerId="ADAL" clId="{B4A63A11-8489-42BD-A0B3-0260384B9399}" dt="2025-11-11T16:35:22.213" v="10" actId="14100"/>
          <ac:spMkLst>
            <pc:docMk/>
            <pc:sldMk cId="694510207" sldId="339"/>
            <ac:spMk id="10" creationId="{53203762-0241-163A-A8A2-C82A7B43EBF5}"/>
          </ac:spMkLst>
        </pc:spChg>
        <pc:spChg chg="mod">
          <ac:chgData name="Ellen Torfs" userId="c6aa1e10-4a12-4511-8c7c-135720d4f277" providerId="ADAL" clId="{B4A63A11-8489-42BD-A0B3-0260384B9399}" dt="2025-11-11T16:46:42.899" v="156" actId="113"/>
          <ac:spMkLst>
            <pc:docMk/>
            <pc:sldMk cId="694510207" sldId="339"/>
            <ac:spMk id="14" creationId="{23B82D0D-514C-36B6-368D-FDC99D8935A0}"/>
          </ac:spMkLst>
        </pc:spChg>
        <pc:spChg chg="add mod">
          <ac:chgData name="Ellen Torfs" userId="c6aa1e10-4a12-4511-8c7c-135720d4f277" providerId="ADAL" clId="{B4A63A11-8489-42BD-A0B3-0260384B9399}" dt="2025-11-11T16:52:19.597" v="314" actId="1582"/>
          <ac:spMkLst>
            <pc:docMk/>
            <pc:sldMk cId="694510207" sldId="339"/>
            <ac:spMk id="16" creationId="{BA3B7EE4-063F-9062-3EFC-709C33896A2D}"/>
          </ac:spMkLst>
        </pc:spChg>
        <pc:spChg chg="mod">
          <ac:chgData name="Ellen Torfs" userId="c6aa1e10-4a12-4511-8c7c-135720d4f277" providerId="ADAL" clId="{B4A63A11-8489-42BD-A0B3-0260384B9399}" dt="2025-11-11T18:01:31.974" v="628" actId="1076"/>
          <ac:spMkLst>
            <pc:docMk/>
            <pc:sldMk cId="694510207" sldId="339"/>
            <ac:spMk id="22" creationId="{56E351E6-6761-6BCB-9EFC-36D61BB15586}"/>
          </ac:spMkLst>
        </pc:spChg>
        <pc:picChg chg="mod">
          <ac:chgData name="Ellen Torfs" userId="c6aa1e10-4a12-4511-8c7c-135720d4f277" providerId="ADAL" clId="{B4A63A11-8489-42BD-A0B3-0260384B9399}" dt="2025-11-11T16:35:12.381" v="8" actId="1076"/>
          <ac:picMkLst>
            <pc:docMk/>
            <pc:sldMk cId="694510207" sldId="339"/>
            <ac:picMk id="7" creationId="{2EBE0E80-92AE-7AC4-E578-544E7D56EF3C}"/>
          </ac:picMkLst>
        </pc:picChg>
        <pc:picChg chg="mod">
          <ac:chgData name="Ellen Torfs" userId="c6aa1e10-4a12-4511-8c7c-135720d4f277" providerId="ADAL" clId="{B4A63A11-8489-42BD-A0B3-0260384B9399}" dt="2025-11-11T16:46:39.687" v="155" actId="1076"/>
          <ac:picMkLst>
            <pc:docMk/>
            <pc:sldMk cId="694510207" sldId="339"/>
            <ac:picMk id="17" creationId="{45393937-CF2E-C3AF-2E78-FF883639901F}"/>
          </ac:picMkLst>
        </pc:picChg>
        <pc:cxnChg chg="del">
          <ac:chgData name="Ellen Torfs" userId="c6aa1e10-4a12-4511-8c7c-135720d4f277" providerId="ADAL" clId="{B4A63A11-8489-42BD-A0B3-0260384B9399}" dt="2025-11-11T16:46:24.810" v="151" actId="478"/>
          <ac:cxnSpMkLst>
            <pc:docMk/>
            <pc:sldMk cId="694510207" sldId="339"/>
            <ac:cxnSpMk id="12" creationId="{EDFEA46F-5676-44B7-E678-655C6770B5FB}"/>
          </ac:cxnSpMkLst>
        </pc:cxnChg>
        <pc:cxnChg chg="del mod">
          <ac:chgData name="Ellen Torfs" userId="c6aa1e10-4a12-4511-8c7c-135720d4f277" providerId="ADAL" clId="{B4A63A11-8489-42BD-A0B3-0260384B9399}" dt="2025-11-11T16:46:25.923" v="152" actId="478"/>
          <ac:cxnSpMkLst>
            <pc:docMk/>
            <pc:sldMk cId="694510207" sldId="339"/>
            <ac:cxnSpMk id="15" creationId="{3C328CB2-1600-6546-6A3F-441BA93A6138}"/>
          </ac:cxnSpMkLst>
        </pc:cxnChg>
        <pc:cxnChg chg="mod">
          <ac:chgData name="Ellen Torfs" userId="c6aa1e10-4a12-4511-8c7c-135720d4f277" providerId="ADAL" clId="{B4A63A11-8489-42BD-A0B3-0260384B9399}" dt="2025-11-11T16:46:32.852" v="154" actId="14100"/>
          <ac:cxnSpMkLst>
            <pc:docMk/>
            <pc:sldMk cId="694510207" sldId="339"/>
            <ac:cxnSpMk id="18" creationId="{E9652E0B-C80C-C6FE-2B03-08DCDBC30F0A}"/>
          </ac:cxnSpMkLst>
        </pc:cxnChg>
      </pc:sldChg>
      <pc:sldChg chg="delSp modSp mod ord modNotes">
        <pc:chgData name="Ellen Torfs" userId="c6aa1e10-4a12-4511-8c7c-135720d4f277" providerId="ADAL" clId="{B4A63A11-8489-42BD-A0B3-0260384B9399}" dt="2025-11-11T18:00:51.628" v="627"/>
        <pc:sldMkLst>
          <pc:docMk/>
          <pc:sldMk cId="1551661925" sldId="340"/>
        </pc:sldMkLst>
        <pc:spChg chg="mod">
          <ac:chgData name="Ellen Torfs" userId="c6aa1e10-4a12-4511-8c7c-135720d4f277" providerId="ADAL" clId="{B4A63A11-8489-42BD-A0B3-0260384B9399}" dt="2025-11-11T17:34:50.735" v="608" actId="20577"/>
          <ac:spMkLst>
            <pc:docMk/>
            <pc:sldMk cId="1551661925" sldId="340"/>
            <ac:spMk id="3" creationId="{05340103-3887-0290-0F47-82BB2F993B36}"/>
          </ac:spMkLst>
        </pc:spChg>
        <pc:spChg chg="mod">
          <ac:chgData name="Ellen Torfs" userId="c6aa1e10-4a12-4511-8c7c-135720d4f277" providerId="ADAL" clId="{B4A63A11-8489-42BD-A0B3-0260384B9399}" dt="2025-11-11T16:53:35.260" v="319" actId="113"/>
          <ac:spMkLst>
            <pc:docMk/>
            <pc:sldMk cId="1551661925" sldId="340"/>
            <ac:spMk id="5" creationId="{51ABFFB2-0DAB-3EFB-6E75-89724C5EEA80}"/>
          </ac:spMkLst>
        </pc:spChg>
        <pc:spChg chg="mod">
          <ac:chgData name="Ellen Torfs" userId="c6aa1e10-4a12-4511-8c7c-135720d4f277" providerId="ADAL" clId="{B4A63A11-8489-42BD-A0B3-0260384B9399}" dt="2025-11-11T16:53:32.030" v="318" actId="113"/>
          <ac:spMkLst>
            <pc:docMk/>
            <pc:sldMk cId="1551661925" sldId="340"/>
            <ac:spMk id="7" creationId="{46C93D71-C34A-00FD-5AD6-0B1A9553312F}"/>
          </ac:spMkLst>
        </pc:spChg>
        <pc:spChg chg="mod">
          <ac:chgData name="Ellen Torfs" userId="c6aa1e10-4a12-4511-8c7c-135720d4f277" providerId="ADAL" clId="{B4A63A11-8489-42BD-A0B3-0260384B9399}" dt="2025-11-11T16:53:39.696" v="320" actId="113"/>
          <ac:spMkLst>
            <pc:docMk/>
            <pc:sldMk cId="1551661925" sldId="340"/>
            <ac:spMk id="16" creationId="{9BC3288E-6AF1-DD2B-6F86-8E438E275229}"/>
          </ac:spMkLst>
        </pc:spChg>
        <pc:cxnChg chg="del">
          <ac:chgData name="Ellen Torfs" userId="c6aa1e10-4a12-4511-8c7c-135720d4f277" providerId="ADAL" clId="{B4A63A11-8489-42BD-A0B3-0260384B9399}" dt="2025-11-11T16:53:25.524" v="316" actId="478"/>
          <ac:cxnSpMkLst>
            <pc:docMk/>
            <pc:sldMk cId="1551661925" sldId="340"/>
            <ac:cxnSpMk id="12" creationId="{71D0C16D-95E7-C1B6-19D4-C15BBDC9D130}"/>
          </ac:cxnSpMkLst>
        </pc:cxnChg>
        <pc:cxnChg chg="del mod">
          <ac:chgData name="Ellen Torfs" userId="c6aa1e10-4a12-4511-8c7c-135720d4f277" providerId="ADAL" clId="{B4A63A11-8489-42BD-A0B3-0260384B9399}" dt="2025-11-11T16:53:23.946" v="315" actId="478"/>
          <ac:cxnSpMkLst>
            <pc:docMk/>
            <pc:sldMk cId="1551661925" sldId="340"/>
            <ac:cxnSpMk id="15" creationId="{22DB9A92-2F5D-464E-3795-B7630F4AC5B5}"/>
          </ac:cxnSpMkLst>
        </pc:cxnChg>
        <pc:cxnChg chg="mod">
          <ac:chgData name="Ellen Torfs" userId="c6aa1e10-4a12-4511-8c7c-135720d4f277" providerId="ADAL" clId="{B4A63A11-8489-42BD-A0B3-0260384B9399}" dt="2025-11-11T16:53:28.354" v="317" actId="14100"/>
          <ac:cxnSpMkLst>
            <pc:docMk/>
            <pc:sldMk cId="1551661925" sldId="340"/>
            <ac:cxnSpMk id="18" creationId="{10B11263-E012-6DC2-F3BC-EEBC466D564B}"/>
          </ac:cxnSpMkLst>
        </pc:cxnChg>
      </pc:sldChg>
      <pc:sldChg chg="modSp mod ord">
        <pc:chgData name="Ellen Torfs" userId="c6aa1e10-4a12-4511-8c7c-135720d4f277" providerId="ADAL" clId="{B4A63A11-8489-42BD-A0B3-0260384B9399}" dt="2025-11-11T18:05:10.546" v="648" actId="20577"/>
        <pc:sldMkLst>
          <pc:docMk/>
          <pc:sldMk cId="3627504182" sldId="342"/>
        </pc:sldMkLst>
        <pc:spChg chg="mod">
          <ac:chgData name="Ellen Torfs" userId="c6aa1e10-4a12-4511-8c7c-135720d4f277" providerId="ADAL" clId="{B4A63A11-8489-42BD-A0B3-0260384B9399}" dt="2025-11-11T18:05:10.546" v="648" actId="20577"/>
          <ac:spMkLst>
            <pc:docMk/>
            <pc:sldMk cId="3627504182" sldId="342"/>
            <ac:spMk id="3" creationId="{791C1A3B-837E-6DC9-D123-95A9B8B205B6}"/>
          </ac:spMkLst>
        </pc:spChg>
      </pc:sldChg>
      <pc:sldChg chg="modSp mod">
        <pc:chgData name="Ellen Torfs" userId="c6aa1e10-4a12-4511-8c7c-135720d4f277" providerId="ADAL" clId="{B4A63A11-8489-42BD-A0B3-0260384B9399}" dt="2025-11-12T10:05:45.206" v="1669" actId="20577"/>
        <pc:sldMkLst>
          <pc:docMk/>
          <pc:sldMk cId="2076133104" sldId="348"/>
        </pc:sldMkLst>
        <pc:spChg chg="mod">
          <ac:chgData name="Ellen Torfs" userId="c6aa1e10-4a12-4511-8c7c-135720d4f277" providerId="ADAL" clId="{B4A63A11-8489-42BD-A0B3-0260384B9399}" dt="2025-11-12T10:05:45.206" v="1669" actId="20577"/>
          <ac:spMkLst>
            <pc:docMk/>
            <pc:sldMk cId="2076133104" sldId="348"/>
            <ac:spMk id="2" creationId="{FE06EA4A-CF8D-2B26-8396-980493D6BA4F}"/>
          </ac:spMkLst>
        </pc:spChg>
      </pc:sldChg>
      <pc:sldChg chg="modSp mod">
        <pc:chgData name="Ellen Torfs" userId="c6aa1e10-4a12-4511-8c7c-135720d4f277" providerId="ADAL" clId="{B4A63A11-8489-42BD-A0B3-0260384B9399}" dt="2025-11-12T10:05:56.530" v="1681" actId="20577"/>
        <pc:sldMkLst>
          <pc:docMk/>
          <pc:sldMk cId="1865571032" sldId="349"/>
        </pc:sldMkLst>
        <pc:spChg chg="mod">
          <ac:chgData name="Ellen Torfs" userId="c6aa1e10-4a12-4511-8c7c-135720d4f277" providerId="ADAL" clId="{B4A63A11-8489-42BD-A0B3-0260384B9399}" dt="2025-11-12T10:05:56.530" v="1681" actId="20577"/>
          <ac:spMkLst>
            <pc:docMk/>
            <pc:sldMk cId="1865571032" sldId="349"/>
            <ac:spMk id="2" creationId="{104AD46E-2DE9-642F-F17C-54215A4D78DF}"/>
          </ac:spMkLst>
        </pc:spChg>
      </pc:sldChg>
      <pc:sldChg chg="modSp mod modNotesTx">
        <pc:chgData name="Ellen Torfs" userId="c6aa1e10-4a12-4511-8c7c-135720d4f277" providerId="ADAL" clId="{B4A63A11-8489-42BD-A0B3-0260384B9399}" dt="2025-11-12T11:23:32.083" v="1889" actId="20577"/>
        <pc:sldMkLst>
          <pc:docMk/>
          <pc:sldMk cId="722224573" sldId="350"/>
        </pc:sldMkLst>
        <pc:spChg chg="mod">
          <ac:chgData name="Ellen Torfs" userId="c6aa1e10-4a12-4511-8c7c-135720d4f277" providerId="ADAL" clId="{B4A63A11-8489-42BD-A0B3-0260384B9399}" dt="2025-11-12T11:17:08.001" v="1856" actId="20577"/>
          <ac:spMkLst>
            <pc:docMk/>
            <pc:sldMk cId="722224573" sldId="350"/>
            <ac:spMk id="2" creationId="{F249841B-F0FE-AA54-4DD5-81D82166F051}"/>
          </ac:spMkLst>
        </pc:spChg>
      </pc:sldChg>
      <pc:sldChg chg="addSp modSp">
        <pc:chgData name="Ellen Torfs" userId="c6aa1e10-4a12-4511-8c7c-135720d4f277" providerId="ADAL" clId="{B4A63A11-8489-42BD-A0B3-0260384B9399}" dt="2025-11-12T11:27:12.317" v="1892"/>
        <pc:sldMkLst>
          <pc:docMk/>
          <pc:sldMk cId="786165396" sldId="351"/>
        </pc:sldMkLst>
        <pc:spChg chg="add mod">
          <ac:chgData name="Ellen Torfs" userId="c6aa1e10-4a12-4511-8c7c-135720d4f277" providerId="ADAL" clId="{B4A63A11-8489-42BD-A0B3-0260384B9399}" dt="2025-11-12T11:27:12.317" v="1892"/>
          <ac:spMkLst>
            <pc:docMk/>
            <pc:sldMk cId="786165396" sldId="351"/>
            <ac:spMk id="3" creationId="{4CFF8618-30B2-3188-A156-9862C1925FBD}"/>
          </ac:spMkLst>
        </pc:spChg>
      </pc:sldChg>
      <pc:sldChg chg="modNotesTx">
        <pc:chgData name="Ellen Torfs" userId="c6aa1e10-4a12-4511-8c7c-135720d4f277" providerId="ADAL" clId="{B4A63A11-8489-42BD-A0B3-0260384B9399}" dt="2025-11-12T10:12:45.002" v="1728"/>
        <pc:sldMkLst>
          <pc:docMk/>
          <pc:sldMk cId="1599262812" sldId="354"/>
        </pc:sldMkLst>
      </pc:sldChg>
      <pc:sldChg chg="modSp mod">
        <pc:chgData name="Ellen Torfs" userId="c6aa1e10-4a12-4511-8c7c-135720d4f277" providerId="ADAL" clId="{B4A63A11-8489-42BD-A0B3-0260384B9399}" dt="2025-11-12T10:17:16.689" v="1738" actId="20577"/>
        <pc:sldMkLst>
          <pc:docMk/>
          <pc:sldMk cId="632538489" sldId="357"/>
        </pc:sldMkLst>
        <pc:spChg chg="mod">
          <ac:chgData name="Ellen Torfs" userId="c6aa1e10-4a12-4511-8c7c-135720d4f277" providerId="ADAL" clId="{B4A63A11-8489-42BD-A0B3-0260384B9399}" dt="2025-11-12T10:17:16.689" v="1738" actId="20577"/>
          <ac:spMkLst>
            <pc:docMk/>
            <pc:sldMk cId="632538489" sldId="357"/>
            <ac:spMk id="2" creationId="{B516D3BC-D7C3-7427-B255-6E716B4C399B}"/>
          </ac:spMkLst>
        </pc:spChg>
      </pc:sldChg>
      <pc:sldChg chg="ord modNotes">
        <pc:chgData name="Ellen Torfs" userId="c6aa1e10-4a12-4511-8c7c-135720d4f277" providerId="ADAL" clId="{B4A63A11-8489-42BD-A0B3-0260384B9399}" dt="2025-11-11T18:00:51.628" v="627"/>
        <pc:sldMkLst>
          <pc:docMk/>
          <pc:sldMk cId="2264315106" sldId="367"/>
        </pc:sldMkLst>
      </pc:sldChg>
      <pc:sldChg chg="delSp modSp mod ord">
        <pc:chgData name="Ellen Torfs" userId="c6aa1e10-4a12-4511-8c7c-135720d4f277" providerId="ADAL" clId="{B4A63A11-8489-42BD-A0B3-0260384B9399}" dt="2025-11-11T18:04:19.546" v="644" actId="1076"/>
        <pc:sldMkLst>
          <pc:docMk/>
          <pc:sldMk cId="3255349103" sldId="368"/>
        </pc:sldMkLst>
        <pc:spChg chg="mod">
          <ac:chgData name="Ellen Torfs" userId="c6aa1e10-4a12-4511-8c7c-135720d4f277" providerId="ADAL" clId="{B4A63A11-8489-42BD-A0B3-0260384B9399}" dt="2025-11-11T18:04:16.529" v="643" actId="1076"/>
          <ac:spMkLst>
            <pc:docMk/>
            <pc:sldMk cId="3255349103" sldId="368"/>
            <ac:spMk id="5" creationId="{ABAFC51F-B60A-2524-022E-4F070245A35A}"/>
          </ac:spMkLst>
        </pc:spChg>
        <pc:spChg chg="mod">
          <ac:chgData name="Ellen Torfs" userId="c6aa1e10-4a12-4511-8c7c-135720d4f277" providerId="ADAL" clId="{B4A63A11-8489-42BD-A0B3-0260384B9399}" dt="2025-11-11T18:03:15.032" v="633" actId="113"/>
          <ac:spMkLst>
            <pc:docMk/>
            <pc:sldMk cId="3255349103" sldId="368"/>
            <ac:spMk id="8" creationId="{ABA2735F-6EAA-A45B-EE3B-014CCCE1D09A}"/>
          </ac:spMkLst>
        </pc:spChg>
        <pc:picChg chg="mod">
          <ac:chgData name="Ellen Torfs" userId="c6aa1e10-4a12-4511-8c7c-135720d4f277" providerId="ADAL" clId="{B4A63A11-8489-42BD-A0B3-0260384B9399}" dt="2025-11-11T18:04:14.313" v="642" actId="1076"/>
          <ac:picMkLst>
            <pc:docMk/>
            <pc:sldMk cId="3255349103" sldId="368"/>
            <ac:picMk id="7" creationId="{5D294D7D-F633-38FD-C186-B39C58EEB190}"/>
          </ac:picMkLst>
        </pc:picChg>
        <pc:picChg chg="mod">
          <ac:chgData name="Ellen Torfs" userId="c6aa1e10-4a12-4511-8c7c-135720d4f277" providerId="ADAL" clId="{B4A63A11-8489-42BD-A0B3-0260384B9399}" dt="2025-11-11T18:04:19.546" v="644" actId="1076"/>
          <ac:picMkLst>
            <pc:docMk/>
            <pc:sldMk cId="3255349103" sldId="368"/>
            <ac:picMk id="14" creationId="{DF860F36-A39D-2BA3-DA98-9EFC2DBA6D35}"/>
          </ac:picMkLst>
        </pc:picChg>
        <pc:cxnChg chg="del">
          <ac:chgData name="Ellen Torfs" userId="c6aa1e10-4a12-4511-8c7c-135720d4f277" providerId="ADAL" clId="{B4A63A11-8489-42BD-A0B3-0260384B9399}" dt="2025-11-11T18:03:50.362" v="637" actId="478"/>
          <ac:cxnSpMkLst>
            <pc:docMk/>
            <pc:sldMk cId="3255349103" sldId="368"/>
            <ac:cxnSpMk id="12" creationId="{C88929AA-9A14-0D98-BD17-8F71652FA46C}"/>
          </ac:cxnSpMkLst>
        </pc:cxnChg>
        <pc:cxnChg chg="del">
          <ac:chgData name="Ellen Torfs" userId="c6aa1e10-4a12-4511-8c7c-135720d4f277" providerId="ADAL" clId="{B4A63A11-8489-42BD-A0B3-0260384B9399}" dt="2025-11-11T18:03:52.150" v="638" actId="478"/>
          <ac:cxnSpMkLst>
            <pc:docMk/>
            <pc:sldMk cId="3255349103" sldId="368"/>
            <ac:cxnSpMk id="15" creationId="{049D4E80-F57A-2D30-95F5-3A1C772146BF}"/>
          </ac:cxnSpMkLst>
        </pc:cxnChg>
      </pc:sldChg>
      <pc:sldChg chg="add del modNotesTx">
        <pc:chgData name="Ellen Torfs" userId="c6aa1e10-4a12-4511-8c7c-135720d4f277" providerId="ADAL" clId="{B4A63A11-8489-42BD-A0B3-0260384B9399}" dt="2025-11-12T11:35:10.217" v="2247" actId="20577"/>
        <pc:sldMkLst>
          <pc:docMk/>
          <pc:sldMk cId="2418292892" sldId="369"/>
        </pc:sldMkLst>
      </pc:sldChg>
      <pc:sldChg chg="modSp mod ord">
        <pc:chgData name="Ellen Torfs" userId="c6aa1e10-4a12-4511-8c7c-135720d4f277" providerId="ADAL" clId="{B4A63A11-8489-42BD-A0B3-0260384B9399}" dt="2025-11-11T18:00:51.628" v="627"/>
        <pc:sldMkLst>
          <pc:docMk/>
          <pc:sldMk cId="688716964" sldId="370"/>
        </pc:sldMkLst>
        <pc:spChg chg="mod">
          <ac:chgData name="Ellen Torfs" userId="c6aa1e10-4a12-4511-8c7c-135720d4f277" providerId="ADAL" clId="{B4A63A11-8489-42BD-A0B3-0260384B9399}" dt="2025-11-11T18:00:51.628" v="627"/>
          <ac:spMkLst>
            <pc:docMk/>
            <pc:sldMk cId="688716964" sldId="370"/>
            <ac:spMk id="3" creationId="{ADFBF52E-E0DB-AE0C-84CD-CF179B9432A3}"/>
          </ac:spMkLst>
        </pc:spChg>
        <pc:spChg chg="mod">
          <ac:chgData name="Ellen Torfs" userId="c6aa1e10-4a12-4511-8c7c-135720d4f277" providerId="ADAL" clId="{B4A63A11-8489-42BD-A0B3-0260384B9399}" dt="2025-11-11T17:35:59.551" v="609" actId="113"/>
          <ac:spMkLst>
            <pc:docMk/>
            <pc:sldMk cId="688716964" sldId="370"/>
            <ac:spMk id="7" creationId="{995A4AE5-7F8D-9AE8-E143-3485B59F1A56}"/>
          </ac:spMkLst>
        </pc:spChg>
        <pc:spChg chg="mod">
          <ac:chgData name="Ellen Torfs" userId="c6aa1e10-4a12-4511-8c7c-135720d4f277" providerId="ADAL" clId="{B4A63A11-8489-42BD-A0B3-0260384B9399}" dt="2025-11-11T17:36:01.744" v="610" actId="113"/>
          <ac:spMkLst>
            <pc:docMk/>
            <pc:sldMk cId="688716964" sldId="370"/>
            <ac:spMk id="9" creationId="{B4EF86A7-6220-CCB6-D054-61C9F54C3DC3}"/>
          </ac:spMkLst>
        </pc:spChg>
      </pc:sldChg>
      <pc:sldChg chg="modNotes">
        <pc:chgData name="Ellen Torfs" userId="c6aa1e10-4a12-4511-8c7c-135720d4f277" providerId="ADAL" clId="{B4A63A11-8489-42BD-A0B3-0260384B9399}" dt="2025-11-11T18:00:51.628" v="627"/>
        <pc:sldMkLst>
          <pc:docMk/>
          <pc:sldMk cId="2011626031" sldId="372"/>
        </pc:sldMkLst>
      </pc:sldChg>
      <pc:sldChg chg="modSp mod">
        <pc:chgData name="Ellen Torfs" userId="c6aa1e10-4a12-4511-8c7c-135720d4f277" providerId="ADAL" clId="{B4A63A11-8489-42BD-A0B3-0260384B9399}" dt="2025-11-11T18:09:11.494" v="659" actId="1076"/>
        <pc:sldMkLst>
          <pc:docMk/>
          <pc:sldMk cId="134073067" sldId="373"/>
        </pc:sldMkLst>
        <pc:picChg chg="mod">
          <ac:chgData name="Ellen Torfs" userId="c6aa1e10-4a12-4511-8c7c-135720d4f277" providerId="ADAL" clId="{B4A63A11-8489-42BD-A0B3-0260384B9399}" dt="2025-11-11T18:09:11.494" v="659" actId="1076"/>
          <ac:picMkLst>
            <pc:docMk/>
            <pc:sldMk cId="134073067" sldId="373"/>
            <ac:picMk id="12" creationId="{A2A0A3C5-F6EB-B13B-6342-B20E0A8A01EC}"/>
          </ac:picMkLst>
        </pc:picChg>
      </pc:sldChg>
      <pc:sldChg chg="modSp mod">
        <pc:chgData name="Ellen Torfs" userId="c6aa1e10-4a12-4511-8c7c-135720d4f277" providerId="ADAL" clId="{B4A63A11-8489-42BD-A0B3-0260384B9399}" dt="2025-11-11T18:09:40.509" v="660" actId="14100"/>
        <pc:sldMkLst>
          <pc:docMk/>
          <pc:sldMk cId="3558085645" sldId="374"/>
        </pc:sldMkLst>
        <pc:spChg chg="mod">
          <ac:chgData name="Ellen Torfs" userId="c6aa1e10-4a12-4511-8c7c-135720d4f277" providerId="ADAL" clId="{B4A63A11-8489-42BD-A0B3-0260384B9399}" dt="2025-11-11T18:09:40.509" v="660" actId="14100"/>
          <ac:spMkLst>
            <pc:docMk/>
            <pc:sldMk cId="3558085645" sldId="374"/>
            <ac:spMk id="9" creationId="{608DDFC1-7D21-1AD2-5869-FE269E6DCDF1}"/>
          </ac:spMkLst>
        </pc:spChg>
      </pc:sldChg>
      <pc:sldChg chg="modSp mod">
        <pc:chgData name="Ellen Torfs" userId="c6aa1e10-4a12-4511-8c7c-135720d4f277" providerId="ADAL" clId="{B4A63A11-8489-42BD-A0B3-0260384B9399}" dt="2025-11-11T18:10:24.358" v="662" actId="1076"/>
        <pc:sldMkLst>
          <pc:docMk/>
          <pc:sldMk cId="3867670555" sldId="376"/>
        </pc:sldMkLst>
        <pc:picChg chg="mod">
          <ac:chgData name="Ellen Torfs" userId="c6aa1e10-4a12-4511-8c7c-135720d4f277" providerId="ADAL" clId="{B4A63A11-8489-42BD-A0B3-0260384B9399}" dt="2025-11-11T18:10:24.358" v="662" actId="1076"/>
          <ac:picMkLst>
            <pc:docMk/>
            <pc:sldMk cId="3867670555" sldId="376"/>
            <ac:picMk id="5" creationId="{9F728710-0338-6F01-00D6-EC781E79B96E}"/>
          </ac:picMkLst>
        </pc:picChg>
      </pc:sldChg>
      <pc:sldChg chg="modSp mod">
        <pc:chgData name="Ellen Torfs" userId="c6aa1e10-4a12-4511-8c7c-135720d4f277" providerId="ADAL" clId="{B4A63A11-8489-42BD-A0B3-0260384B9399}" dt="2025-11-12T09:27:02.617" v="1033" actId="20577"/>
        <pc:sldMkLst>
          <pc:docMk/>
          <pc:sldMk cId="3832971088" sldId="377"/>
        </pc:sldMkLst>
        <pc:spChg chg="mod">
          <ac:chgData name="Ellen Torfs" userId="c6aa1e10-4a12-4511-8c7c-135720d4f277" providerId="ADAL" clId="{B4A63A11-8489-42BD-A0B3-0260384B9399}" dt="2025-11-12T09:27:02.617" v="1033" actId="20577"/>
          <ac:spMkLst>
            <pc:docMk/>
            <pc:sldMk cId="3832971088" sldId="377"/>
            <ac:spMk id="2" creationId="{AF273C1D-148F-645A-AF21-DECC87FD3C7A}"/>
          </ac:spMkLst>
        </pc:spChg>
      </pc:sldChg>
      <pc:sldChg chg="modSp mod">
        <pc:chgData name="Ellen Torfs" userId="c6aa1e10-4a12-4511-8c7c-135720d4f277" providerId="ADAL" clId="{B4A63A11-8489-42BD-A0B3-0260384B9399}" dt="2025-11-12T09:28:11.787" v="1043"/>
        <pc:sldMkLst>
          <pc:docMk/>
          <pc:sldMk cId="3326019233" sldId="378"/>
        </pc:sldMkLst>
        <pc:spChg chg="mod">
          <ac:chgData name="Ellen Torfs" userId="c6aa1e10-4a12-4511-8c7c-135720d4f277" providerId="ADAL" clId="{B4A63A11-8489-42BD-A0B3-0260384B9399}" dt="2025-11-12T09:28:11.787" v="1043"/>
          <ac:spMkLst>
            <pc:docMk/>
            <pc:sldMk cId="3326019233" sldId="378"/>
            <ac:spMk id="2" creationId="{29A09416-1144-0117-1DFB-04CC9EB12DCE}"/>
          </ac:spMkLst>
        </pc:spChg>
        <pc:spChg chg="mod">
          <ac:chgData name="Ellen Torfs" userId="c6aa1e10-4a12-4511-8c7c-135720d4f277" providerId="ADAL" clId="{B4A63A11-8489-42BD-A0B3-0260384B9399}" dt="2025-11-12T09:21:25.037" v="673" actId="6549"/>
          <ac:spMkLst>
            <pc:docMk/>
            <pc:sldMk cId="3326019233" sldId="378"/>
            <ac:spMk id="3" creationId="{9C67234F-24CA-FB39-17E6-E6693DA5FA8C}"/>
          </ac:spMkLst>
        </pc:spChg>
      </pc:sldChg>
      <pc:sldChg chg="modSp mod">
        <pc:chgData name="Ellen Torfs" userId="c6aa1e10-4a12-4511-8c7c-135720d4f277" providerId="ADAL" clId="{B4A63A11-8489-42BD-A0B3-0260384B9399}" dt="2025-11-12T09:26:33.899" v="1004" actId="20577"/>
        <pc:sldMkLst>
          <pc:docMk/>
          <pc:sldMk cId="1444212144" sldId="380"/>
        </pc:sldMkLst>
        <pc:spChg chg="mod">
          <ac:chgData name="Ellen Torfs" userId="c6aa1e10-4a12-4511-8c7c-135720d4f277" providerId="ADAL" clId="{B4A63A11-8489-42BD-A0B3-0260384B9399}" dt="2025-11-12T09:26:33.899" v="1004" actId="20577"/>
          <ac:spMkLst>
            <pc:docMk/>
            <pc:sldMk cId="1444212144" sldId="380"/>
            <ac:spMk id="2" creationId="{29A09416-1144-0117-1DFB-04CC9EB12DCE}"/>
          </ac:spMkLst>
        </pc:spChg>
        <pc:spChg chg="mod">
          <ac:chgData name="Ellen Torfs" userId="c6aa1e10-4a12-4511-8c7c-135720d4f277" providerId="ADAL" clId="{B4A63A11-8489-42BD-A0B3-0260384B9399}" dt="2025-11-12T09:24:55.267" v="997" actId="20577"/>
          <ac:spMkLst>
            <pc:docMk/>
            <pc:sldMk cId="1444212144" sldId="380"/>
            <ac:spMk id="3" creationId="{9C67234F-24CA-FB39-17E6-E6693DA5FA8C}"/>
          </ac:spMkLst>
        </pc:spChg>
        <pc:spChg chg="mod">
          <ac:chgData name="Ellen Torfs" userId="c6aa1e10-4a12-4511-8c7c-135720d4f277" providerId="ADAL" clId="{B4A63A11-8489-42BD-A0B3-0260384B9399}" dt="2025-11-12T09:25:07.846" v="1002" actId="1076"/>
          <ac:spMkLst>
            <pc:docMk/>
            <pc:sldMk cId="1444212144" sldId="380"/>
            <ac:spMk id="5" creationId="{2096F24A-50A7-8DB4-0DF8-4B466D610C6E}"/>
          </ac:spMkLst>
        </pc:spChg>
        <pc:picChg chg="mod">
          <ac:chgData name="Ellen Torfs" userId="c6aa1e10-4a12-4511-8c7c-135720d4f277" providerId="ADAL" clId="{B4A63A11-8489-42BD-A0B3-0260384B9399}" dt="2025-11-12T09:24:58.617" v="999" actId="1076"/>
          <ac:picMkLst>
            <pc:docMk/>
            <pc:sldMk cId="1444212144" sldId="380"/>
            <ac:picMk id="7" creationId="{65C8A6A5-8663-2408-FFF0-7CAE1D030D02}"/>
          </ac:picMkLst>
        </pc:picChg>
        <pc:picChg chg="mod">
          <ac:chgData name="Ellen Torfs" userId="c6aa1e10-4a12-4511-8c7c-135720d4f277" providerId="ADAL" clId="{B4A63A11-8489-42BD-A0B3-0260384B9399}" dt="2025-11-12T09:24:57.403" v="998" actId="1076"/>
          <ac:picMkLst>
            <pc:docMk/>
            <pc:sldMk cId="1444212144" sldId="380"/>
            <ac:picMk id="10" creationId="{E2FD95C9-15D2-4B5E-511F-9BE446B2F233}"/>
          </ac:picMkLst>
        </pc:picChg>
      </pc:sldChg>
      <pc:sldChg chg="modSp mod">
        <pc:chgData name="Ellen Torfs" userId="c6aa1e10-4a12-4511-8c7c-135720d4f277" providerId="ADAL" clId="{B4A63A11-8489-42BD-A0B3-0260384B9399}" dt="2025-11-12T09:28:40.005" v="1044"/>
        <pc:sldMkLst>
          <pc:docMk/>
          <pc:sldMk cId="3226926831" sldId="381"/>
        </pc:sldMkLst>
        <pc:spChg chg="mod">
          <ac:chgData name="Ellen Torfs" userId="c6aa1e10-4a12-4511-8c7c-135720d4f277" providerId="ADAL" clId="{B4A63A11-8489-42BD-A0B3-0260384B9399}" dt="2025-11-12T09:28:40.005" v="1044"/>
          <ac:spMkLst>
            <pc:docMk/>
            <pc:sldMk cId="3226926831" sldId="381"/>
            <ac:spMk id="2" creationId="{AE9E1084-E1BF-F211-C1D0-F59378EE1380}"/>
          </ac:spMkLst>
        </pc:spChg>
        <pc:picChg chg="mod">
          <ac:chgData name="Ellen Torfs" userId="c6aa1e10-4a12-4511-8c7c-135720d4f277" providerId="ADAL" clId="{B4A63A11-8489-42BD-A0B3-0260384B9399}" dt="2025-11-11T18:11:38.282" v="670" actId="1076"/>
          <ac:picMkLst>
            <pc:docMk/>
            <pc:sldMk cId="3226926831" sldId="381"/>
            <ac:picMk id="6" creationId="{51428B38-979C-638A-3CF0-E07A5573DD8B}"/>
          </ac:picMkLst>
        </pc:picChg>
      </pc:sldChg>
      <pc:sldChg chg="modSp mod">
        <pc:chgData name="Ellen Torfs" userId="c6aa1e10-4a12-4511-8c7c-135720d4f277" providerId="ADAL" clId="{B4A63A11-8489-42BD-A0B3-0260384B9399}" dt="2025-11-12T09:28:43.917" v="1045"/>
        <pc:sldMkLst>
          <pc:docMk/>
          <pc:sldMk cId="2456155614" sldId="382"/>
        </pc:sldMkLst>
        <pc:spChg chg="mod">
          <ac:chgData name="Ellen Torfs" userId="c6aa1e10-4a12-4511-8c7c-135720d4f277" providerId="ADAL" clId="{B4A63A11-8489-42BD-A0B3-0260384B9399}" dt="2025-11-12T09:28:43.917" v="1045"/>
          <ac:spMkLst>
            <pc:docMk/>
            <pc:sldMk cId="2456155614" sldId="382"/>
            <ac:spMk id="2" creationId="{09099E2A-61AF-B51B-9F62-66B1AD53F05F}"/>
          </ac:spMkLst>
        </pc:spChg>
      </pc:sldChg>
      <pc:sldChg chg="modNotes">
        <pc:chgData name="Ellen Torfs" userId="c6aa1e10-4a12-4511-8c7c-135720d4f277" providerId="ADAL" clId="{B4A63A11-8489-42BD-A0B3-0260384B9399}" dt="2025-11-11T18:00:51.628" v="627"/>
        <pc:sldMkLst>
          <pc:docMk/>
          <pc:sldMk cId="3249631653" sldId="383"/>
        </pc:sldMkLst>
      </pc:sldChg>
      <pc:sldChg chg="modSp mod">
        <pc:chgData name="Ellen Torfs" userId="c6aa1e10-4a12-4511-8c7c-135720d4f277" providerId="ADAL" clId="{B4A63A11-8489-42BD-A0B3-0260384B9399}" dt="2025-11-12T09:48:42.150" v="1661" actId="20577"/>
        <pc:sldMkLst>
          <pc:docMk/>
          <pc:sldMk cId="100950643" sldId="385"/>
        </pc:sldMkLst>
        <pc:spChg chg="mod">
          <ac:chgData name="Ellen Torfs" userId="c6aa1e10-4a12-4511-8c7c-135720d4f277" providerId="ADAL" clId="{B4A63A11-8489-42BD-A0B3-0260384B9399}" dt="2025-11-12T09:48:42.150" v="1661" actId="20577"/>
          <ac:spMkLst>
            <pc:docMk/>
            <pc:sldMk cId="100950643" sldId="385"/>
            <ac:spMk id="3" creationId="{DDB6DBEE-071C-025A-D403-18385C4ABD7D}"/>
          </ac:spMkLst>
        </pc:spChg>
        <pc:picChg chg="mod">
          <ac:chgData name="Ellen Torfs" userId="c6aa1e10-4a12-4511-8c7c-135720d4f277" providerId="ADAL" clId="{B4A63A11-8489-42BD-A0B3-0260384B9399}" dt="2025-11-12T09:48:16.384" v="1654" actId="1076"/>
          <ac:picMkLst>
            <pc:docMk/>
            <pc:sldMk cId="100950643" sldId="385"/>
            <ac:picMk id="6" creationId="{19A8CF5E-D49D-BB69-18DE-FC3176A33D74}"/>
          </ac:picMkLst>
        </pc:picChg>
      </pc:sldChg>
      <pc:sldChg chg="modSp mod">
        <pc:chgData name="Ellen Torfs" userId="c6aa1e10-4a12-4511-8c7c-135720d4f277" providerId="ADAL" clId="{B4A63A11-8489-42BD-A0B3-0260384B9399}" dt="2025-11-12T10:18:49.122" v="1756" actId="20577"/>
        <pc:sldMkLst>
          <pc:docMk/>
          <pc:sldMk cId="3797677750" sldId="387"/>
        </pc:sldMkLst>
        <pc:spChg chg="mod">
          <ac:chgData name="Ellen Torfs" userId="c6aa1e10-4a12-4511-8c7c-135720d4f277" providerId="ADAL" clId="{B4A63A11-8489-42BD-A0B3-0260384B9399}" dt="2025-11-11T18:00:51.628" v="627"/>
          <ac:spMkLst>
            <pc:docMk/>
            <pc:sldMk cId="3797677750" sldId="387"/>
            <ac:spMk id="2" creationId="{FBB415D5-BC04-EA0D-7826-171419142525}"/>
          </ac:spMkLst>
        </pc:spChg>
        <pc:spChg chg="mod">
          <ac:chgData name="Ellen Torfs" userId="c6aa1e10-4a12-4511-8c7c-135720d4f277" providerId="ADAL" clId="{B4A63A11-8489-42BD-A0B3-0260384B9399}" dt="2025-11-12T10:18:49.122" v="1756" actId="20577"/>
          <ac:spMkLst>
            <pc:docMk/>
            <pc:sldMk cId="3797677750" sldId="387"/>
            <ac:spMk id="3" creationId="{596E2D31-63DF-DCC9-8C5F-8A3F571C4C3A}"/>
          </ac:spMkLst>
        </pc:spChg>
      </pc:sldChg>
      <pc:sldChg chg="modSp mod">
        <pc:chgData name="Ellen Torfs" userId="c6aa1e10-4a12-4511-8c7c-135720d4f277" providerId="ADAL" clId="{B4A63A11-8489-42BD-A0B3-0260384B9399}" dt="2025-11-12T11:16:22.235" v="1843" actId="20577"/>
        <pc:sldMkLst>
          <pc:docMk/>
          <pc:sldMk cId="3456649243" sldId="391"/>
        </pc:sldMkLst>
        <pc:spChg chg="mod">
          <ac:chgData name="Ellen Torfs" userId="c6aa1e10-4a12-4511-8c7c-135720d4f277" providerId="ADAL" clId="{B4A63A11-8489-42BD-A0B3-0260384B9399}" dt="2025-11-12T11:16:22.235" v="1843" actId="20577"/>
          <ac:spMkLst>
            <pc:docMk/>
            <pc:sldMk cId="3456649243" sldId="391"/>
            <ac:spMk id="3" creationId="{BAB3A276-7CFF-45F8-D745-0A6DE80A5E41}"/>
          </ac:spMkLst>
        </pc:spChg>
      </pc:sldChg>
      <pc:sldChg chg="modSp mod ord">
        <pc:chgData name="Ellen Torfs" userId="c6aa1e10-4a12-4511-8c7c-135720d4f277" providerId="ADAL" clId="{B4A63A11-8489-42BD-A0B3-0260384B9399}" dt="2025-11-11T18:03:06.194" v="632" actId="113"/>
        <pc:sldMkLst>
          <pc:docMk/>
          <pc:sldMk cId="3629820263" sldId="393"/>
        </pc:sldMkLst>
        <pc:spChg chg="mod">
          <ac:chgData name="Ellen Torfs" userId="c6aa1e10-4a12-4511-8c7c-135720d4f277" providerId="ADAL" clId="{B4A63A11-8489-42BD-A0B3-0260384B9399}" dt="2025-11-11T18:03:06.194" v="632" actId="113"/>
          <ac:spMkLst>
            <pc:docMk/>
            <pc:sldMk cId="3629820263" sldId="393"/>
            <ac:spMk id="3" creationId="{B029A51B-E1FA-B4B4-C2C0-8B06C4BA4341}"/>
          </ac:spMkLst>
        </pc:spChg>
      </pc:sldChg>
      <pc:sldChg chg="modSp mod">
        <pc:chgData name="Ellen Torfs" userId="c6aa1e10-4a12-4511-8c7c-135720d4f277" providerId="ADAL" clId="{B4A63A11-8489-42BD-A0B3-0260384B9399}" dt="2025-11-11T18:08:36.138" v="658" actId="1076"/>
        <pc:sldMkLst>
          <pc:docMk/>
          <pc:sldMk cId="999517403" sldId="395"/>
        </pc:sldMkLst>
        <pc:spChg chg="mod">
          <ac:chgData name="Ellen Torfs" userId="c6aa1e10-4a12-4511-8c7c-135720d4f277" providerId="ADAL" clId="{B4A63A11-8489-42BD-A0B3-0260384B9399}" dt="2025-11-11T18:00:51.628" v="627"/>
          <ac:spMkLst>
            <pc:docMk/>
            <pc:sldMk cId="999517403" sldId="395"/>
            <ac:spMk id="3" creationId="{C5605F33-357A-8BF0-48E8-74432C3D384C}"/>
          </ac:spMkLst>
        </pc:spChg>
        <pc:picChg chg="mod">
          <ac:chgData name="Ellen Torfs" userId="c6aa1e10-4a12-4511-8c7c-135720d4f277" providerId="ADAL" clId="{B4A63A11-8489-42BD-A0B3-0260384B9399}" dt="2025-11-11T18:08:36.138" v="658" actId="1076"/>
          <ac:picMkLst>
            <pc:docMk/>
            <pc:sldMk cId="999517403" sldId="395"/>
            <ac:picMk id="6" creationId="{8BB8937A-0133-9D08-40E9-3CAA85DA519E}"/>
          </ac:picMkLst>
        </pc:picChg>
      </pc:sldChg>
      <pc:sldChg chg="addSp delSp modSp mod">
        <pc:chgData name="Ellen Torfs" userId="c6aa1e10-4a12-4511-8c7c-135720d4f277" providerId="ADAL" clId="{B4A63A11-8489-42BD-A0B3-0260384B9399}" dt="2025-11-12T13:49:10.777" v="2252" actId="1076"/>
        <pc:sldMkLst>
          <pc:docMk/>
          <pc:sldMk cId="2351432164" sldId="396"/>
        </pc:sldMkLst>
        <pc:picChg chg="add mod">
          <ac:chgData name="Ellen Torfs" userId="c6aa1e10-4a12-4511-8c7c-135720d4f277" providerId="ADAL" clId="{B4A63A11-8489-42BD-A0B3-0260384B9399}" dt="2025-11-12T13:49:10.777" v="2252" actId="1076"/>
          <ac:picMkLst>
            <pc:docMk/>
            <pc:sldMk cId="2351432164" sldId="396"/>
            <ac:picMk id="5" creationId="{D3EC5E03-5579-B8FF-76FF-2E0F2C12262E}"/>
          </ac:picMkLst>
        </pc:picChg>
        <pc:picChg chg="del">
          <ac:chgData name="Ellen Torfs" userId="c6aa1e10-4a12-4511-8c7c-135720d4f277" providerId="ADAL" clId="{B4A63A11-8489-42BD-A0B3-0260384B9399}" dt="2025-11-12T13:48:43.760" v="2248" actId="478"/>
          <ac:picMkLst>
            <pc:docMk/>
            <pc:sldMk cId="2351432164" sldId="396"/>
            <ac:picMk id="6" creationId="{7B2975A2-66DF-4931-F9ED-9C9DAEDC9D70}"/>
          </ac:picMkLst>
        </pc:picChg>
      </pc:sldChg>
      <pc:sldChg chg="del">
        <pc:chgData name="Ellen Torfs" userId="c6aa1e10-4a12-4511-8c7c-135720d4f277" providerId="ADAL" clId="{B4A63A11-8489-42BD-A0B3-0260384B9399}" dt="2025-11-11T16:56:33.857" v="354" actId="2696"/>
        <pc:sldMkLst>
          <pc:docMk/>
          <pc:sldMk cId="977683032" sldId="397"/>
        </pc:sldMkLst>
      </pc:sldChg>
      <pc:sldChg chg="add del">
        <pc:chgData name="Ellen Torfs" userId="c6aa1e10-4a12-4511-8c7c-135720d4f277" providerId="ADAL" clId="{B4A63A11-8489-42BD-A0B3-0260384B9399}" dt="2025-11-11T16:59:15.478" v="362" actId="2696"/>
        <pc:sldMkLst>
          <pc:docMk/>
          <pc:sldMk cId="1384040947" sldId="397"/>
        </pc:sldMkLst>
      </pc:sldChg>
      <pc:sldChg chg="add del">
        <pc:chgData name="Ellen Torfs" userId="c6aa1e10-4a12-4511-8c7c-135720d4f277" providerId="ADAL" clId="{B4A63A11-8489-42BD-A0B3-0260384B9399}" dt="2025-11-11T16:58:41.064" v="357" actId="2696"/>
        <pc:sldMkLst>
          <pc:docMk/>
          <pc:sldMk cId="1654446036" sldId="397"/>
        </pc:sldMkLst>
      </pc:sldChg>
      <pc:sldChg chg="addSp delSp modSp add mod">
        <pc:chgData name="Ellen Torfs" userId="c6aa1e10-4a12-4511-8c7c-135720d4f277" providerId="ADAL" clId="{B4A63A11-8489-42BD-A0B3-0260384B9399}" dt="2025-11-11T18:00:51.628" v="627"/>
        <pc:sldMkLst>
          <pc:docMk/>
          <pc:sldMk cId="1664785960" sldId="397"/>
        </pc:sldMkLst>
        <pc:spChg chg="mod">
          <ac:chgData name="Ellen Torfs" userId="c6aa1e10-4a12-4511-8c7c-135720d4f277" providerId="ADAL" clId="{B4A63A11-8489-42BD-A0B3-0260384B9399}" dt="2025-11-11T18:00:51.628" v="627"/>
          <ac:spMkLst>
            <pc:docMk/>
            <pc:sldMk cId="1664785960" sldId="397"/>
            <ac:spMk id="2" creationId="{DBAA9DB5-37FC-989E-8A5B-72DC03F39511}"/>
          </ac:spMkLst>
        </pc:spChg>
        <pc:spChg chg="add mod">
          <ac:chgData name="Ellen Torfs" userId="c6aa1e10-4a12-4511-8c7c-135720d4f277" providerId="ADAL" clId="{B4A63A11-8489-42BD-A0B3-0260384B9399}" dt="2025-11-11T18:00:51.628" v="627"/>
          <ac:spMkLst>
            <pc:docMk/>
            <pc:sldMk cId="1664785960" sldId="397"/>
            <ac:spMk id="6" creationId="{30FE58CB-42AC-F6A9-3CD5-BC00B1BCCD06}"/>
          </ac:spMkLst>
        </pc:spChg>
        <pc:spChg chg="del">
          <ac:chgData name="Ellen Torfs" userId="c6aa1e10-4a12-4511-8c7c-135720d4f277" providerId="ADAL" clId="{B4A63A11-8489-42BD-A0B3-0260384B9399}" dt="2025-11-11T17:15:19.494" v="393" actId="478"/>
          <ac:spMkLst>
            <pc:docMk/>
            <pc:sldMk cId="1664785960" sldId="397"/>
            <ac:spMk id="8" creationId="{A304A093-043B-72A1-46FB-31BA5E934E99}"/>
          </ac:spMkLst>
        </pc:spChg>
        <pc:spChg chg="add mod">
          <ac:chgData name="Ellen Torfs" userId="c6aa1e10-4a12-4511-8c7c-135720d4f277" providerId="ADAL" clId="{B4A63A11-8489-42BD-A0B3-0260384B9399}" dt="2025-11-11T17:18:31.469" v="418" actId="208"/>
          <ac:spMkLst>
            <pc:docMk/>
            <pc:sldMk cId="1664785960" sldId="397"/>
            <ac:spMk id="12" creationId="{3947504B-4E6F-7B99-0E6E-7CA983B3EA77}"/>
          </ac:spMkLst>
        </pc:spChg>
        <pc:spChg chg="add mod">
          <ac:chgData name="Ellen Torfs" userId="c6aa1e10-4a12-4511-8c7c-135720d4f277" providerId="ADAL" clId="{B4A63A11-8489-42BD-A0B3-0260384B9399}" dt="2025-11-11T17:18:39.232" v="420" actId="1076"/>
          <ac:spMkLst>
            <pc:docMk/>
            <pc:sldMk cId="1664785960" sldId="397"/>
            <ac:spMk id="13" creationId="{50E68E83-5832-7DA1-AAFC-401834781680}"/>
          </ac:spMkLst>
        </pc:spChg>
        <pc:picChg chg="add mod">
          <ac:chgData name="Ellen Torfs" userId="c6aa1e10-4a12-4511-8c7c-135720d4f277" providerId="ADAL" clId="{B4A63A11-8489-42BD-A0B3-0260384B9399}" dt="2025-11-11T17:18:07.660" v="414" actId="1076"/>
          <ac:picMkLst>
            <pc:docMk/>
            <pc:sldMk cId="1664785960" sldId="397"/>
            <ac:picMk id="9" creationId="{5B82E42D-4CE7-DA1F-FEF3-B68C81A7CFA5}"/>
          </ac:picMkLst>
        </pc:picChg>
        <pc:picChg chg="add mod">
          <ac:chgData name="Ellen Torfs" userId="c6aa1e10-4a12-4511-8c7c-135720d4f277" providerId="ADAL" clId="{B4A63A11-8489-42BD-A0B3-0260384B9399}" dt="2025-11-11T17:18:14.965" v="415" actId="1076"/>
          <ac:picMkLst>
            <pc:docMk/>
            <pc:sldMk cId="1664785960" sldId="397"/>
            <ac:picMk id="11" creationId="{16641D8F-BEAB-58C5-0E65-DBA6F735CCBD}"/>
          </ac:picMkLst>
        </pc:picChg>
      </pc:sldChg>
      <pc:sldChg chg="addSp delSp modSp add del mod">
        <pc:chgData name="Ellen Torfs" userId="c6aa1e10-4a12-4511-8c7c-135720d4f277" providerId="ADAL" clId="{B4A63A11-8489-42BD-A0B3-0260384B9399}" dt="2025-11-11T17:14:41.874" v="389" actId="2696"/>
        <pc:sldMkLst>
          <pc:docMk/>
          <pc:sldMk cId="4265173188" sldId="397"/>
        </pc:sldMkLst>
        <pc:spChg chg="mod">
          <ac:chgData name="Ellen Torfs" userId="c6aa1e10-4a12-4511-8c7c-135720d4f277" providerId="ADAL" clId="{B4A63A11-8489-42BD-A0B3-0260384B9399}" dt="2025-11-11T17:04:39.191" v="364" actId="20577"/>
          <ac:spMkLst>
            <pc:docMk/>
            <pc:sldMk cId="4265173188" sldId="397"/>
            <ac:spMk id="2" creationId="{DBAA9DB5-37FC-989E-8A5B-72DC03F39511}"/>
          </ac:spMkLst>
        </pc:spChg>
        <pc:spChg chg="add mod">
          <ac:chgData name="Ellen Torfs" userId="c6aa1e10-4a12-4511-8c7c-135720d4f277" providerId="ADAL" clId="{B4A63A11-8489-42BD-A0B3-0260384B9399}" dt="2025-11-11T17:12:59.278" v="377" actId="113"/>
          <ac:spMkLst>
            <pc:docMk/>
            <pc:sldMk cId="4265173188" sldId="397"/>
            <ac:spMk id="8" creationId="{A304A093-043B-72A1-46FB-31BA5E934E99}"/>
          </ac:spMkLst>
        </pc:spChg>
        <pc:picChg chg="del">
          <ac:chgData name="Ellen Torfs" userId="c6aa1e10-4a12-4511-8c7c-135720d4f277" providerId="ADAL" clId="{B4A63A11-8489-42BD-A0B3-0260384B9399}" dt="2025-11-11T17:11:59.583" v="365" actId="478"/>
          <ac:picMkLst>
            <pc:docMk/>
            <pc:sldMk cId="4265173188" sldId="397"/>
            <ac:picMk id="5" creationId="{9C13462A-7D00-9FB7-3C20-67E03A02DB31}"/>
          </ac:picMkLst>
        </pc:picChg>
        <pc:picChg chg="del">
          <ac:chgData name="Ellen Torfs" userId="c6aa1e10-4a12-4511-8c7c-135720d4f277" providerId="ADAL" clId="{B4A63A11-8489-42BD-A0B3-0260384B9399}" dt="2025-11-11T17:12:19.044" v="370" actId="478"/>
          <ac:picMkLst>
            <pc:docMk/>
            <pc:sldMk cId="4265173188" sldId="397"/>
            <ac:picMk id="6" creationId="{E295E4B2-9D3F-5641-3CC8-6BFEE2BA5800}"/>
          </ac:picMkLst>
        </pc:picChg>
      </pc:sldChg>
      <pc:sldChg chg="del">
        <pc:chgData name="Ellen Torfs" userId="c6aa1e10-4a12-4511-8c7c-135720d4f277" providerId="ADAL" clId="{B4A63A11-8489-42BD-A0B3-0260384B9399}" dt="2025-11-11T16:56:33.857" v="354" actId="2696"/>
        <pc:sldMkLst>
          <pc:docMk/>
          <pc:sldMk cId="1400701189" sldId="399"/>
        </pc:sldMkLst>
      </pc:sldChg>
      <pc:sldChg chg="add del">
        <pc:chgData name="Ellen Torfs" userId="c6aa1e10-4a12-4511-8c7c-135720d4f277" providerId="ADAL" clId="{B4A63A11-8489-42BD-A0B3-0260384B9399}" dt="2025-11-11T17:14:41.874" v="389" actId="2696"/>
        <pc:sldMkLst>
          <pc:docMk/>
          <pc:sldMk cId="1476934004" sldId="399"/>
        </pc:sldMkLst>
      </pc:sldChg>
      <pc:sldChg chg="add del">
        <pc:chgData name="Ellen Torfs" userId="c6aa1e10-4a12-4511-8c7c-135720d4f277" providerId="ADAL" clId="{B4A63A11-8489-42BD-A0B3-0260384B9399}" dt="2025-11-11T16:59:15.478" v="362" actId="2696"/>
        <pc:sldMkLst>
          <pc:docMk/>
          <pc:sldMk cId="1611916811" sldId="399"/>
        </pc:sldMkLst>
      </pc:sldChg>
      <pc:sldChg chg="add del">
        <pc:chgData name="Ellen Torfs" userId="c6aa1e10-4a12-4511-8c7c-135720d4f277" providerId="ADAL" clId="{B4A63A11-8489-42BD-A0B3-0260384B9399}" dt="2025-11-11T17:19:49.758" v="426" actId="47"/>
        <pc:sldMkLst>
          <pc:docMk/>
          <pc:sldMk cId="2443932946" sldId="399"/>
        </pc:sldMkLst>
      </pc:sldChg>
      <pc:sldChg chg="add del">
        <pc:chgData name="Ellen Torfs" userId="c6aa1e10-4a12-4511-8c7c-135720d4f277" providerId="ADAL" clId="{B4A63A11-8489-42BD-A0B3-0260384B9399}" dt="2025-11-11T16:58:41.064" v="357" actId="2696"/>
        <pc:sldMkLst>
          <pc:docMk/>
          <pc:sldMk cId="3872080446" sldId="399"/>
        </pc:sldMkLst>
      </pc:sldChg>
      <pc:sldChg chg="add del">
        <pc:chgData name="Ellen Torfs" userId="c6aa1e10-4a12-4511-8c7c-135720d4f277" providerId="ADAL" clId="{B4A63A11-8489-42BD-A0B3-0260384B9399}" dt="2025-11-11T17:14:41.874" v="389" actId="2696"/>
        <pc:sldMkLst>
          <pc:docMk/>
          <pc:sldMk cId="685620522" sldId="400"/>
        </pc:sldMkLst>
      </pc:sldChg>
      <pc:sldChg chg="addSp delSp modSp add mod">
        <pc:chgData name="Ellen Torfs" userId="c6aa1e10-4a12-4511-8c7c-135720d4f277" providerId="ADAL" clId="{B4A63A11-8489-42BD-A0B3-0260384B9399}" dt="2025-11-11T18:00:51.628" v="627"/>
        <pc:sldMkLst>
          <pc:docMk/>
          <pc:sldMk cId="730281931" sldId="400"/>
        </pc:sldMkLst>
        <pc:spChg chg="mod">
          <ac:chgData name="Ellen Torfs" userId="c6aa1e10-4a12-4511-8c7c-135720d4f277" providerId="ADAL" clId="{B4A63A11-8489-42BD-A0B3-0260384B9399}" dt="2025-11-11T18:00:51.628" v="627"/>
          <ac:spMkLst>
            <pc:docMk/>
            <pc:sldMk cId="730281931" sldId="400"/>
            <ac:spMk id="2" creationId="{DB02DC4A-9A99-8727-BD14-2A5882BDA0D5}"/>
          </ac:spMkLst>
        </pc:spChg>
        <pc:spChg chg="mod">
          <ac:chgData name="Ellen Torfs" userId="c6aa1e10-4a12-4511-8c7c-135720d4f277" providerId="ADAL" clId="{B4A63A11-8489-42BD-A0B3-0260384B9399}" dt="2025-11-11T17:23:53.773" v="436" actId="20577"/>
          <ac:spMkLst>
            <pc:docMk/>
            <pc:sldMk cId="730281931" sldId="400"/>
            <ac:spMk id="3" creationId="{A6F2A8C8-C926-D5C7-5EC9-25624F9C9235}"/>
          </ac:spMkLst>
        </pc:spChg>
        <pc:spChg chg="add mod">
          <ac:chgData name="Ellen Torfs" userId="c6aa1e10-4a12-4511-8c7c-135720d4f277" providerId="ADAL" clId="{B4A63A11-8489-42BD-A0B3-0260384B9399}" dt="2025-11-11T17:26:06.020" v="458" actId="6549"/>
          <ac:spMkLst>
            <pc:docMk/>
            <pc:sldMk cId="730281931" sldId="400"/>
            <ac:spMk id="10" creationId="{0616898E-5214-3575-7578-03FB92A842F8}"/>
          </ac:spMkLst>
        </pc:spChg>
        <pc:spChg chg="add mod">
          <ac:chgData name="Ellen Torfs" userId="c6aa1e10-4a12-4511-8c7c-135720d4f277" providerId="ADAL" clId="{B4A63A11-8489-42BD-A0B3-0260384B9399}" dt="2025-11-11T17:27:52.620" v="563" actId="1076"/>
          <ac:spMkLst>
            <pc:docMk/>
            <pc:sldMk cId="730281931" sldId="400"/>
            <ac:spMk id="12" creationId="{F7C5F46D-C91A-8A45-6D73-3E3B51C4D17B}"/>
          </ac:spMkLst>
        </pc:spChg>
        <pc:spChg chg="add mod">
          <ac:chgData name="Ellen Torfs" userId="c6aa1e10-4a12-4511-8c7c-135720d4f277" providerId="ADAL" clId="{B4A63A11-8489-42BD-A0B3-0260384B9399}" dt="2025-11-11T17:28:40.752" v="570" actId="1076"/>
          <ac:spMkLst>
            <pc:docMk/>
            <pc:sldMk cId="730281931" sldId="400"/>
            <ac:spMk id="15" creationId="{49D10A9C-D1CC-2E24-CB13-6DC72006024A}"/>
          </ac:spMkLst>
        </pc:spChg>
        <pc:picChg chg="add mod">
          <ac:chgData name="Ellen Torfs" userId="c6aa1e10-4a12-4511-8c7c-135720d4f277" providerId="ADAL" clId="{B4A63A11-8489-42BD-A0B3-0260384B9399}" dt="2025-11-11T17:27:54.938" v="564" actId="1076"/>
          <ac:picMkLst>
            <pc:docMk/>
            <pc:sldMk cId="730281931" sldId="400"/>
            <ac:picMk id="6" creationId="{E2281579-02DC-7DCA-F9CF-F1BEE6CDF76E}"/>
          </ac:picMkLst>
        </pc:picChg>
        <pc:picChg chg="del">
          <ac:chgData name="Ellen Torfs" userId="c6aa1e10-4a12-4511-8c7c-135720d4f277" providerId="ADAL" clId="{B4A63A11-8489-42BD-A0B3-0260384B9399}" dt="2025-11-11T17:23:44.962" v="429" actId="478"/>
          <ac:picMkLst>
            <pc:docMk/>
            <pc:sldMk cId="730281931" sldId="400"/>
            <ac:picMk id="7" creationId="{88300A43-FA78-8E85-E3F4-8979673ADECE}"/>
          </ac:picMkLst>
        </pc:picChg>
        <pc:picChg chg="del">
          <ac:chgData name="Ellen Torfs" userId="c6aa1e10-4a12-4511-8c7c-135720d4f277" providerId="ADAL" clId="{B4A63A11-8489-42BD-A0B3-0260384B9399}" dt="2025-11-11T17:23:46.353" v="430" actId="478"/>
          <ac:picMkLst>
            <pc:docMk/>
            <pc:sldMk cId="730281931" sldId="400"/>
            <ac:picMk id="8" creationId="{25EB3903-AD7C-1813-CDE5-DA8E661BF936}"/>
          </ac:picMkLst>
        </pc:picChg>
        <pc:picChg chg="add mod">
          <ac:chgData name="Ellen Torfs" userId="c6aa1e10-4a12-4511-8c7c-135720d4f277" providerId="ADAL" clId="{B4A63A11-8489-42BD-A0B3-0260384B9399}" dt="2025-11-11T17:28:29.999" v="568" actId="1076"/>
          <ac:picMkLst>
            <pc:docMk/>
            <pc:sldMk cId="730281931" sldId="400"/>
            <ac:picMk id="14" creationId="{C3607AB8-AE0C-77B3-AF01-3DE93F5936A6}"/>
          </ac:picMkLst>
        </pc:picChg>
      </pc:sldChg>
      <pc:sldChg chg="add del">
        <pc:chgData name="Ellen Torfs" userId="c6aa1e10-4a12-4511-8c7c-135720d4f277" providerId="ADAL" clId="{B4A63A11-8489-42BD-A0B3-0260384B9399}" dt="2025-11-11T16:58:41.064" v="357" actId="2696"/>
        <pc:sldMkLst>
          <pc:docMk/>
          <pc:sldMk cId="829680783" sldId="400"/>
        </pc:sldMkLst>
      </pc:sldChg>
      <pc:sldChg chg="del">
        <pc:chgData name="Ellen Torfs" userId="c6aa1e10-4a12-4511-8c7c-135720d4f277" providerId="ADAL" clId="{B4A63A11-8489-42BD-A0B3-0260384B9399}" dt="2025-11-11T16:56:33.857" v="354" actId="2696"/>
        <pc:sldMkLst>
          <pc:docMk/>
          <pc:sldMk cId="1294446108" sldId="400"/>
        </pc:sldMkLst>
      </pc:sldChg>
      <pc:sldChg chg="add del">
        <pc:chgData name="Ellen Torfs" userId="c6aa1e10-4a12-4511-8c7c-135720d4f277" providerId="ADAL" clId="{B4A63A11-8489-42BD-A0B3-0260384B9399}" dt="2025-11-11T16:59:15.478" v="362" actId="2696"/>
        <pc:sldMkLst>
          <pc:docMk/>
          <pc:sldMk cId="4106775647" sldId="400"/>
        </pc:sldMkLst>
      </pc:sldChg>
      <pc:sldChg chg="addSp delSp modSp add del mod ord">
        <pc:chgData name="Ellen Torfs" userId="c6aa1e10-4a12-4511-8c7c-135720d4f277" providerId="ADAL" clId="{B4A63A11-8489-42BD-A0B3-0260384B9399}" dt="2025-11-11T17:14:41.874" v="389" actId="2696"/>
        <pc:sldMkLst>
          <pc:docMk/>
          <pc:sldMk cId="88473559" sldId="401"/>
        </pc:sldMkLst>
        <pc:spChg chg="mod">
          <ac:chgData name="Ellen Torfs" userId="c6aa1e10-4a12-4511-8c7c-135720d4f277" providerId="ADAL" clId="{B4A63A11-8489-42BD-A0B3-0260384B9399}" dt="2025-11-11T17:14:32.094" v="388" actId="20577"/>
          <ac:spMkLst>
            <pc:docMk/>
            <pc:sldMk cId="88473559" sldId="401"/>
            <ac:spMk id="2" creationId="{20977279-3B44-EA6E-1552-0785AEC12916}"/>
          </ac:spMkLst>
        </pc:spChg>
        <pc:spChg chg="add mod">
          <ac:chgData name="Ellen Torfs" userId="c6aa1e10-4a12-4511-8c7c-135720d4f277" providerId="ADAL" clId="{B4A63A11-8489-42BD-A0B3-0260384B9399}" dt="2025-11-11T17:13:18.124" v="379" actId="1076"/>
          <ac:spMkLst>
            <pc:docMk/>
            <pc:sldMk cId="88473559" sldId="401"/>
            <ac:spMk id="6" creationId="{62CD6C57-E7E5-F383-D004-B016AF7A9878}"/>
          </ac:spMkLst>
        </pc:spChg>
        <pc:picChg chg="del">
          <ac:chgData name="Ellen Torfs" userId="c6aa1e10-4a12-4511-8c7c-135720d4f277" providerId="ADAL" clId="{B4A63A11-8489-42BD-A0B3-0260384B9399}" dt="2025-11-11T17:12:49.295" v="376" actId="478"/>
          <ac:picMkLst>
            <pc:docMk/>
            <pc:sldMk cId="88473559" sldId="401"/>
            <ac:picMk id="5" creationId="{CF0731FA-2246-2897-2704-5F4E6ED74858}"/>
          </ac:picMkLst>
        </pc:picChg>
        <pc:picChg chg="add mod">
          <ac:chgData name="Ellen Torfs" userId="c6aa1e10-4a12-4511-8c7c-135720d4f277" providerId="ADAL" clId="{B4A63A11-8489-42BD-A0B3-0260384B9399}" dt="2025-11-11T17:14:15.154" v="384" actId="14100"/>
          <ac:picMkLst>
            <pc:docMk/>
            <pc:sldMk cId="88473559" sldId="401"/>
            <ac:picMk id="8" creationId="{4B861491-85F6-B26E-DBA1-BA472266AC92}"/>
          </ac:picMkLst>
        </pc:picChg>
        <pc:picChg chg="add mod">
          <ac:chgData name="Ellen Torfs" userId="c6aa1e10-4a12-4511-8c7c-135720d4f277" providerId="ADAL" clId="{B4A63A11-8489-42BD-A0B3-0260384B9399}" dt="2025-11-11T17:14:21.578" v="387" actId="1076"/>
          <ac:picMkLst>
            <pc:docMk/>
            <pc:sldMk cId="88473559" sldId="401"/>
            <ac:picMk id="10" creationId="{F12241FB-B1A8-65D6-BAF1-0E87B25B7D3B}"/>
          </ac:picMkLst>
        </pc:picChg>
      </pc:sldChg>
      <pc:sldChg chg="add del">
        <pc:chgData name="Ellen Torfs" userId="c6aa1e10-4a12-4511-8c7c-135720d4f277" providerId="ADAL" clId="{B4A63A11-8489-42BD-A0B3-0260384B9399}" dt="2025-11-11T16:59:15.478" v="362" actId="2696"/>
        <pc:sldMkLst>
          <pc:docMk/>
          <pc:sldMk cId="838861408" sldId="401"/>
        </pc:sldMkLst>
      </pc:sldChg>
      <pc:sldChg chg="del">
        <pc:chgData name="Ellen Torfs" userId="c6aa1e10-4a12-4511-8c7c-135720d4f277" providerId="ADAL" clId="{B4A63A11-8489-42BD-A0B3-0260384B9399}" dt="2025-11-11T16:56:33.857" v="354" actId="2696"/>
        <pc:sldMkLst>
          <pc:docMk/>
          <pc:sldMk cId="1659538285" sldId="401"/>
        </pc:sldMkLst>
      </pc:sldChg>
      <pc:sldChg chg="addSp modSp add mod">
        <pc:chgData name="Ellen Torfs" userId="c6aa1e10-4a12-4511-8c7c-135720d4f277" providerId="ADAL" clId="{B4A63A11-8489-42BD-A0B3-0260384B9399}" dt="2025-11-11T18:00:51.628" v="627"/>
        <pc:sldMkLst>
          <pc:docMk/>
          <pc:sldMk cId="2529097075" sldId="401"/>
        </pc:sldMkLst>
        <pc:spChg chg="mod">
          <ac:chgData name="Ellen Torfs" userId="c6aa1e10-4a12-4511-8c7c-135720d4f277" providerId="ADAL" clId="{B4A63A11-8489-42BD-A0B3-0260384B9399}" dt="2025-11-11T18:00:51.628" v="627"/>
          <ac:spMkLst>
            <pc:docMk/>
            <pc:sldMk cId="2529097075" sldId="401"/>
            <ac:spMk id="2" creationId="{20977279-3B44-EA6E-1552-0785AEC12916}"/>
          </ac:spMkLst>
        </pc:spChg>
        <pc:spChg chg="add mod">
          <ac:chgData name="Ellen Torfs" userId="c6aa1e10-4a12-4511-8c7c-135720d4f277" providerId="ADAL" clId="{B4A63A11-8489-42BD-A0B3-0260384B9399}" dt="2025-11-11T17:18:51.454" v="425" actId="1036"/>
          <ac:spMkLst>
            <pc:docMk/>
            <pc:sldMk cId="2529097075" sldId="401"/>
            <ac:spMk id="5" creationId="{2F0BCED7-BEF5-750B-C99E-C0B4ABDFD949}"/>
          </ac:spMkLst>
        </pc:spChg>
        <pc:spChg chg="mod">
          <ac:chgData name="Ellen Torfs" userId="c6aa1e10-4a12-4511-8c7c-135720d4f277" providerId="ADAL" clId="{B4A63A11-8489-42BD-A0B3-0260384B9399}" dt="2025-11-11T18:00:51.628" v="627"/>
          <ac:spMkLst>
            <pc:docMk/>
            <pc:sldMk cId="2529097075" sldId="401"/>
            <ac:spMk id="6" creationId="{62CD6C57-E7E5-F383-D004-B016AF7A9878}"/>
          </ac:spMkLst>
        </pc:spChg>
      </pc:sldChg>
      <pc:sldChg chg="modSp add del mod">
        <pc:chgData name="Ellen Torfs" userId="c6aa1e10-4a12-4511-8c7c-135720d4f277" providerId="ADAL" clId="{B4A63A11-8489-42BD-A0B3-0260384B9399}" dt="2025-11-11T16:58:41.064" v="357" actId="2696"/>
        <pc:sldMkLst>
          <pc:docMk/>
          <pc:sldMk cId="3400019029" sldId="401"/>
        </pc:sldMkLst>
        <pc:spChg chg="mod">
          <ac:chgData name="Ellen Torfs" userId="c6aa1e10-4a12-4511-8c7c-135720d4f277" providerId="ADAL" clId="{B4A63A11-8489-42BD-A0B3-0260384B9399}" dt="2025-11-11T16:58:33.114" v="356" actId="6549"/>
          <ac:spMkLst>
            <pc:docMk/>
            <pc:sldMk cId="3400019029" sldId="401"/>
            <ac:spMk id="3" creationId="{61A56708-5E8C-A799-76DE-7023E8BB5CE7}"/>
          </ac:spMkLst>
        </pc:spChg>
      </pc:sldChg>
      <pc:sldChg chg="addSp modSp new mod">
        <pc:chgData name="Ellen Torfs" userId="c6aa1e10-4a12-4511-8c7c-135720d4f277" providerId="ADAL" clId="{B4A63A11-8489-42BD-A0B3-0260384B9399}" dt="2025-11-12T09:46:27.917" v="1609" actId="20577"/>
        <pc:sldMkLst>
          <pc:docMk/>
          <pc:sldMk cId="4021665370" sldId="402"/>
        </pc:sldMkLst>
        <pc:spChg chg="mod">
          <ac:chgData name="Ellen Torfs" userId="c6aa1e10-4a12-4511-8c7c-135720d4f277" providerId="ADAL" clId="{B4A63A11-8489-42BD-A0B3-0260384B9399}" dt="2025-11-12T09:31:25.339" v="1048"/>
          <ac:spMkLst>
            <pc:docMk/>
            <pc:sldMk cId="4021665370" sldId="402"/>
            <ac:spMk id="2" creationId="{1AC50FA5-3864-1B4B-F632-A7AB27330A80}"/>
          </ac:spMkLst>
        </pc:spChg>
        <pc:spChg chg="mod">
          <ac:chgData name="Ellen Torfs" userId="c6aa1e10-4a12-4511-8c7c-135720d4f277" providerId="ADAL" clId="{B4A63A11-8489-42BD-A0B3-0260384B9399}" dt="2025-11-12T09:32:00.330" v="1051" actId="5793"/>
          <ac:spMkLst>
            <pc:docMk/>
            <pc:sldMk cId="4021665370" sldId="402"/>
            <ac:spMk id="3" creationId="{94BE7478-B1E9-8FEC-78CD-CA60A34ED999}"/>
          </ac:spMkLst>
        </pc:spChg>
        <pc:spChg chg="add mod">
          <ac:chgData name="Ellen Torfs" userId="c6aa1e10-4a12-4511-8c7c-135720d4f277" providerId="ADAL" clId="{B4A63A11-8489-42BD-A0B3-0260384B9399}" dt="2025-11-12T09:46:27.917" v="1609" actId="20577"/>
          <ac:spMkLst>
            <pc:docMk/>
            <pc:sldMk cId="4021665370" sldId="402"/>
            <ac:spMk id="7" creationId="{E34ED616-1C7D-A89B-4B69-75BF45DED169}"/>
          </ac:spMkLst>
        </pc:spChg>
        <pc:picChg chg="add mod">
          <ac:chgData name="Ellen Torfs" userId="c6aa1e10-4a12-4511-8c7c-135720d4f277" providerId="ADAL" clId="{B4A63A11-8489-42BD-A0B3-0260384B9399}" dt="2025-11-12T09:45:43.480" v="1568" actId="1076"/>
          <ac:picMkLst>
            <pc:docMk/>
            <pc:sldMk cId="4021665370" sldId="402"/>
            <ac:picMk id="6" creationId="{82C5ECCD-800B-7FC5-1F0F-D91EBBDAADE6}"/>
          </ac:picMkLst>
        </pc:picChg>
      </pc:sldChg>
    </pc:docChg>
  </pc:docChgLst>
  <pc:docChgLst>
    <pc:chgData name="Hajar Ghaem Sigarchian" userId="S::u0136336@thomasmore.be::c942b3b0-1ec9-4b5a-9958-682b211c132c" providerId="AD" clId="Web-{16898ABC-E770-DB20-BCC2-C0027EE1EA1C}"/>
    <pc:docChg chg="addSld modSld modSection">
      <pc:chgData name="Hajar Ghaem Sigarchian" userId="S::u0136336@thomasmore.be::c942b3b0-1ec9-4b5a-9958-682b211c132c" providerId="AD" clId="Web-{16898ABC-E770-DB20-BCC2-C0027EE1EA1C}" dt="2022-10-17T07:23:06.620" v="66"/>
      <pc:docMkLst>
        <pc:docMk/>
      </pc:docMkLst>
      <pc:sldChg chg="modSp">
        <pc:chgData name="Hajar Ghaem Sigarchian" userId="S::u0136336@thomasmore.be::c942b3b0-1ec9-4b5a-9958-682b211c132c" providerId="AD" clId="Web-{16898ABC-E770-DB20-BCC2-C0027EE1EA1C}" dt="2022-10-17T07:07:10.024" v="3" actId="20577"/>
        <pc:sldMkLst>
          <pc:docMk/>
          <pc:sldMk cId="1026730276" sldId="327"/>
        </pc:sldMkLst>
      </pc:sldChg>
      <pc:sldChg chg="modSp">
        <pc:chgData name="Hajar Ghaem Sigarchian" userId="S::u0136336@thomasmore.be::c942b3b0-1ec9-4b5a-9958-682b211c132c" providerId="AD" clId="Web-{16898ABC-E770-DB20-BCC2-C0027EE1EA1C}" dt="2022-10-17T07:11:05.189" v="49" actId="20577"/>
        <pc:sldMkLst>
          <pc:docMk/>
          <pc:sldMk cId="3289615987" sldId="329"/>
        </pc:sldMkLst>
      </pc:sldChg>
      <pc:sldChg chg="modSp">
        <pc:chgData name="Hajar Ghaem Sigarchian" userId="S::u0136336@thomasmore.be::c942b3b0-1ec9-4b5a-9958-682b211c132c" providerId="AD" clId="Web-{16898ABC-E770-DB20-BCC2-C0027EE1EA1C}" dt="2022-10-17T07:12:50.443" v="65" actId="20577"/>
        <pc:sldMkLst>
          <pc:docMk/>
          <pc:sldMk cId="982708410" sldId="331"/>
        </pc:sldMkLst>
      </pc:sldChg>
      <pc:sldChg chg="new">
        <pc:chgData name="Hajar Ghaem Sigarchian" userId="S::u0136336@thomasmore.be::c942b3b0-1ec9-4b5a-9958-682b211c132c" providerId="AD" clId="Web-{16898ABC-E770-DB20-BCC2-C0027EE1EA1C}" dt="2022-10-17T07:23:06.620" v="66"/>
        <pc:sldMkLst>
          <pc:docMk/>
          <pc:sldMk cId="3870284430" sldId="336"/>
        </pc:sldMkLst>
      </pc:sldChg>
    </pc:docChg>
  </pc:docChgLst>
  <pc:docChgLst>
    <pc:chgData name="Hajar Ghaem Sigarchian" userId="S::u0136336@thomasmore.be::c942b3b0-1ec9-4b5a-9958-682b211c132c" providerId="AD" clId="Web-{4ABB6B01-01A4-D95A-C6A1-5A389D3CCF63}"/>
    <pc:docChg chg="modSld sldOrd">
      <pc:chgData name="Hajar Ghaem Sigarchian" userId="S::u0136336@thomasmore.be::c942b3b0-1ec9-4b5a-9958-682b211c132c" providerId="AD" clId="Web-{4ABB6B01-01A4-D95A-C6A1-5A389D3CCF63}" dt="2022-10-20T09:36:28.276" v="7"/>
      <pc:docMkLst>
        <pc:docMk/>
      </pc:docMkLst>
      <pc:sldChg chg="addSp delSp modSp ord">
        <pc:chgData name="Hajar Ghaem Sigarchian" userId="S::u0136336@thomasmore.be::c942b3b0-1ec9-4b5a-9958-682b211c132c" providerId="AD" clId="Web-{4ABB6B01-01A4-D95A-C6A1-5A389D3CCF63}" dt="2022-10-20T09:36:28.276" v="7"/>
        <pc:sldMkLst>
          <pc:docMk/>
          <pc:sldMk cId="208800682" sldId="289"/>
        </pc:sldMkLst>
      </pc:sldChg>
    </pc:docChg>
  </pc:docChgLst>
  <pc:docChgLst>
    <pc:chgData name="Jochen Mariën" userId="a4f8d9ed-3895-4365-b2d5-9432cb8a20d4" providerId="ADAL" clId="{91BC9A50-F6E6-4E08-8DD5-76A3C94B046E}"/>
    <pc:docChg chg="custSel delSld modSld">
      <pc:chgData name="Jochen Mariën" userId="a4f8d9ed-3895-4365-b2d5-9432cb8a20d4" providerId="ADAL" clId="{91BC9A50-F6E6-4E08-8DD5-76A3C94B046E}" dt="2022-02-15T09:11:31.850" v="90"/>
      <pc:docMkLst>
        <pc:docMk/>
      </pc:docMkLst>
      <pc:sldChg chg="modSp mod">
        <pc:chgData name="Jochen Mariën" userId="a4f8d9ed-3895-4365-b2d5-9432cb8a20d4" providerId="ADAL" clId="{91BC9A50-F6E6-4E08-8DD5-76A3C94B046E}" dt="2022-02-15T09:10:36.159" v="23" actId="20577"/>
        <pc:sldMkLst>
          <pc:docMk/>
          <pc:sldMk cId="54334544" sldId="256"/>
        </pc:sldMkLst>
      </pc:sldChg>
      <pc:sldChg chg="modSp mod delCm">
        <pc:chgData name="Jochen Mariën" userId="a4f8d9ed-3895-4365-b2d5-9432cb8a20d4" providerId="ADAL" clId="{91BC9A50-F6E6-4E08-8DD5-76A3C94B046E}" dt="2022-02-15T09:11:31.850" v="90"/>
        <pc:sldMkLst>
          <pc:docMk/>
          <pc:sldMk cId="3503501734" sldId="257"/>
        </pc:sldMkLst>
      </pc:sldChg>
      <pc:sldChg chg="del">
        <pc:chgData name="Jochen Mariën" userId="a4f8d9ed-3895-4365-b2d5-9432cb8a20d4" providerId="ADAL" clId="{91BC9A50-F6E6-4E08-8DD5-76A3C94B046E}" dt="2022-02-15T09:10:41.527" v="24" actId="47"/>
        <pc:sldMkLst>
          <pc:docMk/>
          <pc:sldMk cId="1973400615" sldId="258"/>
        </pc:sldMkLst>
      </pc:sldChg>
      <pc:sldChg chg="del">
        <pc:chgData name="Jochen Mariën" userId="a4f8d9ed-3895-4365-b2d5-9432cb8a20d4" providerId="ADAL" clId="{91BC9A50-F6E6-4E08-8DD5-76A3C94B046E}" dt="2022-02-15T09:10:41.527" v="24" actId="47"/>
        <pc:sldMkLst>
          <pc:docMk/>
          <pc:sldMk cId="3915035243" sldId="259"/>
        </pc:sldMkLst>
      </pc:sldChg>
      <pc:sldChg chg="del">
        <pc:chgData name="Jochen Mariën" userId="a4f8d9ed-3895-4365-b2d5-9432cb8a20d4" providerId="ADAL" clId="{91BC9A50-F6E6-4E08-8DD5-76A3C94B046E}" dt="2022-02-15T09:10:41.527" v="24" actId="47"/>
        <pc:sldMkLst>
          <pc:docMk/>
          <pc:sldMk cId="1230963303" sldId="260"/>
        </pc:sldMkLst>
      </pc:sldChg>
      <pc:sldChg chg="del">
        <pc:chgData name="Jochen Mariën" userId="a4f8d9ed-3895-4365-b2d5-9432cb8a20d4" providerId="ADAL" clId="{91BC9A50-F6E6-4E08-8DD5-76A3C94B046E}" dt="2022-02-15T09:10:41.527" v="24" actId="47"/>
        <pc:sldMkLst>
          <pc:docMk/>
          <pc:sldMk cId="1327012311" sldId="261"/>
        </pc:sldMkLst>
      </pc:sldChg>
      <pc:sldChg chg="del">
        <pc:chgData name="Jochen Mariën" userId="a4f8d9ed-3895-4365-b2d5-9432cb8a20d4" providerId="ADAL" clId="{91BC9A50-F6E6-4E08-8DD5-76A3C94B046E}" dt="2022-02-15T09:10:41.527" v="24" actId="47"/>
        <pc:sldMkLst>
          <pc:docMk/>
          <pc:sldMk cId="265953670" sldId="263"/>
        </pc:sldMkLst>
      </pc:sldChg>
      <pc:sldChg chg="del">
        <pc:chgData name="Jochen Mariën" userId="a4f8d9ed-3895-4365-b2d5-9432cb8a20d4" providerId="ADAL" clId="{91BC9A50-F6E6-4E08-8DD5-76A3C94B046E}" dt="2022-02-15T09:10:41.527" v="24" actId="47"/>
        <pc:sldMkLst>
          <pc:docMk/>
          <pc:sldMk cId="2133628680" sldId="264"/>
        </pc:sldMkLst>
      </pc:sldChg>
      <pc:sldChg chg="del">
        <pc:chgData name="Jochen Mariën" userId="a4f8d9ed-3895-4365-b2d5-9432cb8a20d4" providerId="ADAL" clId="{91BC9A50-F6E6-4E08-8DD5-76A3C94B046E}" dt="2022-02-15T09:10:41.527" v="24" actId="47"/>
        <pc:sldMkLst>
          <pc:docMk/>
          <pc:sldMk cId="2936359256" sldId="265"/>
        </pc:sldMkLst>
      </pc:sldChg>
      <pc:sldChg chg="del">
        <pc:chgData name="Jochen Mariën" userId="a4f8d9ed-3895-4365-b2d5-9432cb8a20d4" providerId="ADAL" clId="{91BC9A50-F6E6-4E08-8DD5-76A3C94B046E}" dt="2022-02-15T09:10:41.527" v="24" actId="47"/>
        <pc:sldMkLst>
          <pc:docMk/>
          <pc:sldMk cId="3554479620" sldId="266"/>
        </pc:sldMkLst>
      </pc:sldChg>
      <pc:sldChg chg="del">
        <pc:chgData name="Jochen Mariën" userId="a4f8d9ed-3895-4365-b2d5-9432cb8a20d4" providerId="ADAL" clId="{91BC9A50-F6E6-4E08-8DD5-76A3C94B046E}" dt="2022-02-15T09:10:41.527" v="24" actId="47"/>
        <pc:sldMkLst>
          <pc:docMk/>
          <pc:sldMk cId="3777240987" sldId="267"/>
        </pc:sldMkLst>
      </pc:sldChg>
      <pc:sldChg chg="del">
        <pc:chgData name="Jochen Mariën" userId="a4f8d9ed-3895-4365-b2d5-9432cb8a20d4" providerId="ADAL" clId="{91BC9A50-F6E6-4E08-8DD5-76A3C94B046E}" dt="2022-02-15T09:10:41.527" v="24" actId="47"/>
        <pc:sldMkLst>
          <pc:docMk/>
          <pc:sldMk cId="4270668177" sldId="268"/>
        </pc:sldMkLst>
      </pc:sldChg>
      <pc:sldChg chg="del">
        <pc:chgData name="Jochen Mariën" userId="a4f8d9ed-3895-4365-b2d5-9432cb8a20d4" providerId="ADAL" clId="{91BC9A50-F6E6-4E08-8DD5-76A3C94B046E}" dt="2022-02-15T09:10:41.527" v="24" actId="47"/>
        <pc:sldMkLst>
          <pc:docMk/>
          <pc:sldMk cId="3776781718" sldId="269"/>
        </pc:sldMkLst>
      </pc:sldChg>
      <pc:sldChg chg="del">
        <pc:chgData name="Jochen Mariën" userId="a4f8d9ed-3895-4365-b2d5-9432cb8a20d4" providerId="ADAL" clId="{91BC9A50-F6E6-4E08-8DD5-76A3C94B046E}" dt="2022-02-15T09:10:41.527" v="24" actId="47"/>
        <pc:sldMkLst>
          <pc:docMk/>
          <pc:sldMk cId="1034328158" sldId="270"/>
        </pc:sldMkLst>
      </pc:sldChg>
      <pc:sldChg chg="del">
        <pc:chgData name="Jochen Mariën" userId="a4f8d9ed-3895-4365-b2d5-9432cb8a20d4" providerId="ADAL" clId="{91BC9A50-F6E6-4E08-8DD5-76A3C94B046E}" dt="2022-02-15T09:10:41.527" v="24" actId="47"/>
        <pc:sldMkLst>
          <pc:docMk/>
          <pc:sldMk cId="2383466624" sldId="271"/>
        </pc:sldMkLst>
      </pc:sldChg>
      <pc:sldChg chg="del">
        <pc:chgData name="Jochen Mariën" userId="a4f8d9ed-3895-4365-b2d5-9432cb8a20d4" providerId="ADAL" clId="{91BC9A50-F6E6-4E08-8DD5-76A3C94B046E}" dt="2022-02-15T09:10:41.527" v="24" actId="47"/>
        <pc:sldMkLst>
          <pc:docMk/>
          <pc:sldMk cId="2308969998" sldId="272"/>
        </pc:sldMkLst>
      </pc:sldChg>
      <pc:sldChg chg="del">
        <pc:chgData name="Jochen Mariën" userId="a4f8d9ed-3895-4365-b2d5-9432cb8a20d4" providerId="ADAL" clId="{91BC9A50-F6E6-4E08-8DD5-76A3C94B046E}" dt="2022-02-15T09:10:41.527" v="24" actId="47"/>
        <pc:sldMkLst>
          <pc:docMk/>
          <pc:sldMk cId="2752864486" sldId="273"/>
        </pc:sldMkLst>
      </pc:sldChg>
      <pc:sldChg chg="del">
        <pc:chgData name="Jochen Mariën" userId="a4f8d9ed-3895-4365-b2d5-9432cb8a20d4" providerId="ADAL" clId="{91BC9A50-F6E6-4E08-8DD5-76A3C94B046E}" dt="2022-02-15T09:10:41.527" v="24" actId="47"/>
        <pc:sldMkLst>
          <pc:docMk/>
          <pc:sldMk cId="2018437137" sldId="274"/>
        </pc:sldMkLst>
      </pc:sldChg>
      <pc:sldChg chg="del">
        <pc:chgData name="Jochen Mariën" userId="a4f8d9ed-3895-4365-b2d5-9432cb8a20d4" providerId="ADAL" clId="{91BC9A50-F6E6-4E08-8DD5-76A3C94B046E}" dt="2022-02-15T09:10:41.527" v="24" actId="47"/>
        <pc:sldMkLst>
          <pc:docMk/>
          <pc:sldMk cId="2595272704" sldId="275"/>
        </pc:sldMkLst>
      </pc:sldChg>
      <pc:sldChg chg="del">
        <pc:chgData name="Jochen Mariën" userId="a4f8d9ed-3895-4365-b2d5-9432cb8a20d4" providerId="ADAL" clId="{91BC9A50-F6E6-4E08-8DD5-76A3C94B046E}" dt="2022-02-15T09:10:41.527" v="24" actId="47"/>
        <pc:sldMkLst>
          <pc:docMk/>
          <pc:sldMk cId="3615005595" sldId="276"/>
        </pc:sldMkLst>
      </pc:sldChg>
      <pc:sldChg chg="del">
        <pc:chgData name="Jochen Mariën" userId="a4f8d9ed-3895-4365-b2d5-9432cb8a20d4" providerId="ADAL" clId="{91BC9A50-F6E6-4E08-8DD5-76A3C94B046E}" dt="2022-02-15T09:10:41.527" v="24" actId="47"/>
        <pc:sldMkLst>
          <pc:docMk/>
          <pc:sldMk cId="4057672217" sldId="277"/>
        </pc:sldMkLst>
      </pc:sldChg>
      <pc:sldChg chg="del">
        <pc:chgData name="Jochen Mariën" userId="a4f8d9ed-3895-4365-b2d5-9432cb8a20d4" providerId="ADAL" clId="{91BC9A50-F6E6-4E08-8DD5-76A3C94B046E}" dt="2022-02-15T09:10:41.527" v="24" actId="47"/>
        <pc:sldMkLst>
          <pc:docMk/>
          <pc:sldMk cId="2668330545" sldId="279"/>
        </pc:sldMkLst>
      </pc:sldChg>
      <pc:sldChg chg="del">
        <pc:chgData name="Jochen Mariën" userId="a4f8d9ed-3895-4365-b2d5-9432cb8a20d4" providerId="ADAL" clId="{91BC9A50-F6E6-4E08-8DD5-76A3C94B046E}" dt="2022-02-15T09:10:41.527" v="24" actId="47"/>
        <pc:sldMkLst>
          <pc:docMk/>
          <pc:sldMk cId="2923219254" sldId="280"/>
        </pc:sldMkLst>
      </pc:sldChg>
      <pc:sldChg chg="del">
        <pc:chgData name="Jochen Mariën" userId="a4f8d9ed-3895-4365-b2d5-9432cb8a20d4" providerId="ADAL" clId="{91BC9A50-F6E6-4E08-8DD5-76A3C94B046E}" dt="2022-02-15T09:10:41.527" v="24" actId="47"/>
        <pc:sldMkLst>
          <pc:docMk/>
          <pc:sldMk cId="554706803" sldId="281"/>
        </pc:sldMkLst>
      </pc:sldChg>
      <pc:sldChg chg="del">
        <pc:chgData name="Jochen Mariën" userId="a4f8d9ed-3895-4365-b2d5-9432cb8a20d4" providerId="ADAL" clId="{91BC9A50-F6E6-4E08-8DD5-76A3C94B046E}" dt="2022-02-15T09:10:41.527" v="24" actId="47"/>
        <pc:sldMkLst>
          <pc:docMk/>
          <pc:sldMk cId="170798278" sldId="282"/>
        </pc:sldMkLst>
      </pc:sldChg>
      <pc:sldChg chg="del">
        <pc:chgData name="Jochen Mariën" userId="a4f8d9ed-3895-4365-b2d5-9432cb8a20d4" providerId="ADAL" clId="{91BC9A50-F6E6-4E08-8DD5-76A3C94B046E}" dt="2022-02-15T09:10:41.527" v="24" actId="47"/>
        <pc:sldMkLst>
          <pc:docMk/>
          <pc:sldMk cId="661260982" sldId="283"/>
        </pc:sldMkLst>
      </pc:sldChg>
      <pc:sldMasterChg chg="delSldLayout">
        <pc:chgData name="Jochen Mariën" userId="a4f8d9ed-3895-4365-b2d5-9432cb8a20d4" providerId="ADAL" clId="{91BC9A50-F6E6-4E08-8DD5-76A3C94B046E}" dt="2022-02-15T09:10:41.527" v="24" actId="47"/>
        <pc:sldMasterMkLst>
          <pc:docMk/>
          <pc:sldMasterMk cId="898952359" sldId="2147483648"/>
        </pc:sldMasterMkLst>
        <pc:sldLayoutChg chg="del">
          <pc:chgData name="Jochen Mariën" userId="a4f8d9ed-3895-4365-b2d5-9432cb8a20d4" providerId="ADAL" clId="{91BC9A50-F6E6-4E08-8DD5-76A3C94B046E}" dt="2022-02-15T09:10:41.527" v="24" actId="47"/>
          <pc:sldLayoutMkLst>
            <pc:docMk/>
            <pc:sldMasterMk cId="898952359" sldId="2147483648"/>
            <pc:sldLayoutMk cId="3137661127" sldId="2147483660"/>
          </pc:sldLayoutMkLst>
        </pc:sldLayoutChg>
        <pc:sldLayoutChg chg="del">
          <pc:chgData name="Jochen Mariën" userId="a4f8d9ed-3895-4365-b2d5-9432cb8a20d4" providerId="ADAL" clId="{91BC9A50-F6E6-4E08-8DD5-76A3C94B046E}" dt="2022-02-15T09:10:41.527" v="24" actId="47"/>
          <pc:sldLayoutMkLst>
            <pc:docMk/>
            <pc:sldMasterMk cId="898952359" sldId="2147483648"/>
            <pc:sldLayoutMk cId="3505317956" sldId="2147483661"/>
          </pc:sldLayoutMkLst>
        </pc:sldLayoutChg>
      </pc:sldMasterChg>
    </pc:docChg>
  </pc:docChgLst>
  <pc:docChgLst>
    <pc:chgData name="Ellen Torfs" userId="c6aa1e10-4a12-4511-8c7c-135720d4f277" providerId="ADAL" clId="{768FC7C2-F920-440A-B678-F18A8E1311B7}"/>
    <pc:docChg chg="custSel modSld replTag delTag">
      <pc:chgData name="Ellen Torfs" userId="c6aa1e10-4a12-4511-8c7c-135720d4f277" providerId="ADAL" clId="{768FC7C2-F920-440A-B678-F18A8E1311B7}" dt="2021-09-17T15:05:07.352" v="20"/>
      <pc:docMkLst>
        <pc:docMk/>
      </pc:docMkLst>
      <pc:sldChg chg="modSp mod">
        <pc:chgData name="Ellen Torfs" userId="c6aa1e10-4a12-4511-8c7c-135720d4f277" providerId="ADAL" clId="{768FC7C2-F920-440A-B678-F18A8E1311B7}" dt="2021-09-17T15:05:05.642" v="17" actId="6549"/>
        <pc:sldMkLst>
          <pc:docMk/>
          <pc:sldMk cId="54334544" sldId="256"/>
        </pc:sldMkLst>
      </pc:sldChg>
    </pc:docChg>
  </pc:docChgLst>
  <pc:docChgLst>
    <pc:chgData name="Hajar Ghaem Sigarchian" userId="c942b3b0-1ec9-4b5a-9958-682b211c132c" providerId="ADAL" clId="{276D3588-807F-4C4C-A7C0-EB248C97EDBB}"/>
    <pc:docChg chg="undo custSel addSld modSld modSection">
      <pc:chgData name="Hajar Ghaem Sigarchian" userId="c942b3b0-1ec9-4b5a-9958-682b211c132c" providerId="ADAL" clId="{276D3588-807F-4C4C-A7C0-EB248C97EDBB}" dt="2024-09-19T07:53:56.239" v="28" actId="14100"/>
      <pc:docMkLst>
        <pc:docMk/>
      </pc:docMkLst>
      <pc:sldChg chg="addSp modSp new mod">
        <pc:chgData name="Hajar Ghaem Sigarchian" userId="c942b3b0-1ec9-4b5a-9958-682b211c132c" providerId="ADAL" clId="{276D3588-807F-4C4C-A7C0-EB248C97EDBB}" dt="2024-09-19T07:53:56.239" v="28" actId="14100"/>
        <pc:sldMkLst>
          <pc:docMk/>
          <pc:sldMk cId="2985887657" sldId="394"/>
        </pc:sldMkLst>
      </pc:sldChg>
    </pc:docChg>
  </pc:docChgLst>
  <pc:docChgLst>
    <pc:chgData name="Hajar Ghaem Sigarchian" userId="S::u0136336@thomasmore.be::c942b3b0-1ec9-4b5a-9958-682b211c132c" providerId="AD" clId="Web-{EF3CBEB3-4191-D09F-F798-EE4817DF057A}"/>
    <pc:docChg chg="modSld">
      <pc:chgData name="Hajar Ghaem Sigarchian" userId="S::u0136336@thomasmore.be::c942b3b0-1ec9-4b5a-9958-682b211c132c" providerId="AD" clId="Web-{EF3CBEB3-4191-D09F-F798-EE4817DF057A}" dt="2022-10-20T09:34:03.744" v="31" actId="1076"/>
      <pc:docMkLst>
        <pc:docMk/>
      </pc:docMkLst>
      <pc:sldChg chg="addSp modSp">
        <pc:chgData name="Hajar Ghaem Sigarchian" userId="S::u0136336@thomasmore.be::c942b3b0-1ec9-4b5a-9958-682b211c132c" providerId="AD" clId="Web-{EF3CBEB3-4191-D09F-F798-EE4817DF057A}" dt="2022-10-20T09:34:03.744" v="31" actId="1076"/>
        <pc:sldMkLst>
          <pc:docMk/>
          <pc:sldMk cId="208800682" sldId="289"/>
        </pc:sldMkLst>
      </pc:sldChg>
      <pc:sldChg chg="addSp modSp">
        <pc:chgData name="Hajar Ghaem Sigarchian" userId="S::u0136336@thomasmore.be::c942b3b0-1ec9-4b5a-9958-682b211c132c" providerId="AD" clId="Web-{EF3CBEB3-4191-D09F-F798-EE4817DF057A}" dt="2022-10-20T09:10:21.367" v="21" actId="20577"/>
        <pc:sldMkLst>
          <pc:docMk/>
          <pc:sldMk cId="1299672675" sldId="290"/>
        </pc:sldMkLst>
      </pc:sldChg>
    </pc:docChg>
  </pc:docChgLst>
  <pc:docChgLst>
    <pc:chgData name="Ellen Torfs" userId="c6aa1e10-4a12-4511-8c7c-135720d4f277" providerId="ADAL" clId="{13645AF0-80CF-421F-A6F6-1EFCCB9F5DBF}"/>
    <pc:docChg chg="undo custSel addSld delSld modSld sldOrd modSection">
      <pc:chgData name="Ellen Torfs" userId="c6aa1e10-4a12-4511-8c7c-135720d4f277" providerId="ADAL" clId="{13645AF0-80CF-421F-A6F6-1EFCCB9F5DBF}" dt="2022-12-03T14:07:50.322" v="2703" actId="17846"/>
      <pc:docMkLst>
        <pc:docMk/>
      </pc:docMkLst>
      <pc:sldChg chg="addSp modSp mod">
        <pc:chgData name="Ellen Torfs" userId="c6aa1e10-4a12-4511-8c7c-135720d4f277" providerId="ADAL" clId="{13645AF0-80CF-421F-A6F6-1EFCCB9F5DBF}" dt="2022-12-01T09:03:40.088" v="1799" actId="207"/>
        <pc:sldMkLst>
          <pc:docMk/>
          <pc:sldMk cId="2720548364" sldId="262"/>
        </pc:sldMkLst>
      </pc:sldChg>
      <pc:sldChg chg="modSp mod">
        <pc:chgData name="Ellen Torfs" userId="c6aa1e10-4a12-4511-8c7c-135720d4f277" providerId="ADAL" clId="{13645AF0-80CF-421F-A6F6-1EFCCB9F5DBF}" dt="2022-11-29T16:03:33.402" v="243" actId="20577"/>
        <pc:sldMkLst>
          <pc:docMk/>
          <pc:sldMk cId="1856514912" sldId="265"/>
        </pc:sldMkLst>
      </pc:sldChg>
      <pc:sldChg chg="modSp mod">
        <pc:chgData name="Ellen Torfs" userId="c6aa1e10-4a12-4511-8c7c-135720d4f277" providerId="ADAL" clId="{13645AF0-80CF-421F-A6F6-1EFCCB9F5DBF}" dt="2022-12-03T13:59:16.865" v="2682" actId="6549"/>
        <pc:sldMkLst>
          <pc:docMk/>
          <pc:sldMk cId="653651406" sldId="266"/>
        </pc:sldMkLst>
      </pc:sldChg>
      <pc:sldChg chg="modSp mod">
        <pc:chgData name="Ellen Torfs" userId="c6aa1e10-4a12-4511-8c7c-135720d4f277" providerId="ADAL" clId="{13645AF0-80CF-421F-A6F6-1EFCCB9F5DBF}" dt="2022-11-29T16:03:53.822" v="247" actId="20577"/>
        <pc:sldMkLst>
          <pc:docMk/>
          <pc:sldMk cId="2336077527" sldId="267"/>
        </pc:sldMkLst>
      </pc:sldChg>
      <pc:sldChg chg="modSp mod modNotesTx">
        <pc:chgData name="Ellen Torfs" userId="c6aa1e10-4a12-4511-8c7c-135720d4f277" providerId="ADAL" clId="{13645AF0-80CF-421F-A6F6-1EFCCB9F5DBF}" dt="2022-11-29T16:03:58.885" v="249" actId="20577"/>
        <pc:sldMkLst>
          <pc:docMk/>
          <pc:sldMk cId="3675161486" sldId="268"/>
        </pc:sldMkLst>
      </pc:sldChg>
      <pc:sldChg chg="modSp mod">
        <pc:chgData name="Ellen Torfs" userId="c6aa1e10-4a12-4511-8c7c-135720d4f277" providerId="ADAL" clId="{13645AF0-80CF-421F-A6F6-1EFCCB9F5DBF}" dt="2022-11-29T16:06:00.144" v="363" actId="15"/>
        <pc:sldMkLst>
          <pc:docMk/>
          <pc:sldMk cId="4110860133" sldId="272"/>
        </pc:sldMkLst>
      </pc:sldChg>
      <pc:sldChg chg="modSp mod">
        <pc:chgData name="Ellen Torfs" userId="c6aa1e10-4a12-4511-8c7c-135720d4f277" providerId="ADAL" clId="{13645AF0-80CF-421F-A6F6-1EFCCB9F5DBF}" dt="2022-11-29T16:03:44.945" v="245" actId="20577"/>
        <pc:sldMkLst>
          <pc:docMk/>
          <pc:sldMk cId="3627771107" sldId="279"/>
        </pc:sldMkLst>
      </pc:sldChg>
      <pc:sldChg chg="modSp mod modShow modNotesTx">
        <pc:chgData name="Ellen Torfs" userId="c6aa1e10-4a12-4511-8c7c-135720d4f277" providerId="ADAL" clId="{13645AF0-80CF-421F-A6F6-1EFCCB9F5DBF}" dt="2022-11-29T16:04:50.466" v="341" actId="729"/>
        <pc:sldMkLst>
          <pc:docMk/>
          <pc:sldMk cId="3728815295" sldId="282"/>
        </pc:sldMkLst>
      </pc:sldChg>
      <pc:sldChg chg="modSp mod">
        <pc:chgData name="Ellen Torfs" userId="c6aa1e10-4a12-4511-8c7c-135720d4f277" providerId="ADAL" clId="{13645AF0-80CF-421F-A6F6-1EFCCB9F5DBF}" dt="2022-12-01T08:22:46.768" v="1710" actId="1038"/>
        <pc:sldMkLst>
          <pc:docMk/>
          <pc:sldMk cId="2704840480" sldId="284"/>
        </pc:sldMkLst>
      </pc:sldChg>
      <pc:sldChg chg="modSp mod">
        <pc:chgData name="Ellen Torfs" userId="c6aa1e10-4a12-4511-8c7c-135720d4f277" providerId="ADAL" clId="{13645AF0-80CF-421F-A6F6-1EFCCB9F5DBF}" dt="2022-11-30T16:10:16.349" v="1645" actId="1076"/>
        <pc:sldMkLst>
          <pc:docMk/>
          <pc:sldMk cId="1436580794" sldId="285"/>
        </pc:sldMkLst>
      </pc:sldChg>
      <pc:sldChg chg="modSp mod">
        <pc:chgData name="Ellen Torfs" userId="c6aa1e10-4a12-4511-8c7c-135720d4f277" providerId="ADAL" clId="{13645AF0-80CF-421F-A6F6-1EFCCB9F5DBF}" dt="2022-11-30T16:13:18.058" v="1654" actId="20577"/>
        <pc:sldMkLst>
          <pc:docMk/>
          <pc:sldMk cId="145402223" sldId="286"/>
        </pc:sldMkLst>
      </pc:sldChg>
      <pc:sldChg chg="modSp mod">
        <pc:chgData name="Ellen Torfs" userId="c6aa1e10-4a12-4511-8c7c-135720d4f277" providerId="ADAL" clId="{13645AF0-80CF-421F-A6F6-1EFCCB9F5DBF}" dt="2022-11-30T16:13:15.230" v="1653" actId="20577"/>
        <pc:sldMkLst>
          <pc:docMk/>
          <pc:sldMk cId="1101732425" sldId="288"/>
        </pc:sldMkLst>
      </pc:sldChg>
      <pc:sldChg chg="modSp mod">
        <pc:chgData name="Ellen Torfs" userId="c6aa1e10-4a12-4511-8c7c-135720d4f277" providerId="ADAL" clId="{13645AF0-80CF-421F-A6F6-1EFCCB9F5DBF}" dt="2022-11-30T16:08:09.051" v="1638" actId="1076"/>
        <pc:sldMkLst>
          <pc:docMk/>
          <pc:sldMk cId="208800682" sldId="289"/>
        </pc:sldMkLst>
      </pc:sldChg>
      <pc:sldChg chg="modSp mod modNotesTx">
        <pc:chgData name="Ellen Torfs" userId="c6aa1e10-4a12-4511-8c7c-135720d4f277" providerId="ADAL" clId="{13645AF0-80CF-421F-A6F6-1EFCCB9F5DBF}" dt="2022-11-30T16:05:39.376" v="1624" actId="20577"/>
        <pc:sldMkLst>
          <pc:docMk/>
          <pc:sldMk cId="1299672675" sldId="290"/>
        </pc:sldMkLst>
      </pc:sldChg>
      <pc:sldChg chg="modSp mod">
        <pc:chgData name="Ellen Torfs" userId="c6aa1e10-4a12-4511-8c7c-135720d4f277" providerId="ADAL" clId="{13645AF0-80CF-421F-A6F6-1EFCCB9F5DBF}" dt="2022-11-30T16:02:00.756" v="1550" actId="20577"/>
        <pc:sldMkLst>
          <pc:docMk/>
          <pc:sldMk cId="257630213" sldId="291"/>
        </pc:sldMkLst>
      </pc:sldChg>
      <pc:sldChg chg="modSp mod">
        <pc:chgData name="Ellen Torfs" userId="c6aa1e10-4a12-4511-8c7c-135720d4f277" providerId="ADAL" clId="{13645AF0-80CF-421F-A6F6-1EFCCB9F5DBF}" dt="2022-12-01T12:24:04.998" v="1815" actId="20577"/>
        <pc:sldMkLst>
          <pc:docMk/>
          <pc:sldMk cId="365881715" sldId="306"/>
        </pc:sldMkLst>
      </pc:sldChg>
      <pc:sldChg chg="modSp mod">
        <pc:chgData name="Ellen Torfs" userId="c6aa1e10-4a12-4511-8c7c-135720d4f277" providerId="ADAL" clId="{13645AF0-80CF-421F-A6F6-1EFCCB9F5DBF}" dt="2022-12-01T12:23:53.753" v="1812" actId="20577"/>
        <pc:sldMkLst>
          <pc:docMk/>
          <pc:sldMk cId="60115495" sldId="307"/>
        </pc:sldMkLst>
      </pc:sldChg>
      <pc:sldChg chg="modSp mod">
        <pc:chgData name="Ellen Torfs" userId="c6aa1e10-4a12-4511-8c7c-135720d4f277" providerId="ADAL" clId="{13645AF0-80CF-421F-A6F6-1EFCCB9F5DBF}" dt="2022-12-01T15:05:53.256" v="2129" actId="1076"/>
        <pc:sldMkLst>
          <pc:docMk/>
          <pc:sldMk cId="2976672382" sldId="310"/>
        </pc:sldMkLst>
      </pc:sldChg>
      <pc:sldChg chg="modSp mod">
        <pc:chgData name="Ellen Torfs" userId="c6aa1e10-4a12-4511-8c7c-135720d4f277" providerId="ADAL" clId="{13645AF0-80CF-421F-A6F6-1EFCCB9F5DBF}" dt="2022-12-01T14:45:36.557" v="1851" actId="20577"/>
        <pc:sldMkLst>
          <pc:docMk/>
          <pc:sldMk cId="129835908" sldId="311"/>
        </pc:sldMkLst>
      </pc:sldChg>
      <pc:sldChg chg="modSp mod">
        <pc:chgData name="Ellen Torfs" userId="c6aa1e10-4a12-4511-8c7c-135720d4f277" providerId="ADAL" clId="{13645AF0-80CF-421F-A6F6-1EFCCB9F5DBF}" dt="2022-12-01T14:37:14.847" v="1830" actId="20577"/>
        <pc:sldMkLst>
          <pc:docMk/>
          <pc:sldMk cId="3587478234" sldId="315"/>
        </pc:sldMkLst>
      </pc:sldChg>
      <pc:sldChg chg="addSp modSp mod modNotesTx">
        <pc:chgData name="Ellen Torfs" userId="c6aa1e10-4a12-4511-8c7c-135720d4f277" providerId="ADAL" clId="{13645AF0-80CF-421F-A6F6-1EFCCB9F5DBF}" dt="2022-12-01T15:00:15.114" v="2103" actId="1076"/>
        <pc:sldMkLst>
          <pc:docMk/>
          <pc:sldMk cId="1876594105" sldId="317"/>
        </pc:sldMkLst>
      </pc:sldChg>
      <pc:sldChg chg="modSp mod">
        <pc:chgData name="Ellen Torfs" userId="c6aa1e10-4a12-4511-8c7c-135720d4f277" providerId="ADAL" clId="{13645AF0-80CF-421F-A6F6-1EFCCB9F5DBF}" dt="2022-12-01T15:02:04.565" v="2127" actId="6549"/>
        <pc:sldMkLst>
          <pc:docMk/>
          <pc:sldMk cId="3722158458" sldId="319"/>
        </pc:sldMkLst>
      </pc:sldChg>
      <pc:sldChg chg="modSp mod">
        <pc:chgData name="Ellen Torfs" userId="c6aa1e10-4a12-4511-8c7c-135720d4f277" providerId="ADAL" clId="{13645AF0-80CF-421F-A6F6-1EFCCB9F5DBF}" dt="2022-11-29T15:47:19.674" v="156" actId="20577"/>
        <pc:sldMkLst>
          <pc:docMk/>
          <pc:sldMk cId="344905969" sldId="325"/>
        </pc:sldMkLst>
      </pc:sldChg>
      <pc:sldChg chg="modSp mod">
        <pc:chgData name="Ellen Torfs" userId="c6aa1e10-4a12-4511-8c7c-135720d4f277" providerId="ADAL" clId="{13645AF0-80CF-421F-A6F6-1EFCCB9F5DBF}" dt="2022-11-29T15:49:52.869" v="172" actId="20577"/>
        <pc:sldMkLst>
          <pc:docMk/>
          <pc:sldMk cId="2093408380" sldId="326"/>
        </pc:sldMkLst>
      </pc:sldChg>
      <pc:sldChg chg="modSp mod">
        <pc:chgData name="Ellen Torfs" userId="c6aa1e10-4a12-4511-8c7c-135720d4f277" providerId="ADAL" clId="{13645AF0-80CF-421F-A6F6-1EFCCB9F5DBF}" dt="2022-11-29T15:48:14.895" v="161" actId="20577"/>
        <pc:sldMkLst>
          <pc:docMk/>
          <pc:sldMk cId="1026730276" sldId="327"/>
        </pc:sldMkLst>
      </pc:sldChg>
      <pc:sldChg chg="modSp mod">
        <pc:chgData name="Ellen Torfs" userId="c6aa1e10-4a12-4511-8c7c-135720d4f277" providerId="ADAL" clId="{13645AF0-80CF-421F-A6F6-1EFCCB9F5DBF}" dt="2022-12-01T08:21:26.741" v="1693" actId="20577"/>
        <pc:sldMkLst>
          <pc:docMk/>
          <pc:sldMk cId="2638906723" sldId="328"/>
        </pc:sldMkLst>
      </pc:sldChg>
      <pc:sldChg chg="modSp mod">
        <pc:chgData name="Ellen Torfs" userId="c6aa1e10-4a12-4511-8c7c-135720d4f277" providerId="ADAL" clId="{13645AF0-80CF-421F-A6F6-1EFCCB9F5DBF}" dt="2022-11-30T17:22:27.238" v="1682" actId="20577"/>
        <pc:sldMkLst>
          <pc:docMk/>
          <pc:sldMk cId="3850362262" sldId="330"/>
        </pc:sldMkLst>
      </pc:sldChg>
      <pc:sldChg chg="modSp mod">
        <pc:chgData name="Ellen Torfs" userId="c6aa1e10-4a12-4511-8c7c-135720d4f277" providerId="ADAL" clId="{13645AF0-80CF-421F-A6F6-1EFCCB9F5DBF}" dt="2022-12-01T12:27:00.071" v="1829" actId="12"/>
        <pc:sldMkLst>
          <pc:docMk/>
          <pc:sldMk cId="936088478" sldId="333"/>
        </pc:sldMkLst>
      </pc:sldChg>
      <pc:sldChg chg="modSp mod">
        <pc:chgData name="Ellen Torfs" userId="c6aa1e10-4a12-4511-8c7c-135720d4f277" providerId="ADAL" clId="{13645AF0-80CF-421F-A6F6-1EFCCB9F5DBF}" dt="2022-12-01T15:34:21.975" v="2681" actId="6549"/>
        <pc:sldMkLst>
          <pc:docMk/>
          <pc:sldMk cId="1286280397" sldId="334"/>
        </pc:sldMkLst>
      </pc:sldChg>
      <pc:sldChg chg="addSp modSp mod">
        <pc:chgData name="Ellen Torfs" userId="c6aa1e10-4a12-4511-8c7c-135720d4f277" providerId="ADAL" clId="{13645AF0-80CF-421F-A6F6-1EFCCB9F5DBF}" dt="2022-11-29T16:16:49.616" v="445" actId="20577"/>
        <pc:sldMkLst>
          <pc:docMk/>
          <pc:sldMk cId="1552677652" sldId="337"/>
        </pc:sldMkLst>
      </pc:sldChg>
      <pc:sldChg chg="addSp modSp mod">
        <pc:chgData name="Ellen Torfs" userId="c6aa1e10-4a12-4511-8c7c-135720d4f277" providerId="ADAL" clId="{13645AF0-80CF-421F-A6F6-1EFCCB9F5DBF}" dt="2022-11-29T16:18:27.191" v="471" actId="20577"/>
        <pc:sldMkLst>
          <pc:docMk/>
          <pc:sldMk cId="2300828402" sldId="338"/>
        </pc:sldMkLst>
      </pc:sldChg>
      <pc:sldChg chg="addSp modSp mod modNotesTx">
        <pc:chgData name="Ellen Torfs" userId="c6aa1e10-4a12-4511-8c7c-135720d4f277" providerId="ADAL" clId="{13645AF0-80CF-421F-A6F6-1EFCCB9F5DBF}" dt="2022-11-30T15:05:31.480" v="599" actId="20577"/>
        <pc:sldMkLst>
          <pc:docMk/>
          <pc:sldMk cId="694510207" sldId="339"/>
        </pc:sldMkLst>
      </pc:sldChg>
      <pc:sldChg chg="addSp modSp mod">
        <pc:chgData name="Ellen Torfs" userId="c6aa1e10-4a12-4511-8c7c-135720d4f277" providerId="ADAL" clId="{13645AF0-80CF-421F-A6F6-1EFCCB9F5DBF}" dt="2022-11-30T15:42:46.213" v="1145" actId="20577"/>
        <pc:sldMkLst>
          <pc:docMk/>
          <pc:sldMk cId="1551661925" sldId="340"/>
        </pc:sldMkLst>
      </pc:sldChg>
      <pc:sldChg chg="addSp delSp modSp mod ord">
        <pc:chgData name="Ellen Torfs" userId="c6aa1e10-4a12-4511-8c7c-135720d4f277" providerId="ADAL" clId="{13645AF0-80CF-421F-A6F6-1EFCCB9F5DBF}" dt="2022-11-30T15:55:38.976" v="1386"/>
        <pc:sldMkLst>
          <pc:docMk/>
          <pc:sldMk cId="3507928914" sldId="341"/>
        </pc:sldMkLst>
      </pc:sldChg>
      <pc:sldChg chg="modSp mod ord modShow">
        <pc:chgData name="Ellen Torfs" userId="c6aa1e10-4a12-4511-8c7c-135720d4f277" providerId="ADAL" clId="{13645AF0-80CF-421F-A6F6-1EFCCB9F5DBF}" dt="2022-12-03T14:01:15.805" v="2694" actId="20577"/>
        <pc:sldMkLst>
          <pc:docMk/>
          <pc:sldMk cId="3627504182" sldId="342"/>
        </pc:sldMkLst>
      </pc:sldChg>
      <pc:sldChg chg="modSp mod">
        <pc:chgData name="Ellen Torfs" userId="c6aa1e10-4a12-4511-8c7c-135720d4f277" providerId="ADAL" clId="{13645AF0-80CF-421F-A6F6-1EFCCB9F5DBF}" dt="2022-12-01T10:24:22.768" v="1804" actId="1076"/>
        <pc:sldMkLst>
          <pc:docMk/>
          <pc:sldMk cId="4085610444" sldId="347"/>
        </pc:sldMkLst>
      </pc:sldChg>
      <pc:sldChg chg="modSp mod">
        <pc:chgData name="Ellen Torfs" userId="c6aa1e10-4a12-4511-8c7c-135720d4f277" providerId="ADAL" clId="{13645AF0-80CF-421F-A6F6-1EFCCB9F5DBF}" dt="2022-11-30T17:24:39.422" v="1683" actId="14100"/>
        <pc:sldMkLst>
          <pc:docMk/>
          <pc:sldMk cId="642470908" sldId="355"/>
        </pc:sldMkLst>
      </pc:sldChg>
      <pc:sldChg chg="modSp mod">
        <pc:chgData name="Ellen Torfs" userId="c6aa1e10-4a12-4511-8c7c-135720d4f277" providerId="ADAL" clId="{13645AF0-80CF-421F-A6F6-1EFCCB9F5DBF}" dt="2022-12-01T15:27:56.033" v="2598" actId="1076"/>
        <pc:sldMkLst>
          <pc:docMk/>
          <pc:sldMk cId="4229516981" sldId="358"/>
        </pc:sldMkLst>
      </pc:sldChg>
      <pc:sldChg chg="modSp mod">
        <pc:chgData name="Ellen Torfs" userId="c6aa1e10-4a12-4511-8c7c-135720d4f277" providerId="ADAL" clId="{13645AF0-80CF-421F-A6F6-1EFCCB9F5DBF}" dt="2022-12-01T15:32:07.956" v="2670" actId="20577"/>
        <pc:sldMkLst>
          <pc:docMk/>
          <pc:sldMk cId="322679158" sldId="364"/>
        </pc:sldMkLst>
      </pc:sldChg>
      <pc:sldChg chg="modSp add del mod ord">
        <pc:chgData name="Ellen Torfs" userId="c6aa1e10-4a12-4511-8c7c-135720d4f277" providerId="ADAL" clId="{13645AF0-80CF-421F-A6F6-1EFCCB9F5DBF}" dt="2022-11-30T15:46:07.229" v="1170" actId="47"/>
        <pc:sldMkLst>
          <pc:docMk/>
          <pc:sldMk cId="4081707181" sldId="366"/>
        </pc:sldMkLst>
      </pc:sldChg>
      <pc:sldChg chg="addSp delSp modSp new mod">
        <pc:chgData name="Ellen Torfs" userId="c6aa1e10-4a12-4511-8c7c-135720d4f277" providerId="ADAL" clId="{13645AF0-80CF-421F-A6F6-1EFCCB9F5DBF}" dt="2022-12-03T14:01:23.872" v="2701" actId="20577"/>
        <pc:sldMkLst>
          <pc:docMk/>
          <pc:sldMk cId="2264315106" sldId="367"/>
        </pc:sldMkLst>
      </pc:sldChg>
      <pc:sldChg chg="addSp delSp modSp add mod ord">
        <pc:chgData name="Ellen Torfs" userId="c6aa1e10-4a12-4511-8c7c-135720d4f277" providerId="ADAL" clId="{13645AF0-80CF-421F-A6F6-1EFCCB9F5DBF}" dt="2022-11-30T15:55:13.153" v="1384" actId="1076"/>
        <pc:sldMkLst>
          <pc:docMk/>
          <pc:sldMk cId="3255349103" sldId="368"/>
        </pc:sldMkLst>
      </pc:sldChg>
      <pc:sldChg chg="new del">
        <pc:chgData name="Ellen Torfs" userId="c6aa1e10-4a12-4511-8c7c-135720d4f277" providerId="ADAL" clId="{13645AF0-80CF-421F-A6F6-1EFCCB9F5DBF}" dt="2022-11-30T15:52:55.449" v="1380" actId="47"/>
        <pc:sldMkLst>
          <pc:docMk/>
          <pc:sldMk cId="2386552051" sldId="369"/>
        </pc:sldMkLst>
      </pc:sldChg>
      <pc:sldChg chg="addSp modSp new mod">
        <pc:chgData name="Ellen Torfs" userId="c6aa1e10-4a12-4511-8c7c-135720d4f277" providerId="ADAL" clId="{13645AF0-80CF-421F-A6F6-1EFCCB9F5DBF}" dt="2022-12-03T14:06:07.899" v="2702" actId="20577"/>
        <pc:sldMkLst>
          <pc:docMk/>
          <pc:sldMk cId="2418292892" sldId="369"/>
        </pc:sldMkLst>
      </pc:sldChg>
    </pc:docChg>
  </pc:docChgLst>
  <pc:docChgLst>
    <pc:chgData name="Ellen Torfs" userId="c6aa1e10-4a12-4511-8c7c-135720d4f277" providerId="ADAL" clId="{7565DE13-28EF-44AE-9EDA-63198C95DE49}"/>
    <pc:docChg chg="modSld">
      <pc:chgData name="Ellen Torfs" userId="c6aa1e10-4a12-4511-8c7c-135720d4f277" providerId="ADAL" clId="{7565DE13-28EF-44AE-9EDA-63198C95DE49}" dt="2024-11-25T16:08:41.618" v="123" actId="20577"/>
      <pc:docMkLst>
        <pc:docMk/>
      </pc:docMkLst>
      <pc:sldChg chg="modSp mod">
        <pc:chgData name="Ellen Torfs" userId="c6aa1e10-4a12-4511-8c7c-135720d4f277" providerId="ADAL" clId="{7565DE13-28EF-44AE-9EDA-63198C95DE49}" dt="2024-11-11T12:51:31.812" v="0" actId="6549"/>
        <pc:sldMkLst>
          <pc:docMk/>
          <pc:sldMk cId="3503501734" sldId="257"/>
        </pc:sldMkLst>
      </pc:sldChg>
      <pc:sldChg chg="modSp mod">
        <pc:chgData name="Ellen Torfs" userId="c6aa1e10-4a12-4511-8c7c-135720d4f277" providerId="ADAL" clId="{7565DE13-28EF-44AE-9EDA-63198C95DE49}" dt="2024-11-25T16:06:14.680" v="118" actId="20577"/>
        <pc:sldMkLst>
          <pc:docMk/>
          <pc:sldMk cId="1461004713" sldId="321"/>
        </pc:sldMkLst>
      </pc:sldChg>
      <pc:sldChg chg="modSp mod">
        <pc:chgData name="Ellen Torfs" userId="c6aa1e10-4a12-4511-8c7c-135720d4f277" providerId="ADAL" clId="{7565DE13-28EF-44AE-9EDA-63198C95DE49}" dt="2024-11-25T15:45:34.104" v="76" actId="20577"/>
        <pc:sldMkLst>
          <pc:docMk/>
          <pc:sldMk cId="3870284430" sldId="336"/>
        </pc:sldMkLst>
      </pc:sldChg>
      <pc:sldChg chg="modSp mod">
        <pc:chgData name="Ellen Torfs" userId="c6aa1e10-4a12-4511-8c7c-135720d4f277" providerId="ADAL" clId="{7565DE13-28EF-44AE-9EDA-63198C95DE49}" dt="2024-11-25T15:46:54.044" v="83" actId="6549"/>
        <pc:sldMkLst>
          <pc:docMk/>
          <pc:sldMk cId="3086415965" sldId="345"/>
        </pc:sldMkLst>
      </pc:sldChg>
      <pc:sldChg chg="modSp mod">
        <pc:chgData name="Ellen Torfs" userId="c6aa1e10-4a12-4511-8c7c-135720d4f277" providerId="ADAL" clId="{7565DE13-28EF-44AE-9EDA-63198C95DE49}" dt="2024-11-25T16:08:41.618" v="123" actId="20577"/>
        <pc:sldMkLst>
          <pc:docMk/>
          <pc:sldMk cId="4229516981" sldId="358"/>
        </pc:sldMkLst>
      </pc:sldChg>
      <pc:sldChg chg="modNotesTx">
        <pc:chgData name="Ellen Torfs" userId="c6aa1e10-4a12-4511-8c7c-135720d4f277" providerId="ADAL" clId="{7565DE13-28EF-44AE-9EDA-63198C95DE49}" dt="2024-11-25T15:44:32.373" v="74" actId="20577"/>
        <pc:sldMkLst>
          <pc:docMk/>
          <pc:sldMk cId="3249631653" sldId="383"/>
        </pc:sldMkLst>
      </pc:sldChg>
      <pc:sldChg chg="modSp mod">
        <pc:chgData name="Ellen Torfs" userId="c6aa1e10-4a12-4511-8c7c-135720d4f277" providerId="ADAL" clId="{7565DE13-28EF-44AE-9EDA-63198C95DE49}" dt="2024-11-25T16:08:35.106" v="122" actId="20577"/>
        <pc:sldMkLst>
          <pc:docMk/>
          <pc:sldMk cId="3456649243" sldId="391"/>
        </pc:sldMkLst>
      </pc:sldChg>
    </pc:docChg>
  </pc:docChgLst>
  <pc:docChgLst>
    <pc:chgData name="Jochen Mariën" userId="a4f8d9ed-3895-4365-b2d5-9432cb8a20d4" providerId="ADAL" clId="{48BC88A9-124D-4082-A27C-578AEE0C6E72}"/>
    <pc:docChg chg="custSel modSld">
      <pc:chgData name="Jochen Mariën" userId="a4f8d9ed-3895-4365-b2d5-9432cb8a20d4" providerId="ADAL" clId="{48BC88A9-124D-4082-A27C-578AEE0C6E72}" dt="2024-11-21T09:48:26.712" v="4"/>
      <pc:docMkLst>
        <pc:docMk/>
      </pc:docMkLst>
      <pc:sldChg chg="modSp mod">
        <pc:chgData name="Jochen Mariën" userId="a4f8d9ed-3895-4365-b2d5-9432cb8a20d4" providerId="ADAL" clId="{48BC88A9-124D-4082-A27C-578AEE0C6E72}" dt="2024-11-21T09:48:26.712" v="4"/>
        <pc:sldMkLst>
          <pc:docMk/>
          <pc:sldMk cId="3326019233" sldId="378"/>
        </pc:sldMkLst>
      </pc:sldChg>
    </pc:docChg>
  </pc:docChgLst>
  <pc:docChgLst>
    <pc:chgData name="Ellen Torfs" userId="c6aa1e10-4a12-4511-8c7c-135720d4f277" providerId="ADAL" clId="{A34FAF8E-6267-48E0-9941-086A1623C187}"/>
    <pc:docChg chg="custSel addSld delSld modSld">
      <pc:chgData name="Ellen Torfs" userId="c6aa1e10-4a12-4511-8c7c-135720d4f277" providerId="ADAL" clId="{A34FAF8E-6267-48E0-9941-086A1623C187}" dt="2022-01-19T09:10:52.439" v="63" actId="20577"/>
      <pc:docMkLst>
        <pc:docMk/>
      </pc:docMkLst>
      <pc:sldChg chg="modSp mod">
        <pc:chgData name="Ellen Torfs" userId="c6aa1e10-4a12-4511-8c7c-135720d4f277" providerId="ADAL" clId="{A34FAF8E-6267-48E0-9941-086A1623C187}" dt="2022-01-19T09:10:41.096" v="45" actId="20577"/>
        <pc:sldMkLst>
          <pc:docMk/>
          <pc:sldMk cId="54334544" sldId="256"/>
        </pc:sldMkLst>
      </pc:sldChg>
      <pc:sldChg chg="modSp new mod">
        <pc:chgData name="Ellen Torfs" userId="c6aa1e10-4a12-4511-8c7c-135720d4f277" providerId="ADAL" clId="{A34FAF8E-6267-48E0-9941-086A1623C187}" dt="2022-01-19T09:10:52.439" v="63" actId="20577"/>
        <pc:sldMkLst>
          <pc:docMk/>
          <pc:sldMk cId="3503501734" sldId="257"/>
        </pc:sldMkLst>
      </pc:sldChg>
      <pc:sldChg chg="del">
        <pc:chgData name="Ellen Torfs" userId="c6aa1e10-4a12-4511-8c7c-135720d4f277" providerId="ADAL" clId="{A34FAF8E-6267-48E0-9941-086A1623C187}" dt="2022-01-19T09:10:24.151" v="0" actId="47"/>
        <pc:sldMkLst>
          <pc:docMk/>
          <pc:sldMk cId="620147385" sldId="258"/>
        </pc:sldMkLst>
      </pc:sldChg>
      <pc:sldChg chg="del">
        <pc:chgData name="Ellen Torfs" userId="c6aa1e10-4a12-4511-8c7c-135720d4f277" providerId="ADAL" clId="{A34FAF8E-6267-48E0-9941-086A1623C187}" dt="2022-01-19T09:10:24.151" v="0" actId="47"/>
        <pc:sldMkLst>
          <pc:docMk/>
          <pc:sldMk cId="2006118848" sldId="262"/>
        </pc:sldMkLst>
      </pc:sldChg>
      <pc:sldChg chg="del">
        <pc:chgData name="Ellen Torfs" userId="c6aa1e10-4a12-4511-8c7c-135720d4f277" providerId="ADAL" clId="{A34FAF8E-6267-48E0-9941-086A1623C187}" dt="2022-01-19T09:10:24.151" v="0" actId="47"/>
        <pc:sldMkLst>
          <pc:docMk/>
          <pc:sldMk cId="2513866126" sldId="267"/>
        </pc:sldMkLst>
      </pc:sldChg>
      <pc:sldChg chg="del">
        <pc:chgData name="Ellen Torfs" userId="c6aa1e10-4a12-4511-8c7c-135720d4f277" providerId="ADAL" clId="{A34FAF8E-6267-48E0-9941-086A1623C187}" dt="2022-01-19T09:10:24.151" v="0" actId="47"/>
        <pc:sldMkLst>
          <pc:docMk/>
          <pc:sldMk cId="1006678507" sldId="268"/>
        </pc:sldMkLst>
      </pc:sldChg>
      <pc:sldChg chg="del">
        <pc:chgData name="Ellen Torfs" userId="c6aa1e10-4a12-4511-8c7c-135720d4f277" providerId="ADAL" clId="{A34FAF8E-6267-48E0-9941-086A1623C187}" dt="2022-01-19T09:10:24.151" v="0" actId="47"/>
        <pc:sldMkLst>
          <pc:docMk/>
          <pc:sldMk cId="2571285731" sldId="269"/>
        </pc:sldMkLst>
      </pc:sldChg>
      <pc:sldChg chg="del">
        <pc:chgData name="Ellen Torfs" userId="c6aa1e10-4a12-4511-8c7c-135720d4f277" providerId="ADAL" clId="{A34FAF8E-6267-48E0-9941-086A1623C187}" dt="2022-01-19T09:10:24.151" v="0" actId="47"/>
        <pc:sldMkLst>
          <pc:docMk/>
          <pc:sldMk cId="839269463" sldId="271"/>
        </pc:sldMkLst>
      </pc:sldChg>
    </pc:docChg>
  </pc:docChgLst>
  <pc:docChgLst>
    <pc:chgData name="Jochen Mariën" userId="a4f8d9ed-3895-4365-b2d5-9432cb8a20d4" providerId="ADAL" clId="{1FA7181E-6681-42B5-A111-479E65E6296A}"/>
    <pc:docChg chg="addSld delSld modSld modSection">
      <pc:chgData name="Jochen Mariën" userId="a4f8d9ed-3895-4365-b2d5-9432cb8a20d4" providerId="ADAL" clId="{1FA7181E-6681-42B5-A111-479E65E6296A}" dt="2022-12-12T08:29:17.934" v="5" actId="47"/>
      <pc:docMkLst>
        <pc:docMk/>
      </pc:docMkLst>
      <pc:sldChg chg="del">
        <pc:chgData name="Jochen Mariën" userId="a4f8d9ed-3895-4365-b2d5-9432cb8a20d4" providerId="ADAL" clId="{1FA7181E-6681-42B5-A111-479E65E6296A}" dt="2022-12-12T08:29:17.572" v="3" actId="47"/>
        <pc:sldMkLst>
          <pc:docMk/>
          <pc:sldMk cId="706638381" sldId="271"/>
        </pc:sldMkLst>
      </pc:sldChg>
      <pc:sldChg chg="modSp mod">
        <pc:chgData name="Jochen Mariën" userId="a4f8d9ed-3895-4365-b2d5-9432cb8a20d4" providerId="ADAL" clId="{1FA7181E-6681-42B5-A111-479E65E6296A}" dt="2022-12-04T20:17:30.703" v="1" actId="20577"/>
        <pc:sldMkLst>
          <pc:docMk/>
          <pc:sldMk cId="145402223" sldId="286"/>
        </pc:sldMkLst>
      </pc:sldChg>
      <pc:sldChg chg="modSp mod">
        <pc:chgData name="Jochen Mariën" userId="a4f8d9ed-3895-4365-b2d5-9432cb8a20d4" providerId="ADAL" clId="{1FA7181E-6681-42B5-A111-479E65E6296A}" dt="2022-12-04T20:17:41.381" v="2" actId="20577"/>
        <pc:sldMkLst>
          <pc:docMk/>
          <pc:sldMk cId="1101732425" sldId="288"/>
        </pc:sldMkLst>
      </pc:sldChg>
      <pc:sldChg chg="del">
        <pc:chgData name="Jochen Mariën" userId="a4f8d9ed-3895-4365-b2d5-9432cb8a20d4" providerId="ADAL" clId="{1FA7181E-6681-42B5-A111-479E65E6296A}" dt="2022-11-29T08:53:07.030" v="0" actId="47"/>
        <pc:sldMkLst>
          <pc:docMk/>
          <pc:sldMk cId="1156317308" sldId="360"/>
        </pc:sldMkLst>
      </pc:sldChg>
      <pc:sldChg chg="new del">
        <pc:chgData name="Jochen Mariën" userId="a4f8d9ed-3895-4365-b2d5-9432cb8a20d4" providerId="ADAL" clId="{1FA7181E-6681-42B5-A111-479E65E6296A}" dt="2022-12-12T08:29:17.934" v="5" actId="47"/>
        <pc:sldMkLst>
          <pc:docMk/>
          <pc:sldMk cId="2622793030" sldId="3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12/11/2025</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12/11/2025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en.wikipedia.org/wiki/Gay" TargetMode="External"/><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www.statisticshowto.com/types-of-functions/continuous-function-check-continuity/#Cvar" TargetMode="External"/><Relationship Id="rId7" Type="http://schemas.openxmlformats.org/officeDocument/2006/relationships/hyperlink" Target="https://www.statisticshowto.com/probability-and-statistics/skewed-distribution/" TargetMode="External"/><Relationship Id="rId2" Type="http://schemas.openxmlformats.org/officeDocument/2006/relationships/slide" Target="../slides/slide74.xml"/><Relationship Id="rId1" Type="http://schemas.openxmlformats.org/officeDocument/2006/relationships/notesMaster" Target="../notesMasters/notesMaster1.xml"/><Relationship Id="rId6" Type="http://schemas.openxmlformats.org/officeDocument/2006/relationships/hyperlink" Target="https://www.statisticshowto.com/probability-and-statistics/statistics-definitions/discrete-vs-continuous-variables/" TargetMode="External"/><Relationship Id="rId5" Type="http://schemas.openxmlformats.org/officeDocument/2006/relationships/hyperlink" Target="https://www.statisticshowto.com/symmetry-of-a-function/" TargetMode="External"/><Relationship Id="rId4" Type="http://schemas.openxmlformats.org/officeDocument/2006/relationships/hyperlink" Target="https://www.statisticshowto.com/probability-and-statistics/normal-distribution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with two series we’re not using any special function, we’re just creating a </a:t>
            </a:r>
            <a:r>
              <a:rPr lang="en-US" dirty="0" err="1"/>
              <a:t>DataFrame</a:t>
            </a:r>
            <a:r>
              <a:rPr lang="en-US" dirty="0"/>
              <a:t> based on the two series.</a:t>
            </a:r>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7</a:t>
            </a:fld>
            <a:endParaRPr lang="nl-BE"/>
          </a:p>
        </p:txBody>
      </p:sp>
    </p:spTree>
    <p:extLst>
      <p:ext uri="{BB962C8B-B14F-4D97-AF65-F5344CB8AC3E}">
        <p14:creationId xmlns:p14="http://schemas.microsoft.com/office/powerpoint/2010/main" val="4169210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https://pandas.pydata.org/pandas-docs/stable/user_guide/merging.html</a:t>
            </a:r>
          </a:p>
          <a:p>
            <a:endParaRPr lang="en-GB"/>
          </a:p>
        </p:txBody>
      </p:sp>
      <p:sp>
        <p:nvSpPr>
          <p:cNvPr id="4" name="Slide Number Placeholder 3"/>
          <p:cNvSpPr>
            <a:spLocks noGrp="1"/>
          </p:cNvSpPr>
          <p:nvPr>
            <p:ph type="sldNum" sz="quarter" idx="5"/>
          </p:nvPr>
        </p:nvSpPr>
        <p:spPr/>
        <p:txBody>
          <a:bodyPr/>
          <a:lstStyle/>
          <a:p>
            <a:fld id="{2F1A7F70-BA74-4B93-A504-6802F0D0CD34}" type="slidenum">
              <a:rPr lang="nl-BE" smtClean="0"/>
              <a:t>8</a:t>
            </a:fld>
            <a:endParaRPr lang="nl-BE"/>
          </a:p>
        </p:txBody>
      </p:sp>
    </p:spTree>
    <p:extLst>
      <p:ext uri="{BB962C8B-B14F-4D97-AF65-F5344CB8AC3E}">
        <p14:creationId xmlns:p14="http://schemas.microsoft.com/office/powerpoint/2010/main" val="3082543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Outer join</a:t>
            </a:r>
          </a:p>
          <a:p>
            <a:r>
              <a:rPr lang="en-US" dirty="0"/>
              <a:t>All values on rows that are not present in the other </a:t>
            </a:r>
            <a:r>
              <a:rPr lang="en-US" dirty="0" err="1"/>
              <a:t>DataFrame</a:t>
            </a:r>
            <a:r>
              <a:rPr lang="en-US" dirty="0"/>
              <a:t> are filled  with NA.</a:t>
            </a:r>
          </a:p>
          <a:p>
            <a:endParaRPr lang="en-US" dirty="0"/>
          </a:p>
          <a:p>
            <a:r>
              <a:rPr lang="en-US" dirty="0"/>
              <a:t>Only the Tirana record is complete!</a:t>
            </a:r>
          </a:p>
        </p:txBody>
      </p:sp>
      <p:sp>
        <p:nvSpPr>
          <p:cNvPr id="4" name="Slide Number Placeholder 3"/>
          <p:cNvSpPr>
            <a:spLocks noGrp="1"/>
          </p:cNvSpPr>
          <p:nvPr>
            <p:ph type="sldNum" sz="quarter" idx="5"/>
          </p:nvPr>
        </p:nvSpPr>
        <p:spPr/>
        <p:txBody>
          <a:bodyPr/>
          <a:lstStyle/>
          <a:p>
            <a:fld id="{2F1A7F70-BA74-4B93-A504-6802F0D0CD34}" type="slidenum">
              <a:rPr lang="nl-BE" smtClean="0"/>
              <a:t>9</a:t>
            </a:fld>
            <a:endParaRPr lang="nl-BE"/>
          </a:p>
        </p:txBody>
      </p:sp>
    </p:spTree>
    <p:extLst>
      <p:ext uri="{BB962C8B-B14F-4D97-AF65-F5344CB8AC3E}">
        <p14:creationId xmlns:p14="http://schemas.microsoft.com/office/powerpoint/2010/main" val="547446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“Datasets” -&gt; so </a:t>
            </a:r>
            <a:r>
              <a:rPr lang="en-US" dirty="0" err="1"/>
              <a:t>DataFrames</a:t>
            </a:r>
            <a:r>
              <a:rPr lang="en-US" dirty="0"/>
              <a:t> that have different pieces of information on the same key. Example here: both </a:t>
            </a:r>
            <a:r>
              <a:rPr lang="en-US" dirty="0" err="1"/>
              <a:t>DataFrames</a:t>
            </a:r>
            <a:r>
              <a:rPr lang="en-US" dirty="0"/>
              <a:t> have information on the same Countries.</a:t>
            </a:r>
          </a:p>
          <a:p>
            <a:endParaRPr lang="en-US" dirty="0"/>
          </a:p>
          <a:p>
            <a:r>
              <a:rPr lang="en-US" dirty="0"/>
              <a:t>What we did before (</a:t>
            </a:r>
            <a:r>
              <a:rPr lang="en-US" dirty="0" err="1"/>
              <a:t>DataFrames</a:t>
            </a:r>
            <a:r>
              <a:rPr lang="en-US" dirty="0"/>
              <a:t> with completely different keys) is a bad practice.</a:t>
            </a:r>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10</a:t>
            </a:fld>
            <a:endParaRPr lang="nl-BE"/>
          </a:p>
        </p:txBody>
      </p:sp>
    </p:spTree>
    <p:extLst>
      <p:ext uri="{BB962C8B-B14F-4D97-AF65-F5344CB8AC3E}">
        <p14:creationId xmlns:p14="http://schemas.microsoft.com/office/powerpoint/2010/main" val="818793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13</a:t>
            </a:fld>
            <a:endParaRPr lang="nl-BE"/>
          </a:p>
        </p:txBody>
      </p:sp>
    </p:spTree>
    <p:extLst>
      <p:ext uri="{BB962C8B-B14F-4D97-AF65-F5344CB8AC3E}">
        <p14:creationId xmlns:p14="http://schemas.microsoft.com/office/powerpoint/2010/main" val="1215058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‘Barcelona’ is gone because ‘Spain’ isn’t part of the countries </a:t>
            </a:r>
            <a:r>
              <a:rPr lang="en-US" dirty="0" err="1"/>
              <a:t>DataFrame</a:t>
            </a:r>
            <a:endParaRPr lang="en-US" dirty="0"/>
          </a:p>
          <a:p>
            <a:endParaRPr lang="en-US" dirty="0"/>
          </a:p>
          <a:p>
            <a:r>
              <a:rPr lang="en-US" dirty="0"/>
              <a:t>The full list:</a:t>
            </a:r>
          </a:p>
          <a:p>
            <a:r>
              <a:rPr lang="en-US" b="0" dirty="0" err="1">
                <a:solidFill>
                  <a:srgbClr val="267F99"/>
                </a:solidFill>
                <a:effectLst/>
                <a:latin typeface="Consolas" panose="020B0609020204030204" pitchFamily="49" charset="0"/>
              </a:rPr>
              <a:t>pd</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merge</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cities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countries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how</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"left"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left_on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"country"</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right_index</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True</a:t>
            </a:r>
            <a:r>
              <a:rPr lang="en-US" b="0" dirty="0">
                <a:solidFill>
                  <a:srgbClr val="3B3B3B"/>
                </a:solidFill>
                <a:effectLst/>
                <a:latin typeface="Consolas" panose="020B0609020204030204" pitchFamily="49" charset="0"/>
              </a:rPr>
              <a:t>)</a:t>
            </a:r>
          </a:p>
          <a:p>
            <a:r>
              <a:rPr lang="en-US" b="0" dirty="0" err="1">
                <a:solidFill>
                  <a:srgbClr val="267F99"/>
                </a:solidFill>
                <a:effectLst/>
                <a:latin typeface="Consolas" panose="020B0609020204030204" pitchFamily="49" charset="0"/>
              </a:rPr>
              <a:t>pd</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merge</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cities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countries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how</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"right"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left_on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"country"</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right_index</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True</a:t>
            </a:r>
            <a:r>
              <a:rPr lang="en-US" b="0" dirty="0">
                <a:solidFill>
                  <a:srgbClr val="3B3B3B"/>
                </a:solidFill>
                <a:effectLst/>
                <a:latin typeface="Consolas" panose="020B0609020204030204" pitchFamily="49" charset="0"/>
              </a:rPr>
              <a:t>)</a:t>
            </a:r>
          </a:p>
          <a:p>
            <a:r>
              <a:rPr lang="en-US" b="0" dirty="0" err="1">
                <a:solidFill>
                  <a:srgbClr val="267F99"/>
                </a:solidFill>
                <a:effectLst/>
                <a:latin typeface="Consolas" panose="020B0609020204030204" pitchFamily="49" charset="0"/>
              </a:rPr>
              <a:t>pd</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merge</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cities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countries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how</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"outer"</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left_on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"country"</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right_index</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True</a:t>
            </a:r>
            <a:r>
              <a:rPr lang="en-US" b="0" dirty="0">
                <a:solidFill>
                  <a:srgbClr val="3B3B3B"/>
                </a:solidFill>
                <a:effectLst/>
                <a:latin typeface="Consolas" panose="020B0609020204030204" pitchFamily="49" charset="0"/>
              </a:rPr>
              <a:t>)</a:t>
            </a:r>
          </a:p>
          <a:p>
            <a:r>
              <a:rPr lang="en-US" b="0" dirty="0" err="1">
                <a:solidFill>
                  <a:srgbClr val="267F99"/>
                </a:solidFill>
                <a:effectLst/>
                <a:latin typeface="Consolas" panose="020B0609020204030204" pitchFamily="49" charset="0"/>
              </a:rPr>
              <a:t>pd</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merge</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cities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countries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how</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"inner"</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left_on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"country"</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right_index</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True</a:t>
            </a:r>
            <a:r>
              <a:rPr lang="en-US" b="0" dirty="0">
                <a:solidFill>
                  <a:srgbClr val="3B3B3B"/>
                </a:solidFill>
                <a:effectLst/>
                <a:latin typeface="Consolas" panose="020B0609020204030204" pitchFamily="49" charset="0"/>
              </a:rPr>
              <a:t>)</a:t>
            </a:r>
          </a:p>
          <a:p>
            <a:r>
              <a:rPr lang="en-US" b="0" dirty="0" err="1">
                <a:solidFill>
                  <a:srgbClr val="267F99"/>
                </a:solidFill>
                <a:effectLst/>
                <a:latin typeface="Consolas" panose="020B0609020204030204" pitchFamily="49" charset="0"/>
              </a:rPr>
              <a:t>pd</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merge</a:t>
            </a:r>
            <a:r>
              <a:rPr lang="en-US" b="0" dirty="0">
                <a:solidFill>
                  <a:srgbClr val="3B3B3B"/>
                </a:solidFill>
                <a:effectLst/>
                <a:latin typeface="Consolas" panose="020B0609020204030204" pitchFamily="49" charset="0"/>
              </a:rPr>
              <a:t>(</a:t>
            </a:r>
            <a:r>
              <a:rPr lang="en-US" b="0" dirty="0">
                <a:solidFill>
                  <a:srgbClr val="001080"/>
                </a:solidFill>
                <a:effectLst/>
                <a:latin typeface="Consolas" panose="020B0609020204030204" pitchFamily="49" charset="0"/>
              </a:rPr>
              <a:t>cities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countries</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how</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"cross"</a:t>
            </a:r>
            <a:r>
              <a:rPr lang="en-US" b="0" dirty="0">
                <a:solidFill>
                  <a:srgbClr val="3B3B3B"/>
                </a:solidFill>
                <a:effectLst/>
                <a:latin typeface="Consolas" panose="020B0609020204030204" pitchFamily="49" charset="0"/>
              </a:rPr>
              <a:t>)</a:t>
            </a:r>
          </a:p>
          <a:p>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15</a:t>
            </a:fld>
            <a:endParaRPr lang="nl-BE"/>
          </a:p>
        </p:txBody>
      </p:sp>
    </p:spTree>
    <p:extLst>
      <p:ext uri="{BB962C8B-B14F-4D97-AF65-F5344CB8AC3E}">
        <p14:creationId xmlns:p14="http://schemas.microsoft.com/office/powerpoint/2010/main" val="1596047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Id vars are the identifier columns</a:t>
            </a:r>
          </a:p>
          <a:p>
            <a:endParaRPr lang="en-US"/>
          </a:p>
          <a:p>
            <a:endParaRPr lang="en-US"/>
          </a:p>
          <a:p>
            <a:r>
              <a:rPr lang="en-US"/>
              <a:t>Melt to unpivot the data:  here the result is not tidy</a:t>
            </a:r>
          </a:p>
        </p:txBody>
      </p:sp>
      <p:sp>
        <p:nvSpPr>
          <p:cNvPr id="4" name="Slide Number Placeholder 3"/>
          <p:cNvSpPr>
            <a:spLocks noGrp="1"/>
          </p:cNvSpPr>
          <p:nvPr>
            <p:ph type="sldNum" sz="quarter" idx="5"/>
          </p:nvPr>
        </p:nvSpPr>
        <p:spPr/>
        <p:txBody>
          <a:bodyPr/>
          <a:lstStyle/>
          <a:p>
            <a:fld id="{2F1A7F70-BA74-4B93-A504-6802F0D0CD34}" type="slidenum">
              <a:rPr lang="nl-BE" smtClean="0"/>
              <a:t>18</a:t>
            </a:fld>
            <a:endParaRPr lang="nl-BE"/>
          </a:p>
        </p:txBody>
      </p:sp>
    </p:spTree>
    <p:extLst>
      <p:ext uri="{BB962C8B-B14F-4D97-AF65-F5344CB8AC3E}">
        <p14:creationId xmlns:p14="http://schemas.microsoft.com/office/powerpoint/2010/main" val="2239547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dirty="0" err="1"/>
              <a:t>DataFrame</a:t>
            </a:r>
            <a:r>
              <a:rPr lang="en-US" dirty="0"/>
              <a:t> shows the number of courses taken by a student in a specific year </a:t>
            </a:r>
            <a:r>
              <a:rPr lang="en-US" dirty="0">
                <a:sym typeface="Wingdings" panose="05000000000000000000" pitchFamily="2" charset="2"/>
              </a:rPr>
              <a:t> pivot table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After melt() you have the unpivoted data  this is a good example the result is tidy</a:t>
            </a:r>
            <a:endParaRPr lang="en-US" dirty="0"/>
          </a:p>
          <a:p>
            <a:endParaRPr lang="nl-BE" dirty="0"/>
          </a:p>
        </p:txBody>
      </p:sp>
      <p:sp>
        <p:nvSpPr>
          <p:cNvPr id="4" name="Slide Number Placeholder 3"/>
          <p:cNvSpPr>
            <a:spLocks noGrp="1"/>
          </p:cNvSpPr>
          <p:nvPr>
            <p:ph type="sldNum" sz="quarter" idx="5"/>
          </p:nvPr>
        </p:nvSpPr>
        <p:spPr/>
        <p:txBody>
          <a:bodyPr/>
          <a:lstStyle/>
          <a:p>
            <a:fld id="{2F1A7F70-BA74-4B93-A504-6802F0D0CD34}" type="slidenum">
              <a:rPr lang="nl-BE" smtClean="0"/>
              <a:t>19</a:t>
            </a:fld>
            <a:endParaRPr lang="nl-BE"/>
          </a:p>
        </p:txBody>
      </p:sp>
    </p:spTree>
    <p:extLst>
      <p:ext uri="{BB962C8B-B14F-4D97-AF65-F5344CB8AC3E}">
        <p14:creationId xmlns:p14="http://schemas.microsoft.com/office/powerpoint/2010/main" val="1157238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3A880-D563-B4F1-23A1-0CE2C1F1C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49477-C373-19FE-058B-A3D696862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3EB36-54FF-E1F1-CC74-DF4C806DB3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err="1">
                <a:solidFill>
                  <a:srgbClr val="001080"/>
                </a:solidFill>
                <a:effectLst/>
                <a:latin typeface="Consolas" panose="020B0609020204030204" pitchFamily="49" charset="0"/>
              </a:rPr>
              <a:t>df</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"avg"</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df</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"Math"</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df</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"English"</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df</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"Science"</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98658"/>
                </a:solidFill>
                <a:effectLst/>
                <a:latin typeface="Consolas" panose="020B0609020204030204" pitchFamily="49" charset="0"/>
              </a:rPr>
              <a:t>3 is not maintainable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098658"/>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BE" b="0" dirty="0" err="1">
                <a:solidFill>
                  <a:srgbClr val="001080"/>
                </a:solidFill>
                <a:effectLst/>
                <a:latin typeface="Consolas" panose="020B0609020204030204" pitchFamily="49" charset="0"/>
              </a:rPr>
              <a:t>df_melted</a:t>
            </a:r>
            <a:r>
              <a:rPr lang="nl-BE" b="0" dirty="0">
                <a:solidFill>
                  <a:srgbClr val="3B3B3B"/>
                </a:solidFill>
                <a:effectLst/>
                <a:latin typeface="Consolas" panose="020B0609020204030204" pitchFamily="49" charset="0"/>
              </a:rPr>
              <a:t> </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267F99"/>
                </a:solidFill>
                <a:effectLst/>
                <a:latin typeface="Consolas" panose="020B0609020204030204" pitchFamily="49" charset="0"/>
              </a:rPr>
              <a:t>pd</a:t>
            </a:r>
            <a:r>
              <a:rPr lang="nl-BE" b="0" dirty="0" err="1">
                <a:solidFill>
                  <a:srgbClr val="3B3B3B"/>
                </a:solidFill>
                <a:effectLst/>
                <a:latin typeface="Consolas" panose="020B0609020204030204" pitchFamily="49" charset="0"/>
              </a:rPr>
              <a:t>.</a:t>
            </a:r>
            <a:r>
              <a:rPr lang="nl-BE" b="0" dirty="0" err="1">
                <a:solidFill>
                  <a:srgbClr val="795E26"/>
                </a:solidFill>
                <a:effectLst/>
                <a:latin typeface="Consolas" panose="020B0609020204030204" pitchFamily="49" charset="0"/>
              </a:rPr>
              <a:t>melt</a:t>
            </a:r>
            <a:r>
              <a:rPr lang="nl-BE" b="0" dirty="0">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df</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id_vars</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'Student'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value_vars</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'Math'</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'English'</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Science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var_name</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'Subject'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value_name</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'Score’</a:t>
            </a:r>
            <a:r>
              <a:rPr lang="nl-BE" b="0" dirty="0">
                <a:solidFill>
                  <a:srgbClr val="3B3B3B"/>
                </a:solidFill>
                <a:effectLst/>
                <a:latin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err="1">
                <a:solidFill>
                  <a:srgbClr val="001080"/>
                </a:solidFill>
                <a:effectLst/>
                <a:latin typeface="Consolas" panose="020B0609020204030204" pitchFamily="49" charset="0"/>
              </a:rPr>
              <a:t>df_mean</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df_melted</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groupby</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'Student'</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'Score'</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mean</a:t>
            </a:r>
            <a:r>
              <a:rPr lang="en-US" b="0" dirty="0">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reset_index</a:t>
            </a:r>
            <a:r>
              <a:rPr lang="en-US" b="0" dirty="0">
                <a:solidFill>
                  <a:srgbClr val="3B3B3B"/>
                </a:solidFill>
                <a:effectLst/>
                <a:latin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b="0" dirty="0">
              <a:solidFill>
                <a:srgbClr val="3B3B3B"/>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3B3B3B"/>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32271B26-88E6-CBD1-E327-EB56BFBFB897}"/>
              </a:ext>
            </a:extLst>
          </p:cNvPr>
          <p:cNvSpPr>
            <a:spLocks noGrp="1"/>
          </p:cNvSpPr>
          <p:nvPr>
            <p:ph type="sldNum" sz="quarter" idx="5"/>
          </p:nvPr>
        </p:nvSpPr>
        <p:spPr/>
        <p:txBody>
          <a:bodyPr/>
          <a:lstStyle/>
          <a:p>
            <a:fld id="{2F1A7F70-BA74-4B93-A504-6802F0D0CD34}" type="slidenum">
              <a:rPr lang="nl-BE" smtClean="0"/>
              <a:t>20</a:t>
            </a:fld>
            <a:endParaRPr lang="nl-BE"/>
          </a:p>
        </p:txBody>
      </p:sp>
    </p:spTree>
    <p:extLst>
      <p:ext uri="{BB962C8B-B14F-4D97-AF65-F5344CB8AC3E}">
        <p14:creationId xmlns:p14="http://schemas.microsoft.com/office/powerpoint/2010/main" val="3862452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err="1">
                <a:solidFill>
                  <a:srgbClr val="001080"/>
                </a:solidFill>
                <a:effectLst/>
                <a:latin typeface="Consolas" panose="020B0609020204030204" pitchFamily="49" charset="0"/>
              </a:rPr>
              <a:t>df</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"avg"</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df</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"Math"</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df</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"English"</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df</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"Science"</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98658"/>
                </a:solidFill>
                <a:effectLst/>
                <a:latin typeface="Consolas" panose="020B0609020204030204" pitchFamily="49" charset="0"/>
              </a:rPr>
              <a:t>3 is not maintainable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098658"/>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BE" b="0" dirty="0" err="1">
                <a:solidFill>
                  <a:srgbClr val="001080"/>
                </a:solidFill>
                <a:effectLst/>
                <a:latin typeface="Consolas" panose="020B0609020204030204" pitchFamily="49" charset="0"/>
              </a:rPr>
              <a:t>df_melted</a:t>
            </a:r>
            <a:r>
              <a:rPr lang="nl-BE" b="0" dirty="0">
                <a:solidFill>
                  <a:srgbClr val="3B3B3B"/>
                </a:solidFill>
                <a:effectLst/>
                <a:latin typeface="Consolas" panose="020B0609020204030204" pitchFamily="49" charset="0"/>
              </a:rPr>
              <a:t> </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267F99"/>
                </a:solidFill>
                <a:effectLst/>
                <a:latin typeface="Consolas" panose="020B0609020204030204" pitchFamily="49" charset="0"/>
              </a:rPr>
              <a:t>pd</a:t>
            </a:r>
            <a:r>
              <a:rPr lang="nl-BE" b="0" dirty="0" err="1">
                <a:solidFill>
                  <a:srgbClr val="3B3B3B"/>
                </a:solidFill>
                <a:effectLst/>
                <a:latin typeface="Consolas" panose="020B0609020204030204" pitchFamily="49" charset="0"/>
              </a:rPr>
              <a:t>.</a:t>
            </a:r>
            <a:r>
              <a:rPr lang="nl-BE" b="0" dirty="0" err="1">
                <a:solidFill>
                  <a:srgbClr val="795E26"/>
                </a:solidFill>
                <a:effectLst/>
                <a:latin typeface="Consolas" panose="020B0609020204030204" pitchFamily="49" charset="0"/>
              </a:rPr>
              <a:t>melt</a:t>
            </a:r>
            <a:r>
              <a:rPr lang="nl-BE" b="0" dirty="0">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df</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id_vars</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'Student'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value_vars</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'Math'</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'English'</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Science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var_name</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'Subject'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value_name</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'Score’</a:t>
            </a:r>
            <a:r>
              <a:rPr lang="nl-BE" b="0" dirty="0">
                <a:solidFill>
                  <a:srgbClr val="3B3B3B"/>
                </a:solidFill>
                <a:effectLst/>
                <a:latin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err="1">
                <a:solidFill>
                  <a:srgbClr val="001080"/>
                </a:solidFill>
                <a:effectLst/>
                <a:latin typeface="Consolas" panose="020B0609020204030204" pitchFamily="49" charset="0"/>
              </a:rPr>
              <a:t>df_mean</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df_melted</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groupby</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'Student'</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'Score'</a:t>
            </a:r>
            <a:r>
              <a:rPr lang="en-US" b="0" dirty="0">
                <a:solidFill>
                  <a:srgbClr val="3B3B3B"/>
                </a:solidFill>
                <a:effectLst/>
                <a:latin typeface="Consolas" panose="020B0609020204030204" pitchFamily="49" charset="0"/>
              </a:rPr>
              <a:t>].</a:t>
            </a:r>
            <a:r>
              <a:rPr lang="en-US" b="0" dirty="0">
                <a:solidFill>
                  <a:srgbClr val="795E26"/>
                </a:solidFill>
                <a:effectLst/>
                <a:latin typeface="Consolas" panose="020B0609020204030204" pitchFamily="49" charset="0"/>
              </a:rPr>
              <a:t>mean</a:t>
            </a:r>
            <a:r>
              <a:rPr lang="en-US" b="0" dirty="0">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reset_index</a:t>
            </a:r>
            <a:r>
              <a:rPr lang="en-US" b="0" dirty="0">
                <a:solidFill>
                  <a:srgbClr val="3B3B3B"/>
                </a:solidFill>
                <a:effectLst/>
                <a:latin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b="0" dirty="0">
              <a:solidFill>
                <a:srgbClr val="3B3B3B"/>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3B3B3B"/>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21</a:t>
            </a:fld>
            <a:endParaRPr lang="nl-BE"/>
          </a:p>
        </p:txBody>
      </p:sp>
    </p:spTree>
    <p:extLst>
      <p:ext uri="{BB962C8B-B14F-4D97-AF65-F5344CB8AC3E}">
        <p14:creationId xmlns:p14="http://schemas.microsoft.com/office/powerpoint/2010/main" val="23545549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22</a:t>
            </a:fld>
            <a:endParaRPr lang="nl-BE"/>
          </a:p>
        </p:txBody>
      </p:sp>
    </p:spTree>
    <p:extLst>
      <p:ext uri="{BB962C8B-B14F-4D97-AF65-F5344CB8AC3E}">
        <p14:creationId xmlns:p14="http://schemas.microsoft.com/office/powerpoint/2010/main" val="83041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0" err="1">
                <a:solidFill>
                  <a:srgbClr val="001080"/>
                </a:solidFill>
                <a:effectLst/>
                <a:latin typeface="Consolas" panose="020B0609020204030204" pitchFamily="49" charset="0"/>
              </a:rPr>
              <a:t>df_pivot</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df</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pivot</a:t>
            </a:r>
            <a:r>
              <a:rPr lang="nl-BE" b="0">
                <a:solidFill>
                  <a:srgbClr val="3B3B3B"/>
                </a:solidFill>
                <a:effectLst/>
                <a:latin typeface="Consolas" panose="020B0609020204030204" pitchFamily="49" charset="0"/>
              </a:rPr>
              <a:t>(</a:t>
            </a:r>
            <a:r>
              <a:rPr lang="nl-BE" b="0">
                <a:solidFill>
                  <a:srgbClr val="001080"/>
                </a:solidFill>
                <a:effectLst/>
                <a:latin typeface="Consolas" panose="020B0609020204030204" pitchFamily="49" charset="0"/>
              </a:rPr>
              <a:t>index</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City"</a:t>
            </a:r>
            <a:r>
              <a:rPr lang="nl-BE" b="0" err="1">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columns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Month</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values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Minimum_temperature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a:p>
            <a:r>
              <a:rPr lang="nl-BE" b="0" err="1">
                <a:solidFill>
                  <a:srgbClr val="001080"/>
                </a:solidFill>
                <a:effectLst/>
                <a:latin typeface="Consolas" panose="020B0609020204030204" pitchFamily="49" charset="0"/>
              </a:rPr>
              <a:t>df_pivot</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df</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pivot</a:t>
            </a:r>
            <a:r>
              <a:rPr lang="nl-BE" b="0">
                <a:solidFill>
                  <a:srgbClr val="3B3B3B"/>
                </a:solidFill>
                <a:effectLst/>
                <a:latin typeface="Consolas" panose="020B0609020204030204" pitchFamily="49" charset="0"/>
              </a:rPr>
              <a:t>(</a:t>
            </a:r>
            <a:r>
              <a:rPr lang="nl-BE" b="0">
                <a:solidFill>
                  <a:srgbClr val="001080"/>
                </a:solidFill>
                <a:effectLst/>
                <a:latin typeface="Consolas" panose="020B0609020204030204" pitchFamily="49" charset="0"/>
              </a:rPr>
              <a:t>index</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Month</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001080"/>
                </a:solidFill>
                <a:effectLst/>
                <a:latin typeface="Consolas" panose="020B0609020204030204" pitchFamily="49" charset="0"/>
              </a:rPr>
              <a:t>columns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"City"</a:t>
            </a:r>
            <a:r>
              <a:rPr lang="nl-BE" b="0">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values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Minimum_temperature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nl-BE" b="0">
                <a:solidFill>
                  <a:srgbClr val="3B3B3B"/>
                </a:solidFill>
                <a:effectLst/>
                <a:latin typeface="Consolas" panose="020B0609020204030204" pitchFamily="49" charset="0"/>
              </a:rPr>
              <a:t>But a lot is wrong </a:t>
            </a:r>
            <a:r>
              <a:rPr lang="nl-BE" b="0" err="1">
                <a:solidFill>
                  <a:srgbClr val="3B3B3B"/>
                </a:solidFill>
                <a:effectLst/>
                <a:latin typeface="Consolas" panose="020B0609020204030204" pitchFamily="49" charset="0"/>
              </a:rPr>
              <a:t>that</a:t>
            </a:r>
            <a:r>
              <a:rPr lang="nl-BE" b="0">
                <a:solidFill>
                  <a:srgbClr val="3B3B3B"/>
                </a:solidFill>
                <a:effectLst/>
                <a:latin typeface="Consolas" panose="020B0609020204030204" pitchFamily="49" charset="0"/>
              </a:rPr>
              <a:t> </a:t>
            </a:r>
            <a:r>
              <a:rPr lang="nl-BE" b="0" err="1">
                <a:solidFill>
                  <a:srgbClr val="3B3B3B"/>
                </a:solidFill>
                <a:effectLst/>
                <a:latin typeface="Consolas" panose="020B0609020204030204" pitchFamily="49" charset="0"/>
              </a:rPr>
              <a:t>they</a:t>
            </a:r>
            <a:r>
              <a:rPr lang="nl-BE" b="0">
                <a:solidFill>
                  <a:srgbClr val="3B3B3B"/>
                </a:solidFill>
                <a:effectLst/>
                <a:latin typeface="Consolas" panose="020B0609020204030204" pitchFamily="49" charset="0"/>
              </a:rPr>
              <a:t> </a:t>
            </a:r>
            <a:r>
              <a:rPr lang="nl-BE" b="0" err="1">
                <a:solidFill>
                  <a:srgbClr val="3B3B3B"/>
                </a:solidFill>
                <a:effectLst/>
                <a:latin typeface="Consolas" panose="020B0609020204030204" pitchFamily="49" charset="0"/>
              </a:rPr>
              <a:t>know</a:t>
            </a:r>
            <a:r>
              <a:rPr lang="nl-BE" b="0">
                <a:solidFill>
                  <a:srgbClr val="3B3B3B"/>
                </a:solidFill>
                <a:effectLst/>
                <a:latin typeface="Consolas" panose="020B0609020204030204" pitchFamily="49" charset="0"/>
              </a:rPr>
              <a:t> </a:t>
            </a:r>
            <a:r>
              <a:rPr lang="nl-BE" b="0" err="1">
                <a:solidFill>
                  <a:srgbClr val="3B3B3B"/>
                </a:solidFill>
                <a:effectLst/>
                <a:latin typeface="Consolas" panose="020B0609020204030204" pitchFamily="49" charset="0"/>
              </a:rPr>
              <a:t>about</a:t>
            </a:r>
            <a:r>
              <a:rPr lang="nl-BE" b="0">
                <a:solidFill>
                  <a:srgbClr val="3B3B3B"/>
                </a:solidFill>
                <a:effectLst/>
                <a:latin typeface="Consolas" panose="020B0609020204030204" pitchFamily="49"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b="0">
                <a:solidFill>
                  <a:srgbClr val="3B3B3B"/>
                </a:solidFill>
                <a:effectLst/>
                <a:latin typeface="Consolas" panose="020B0609020204030204" pitchFamily="49" charset="0"/>
              </a:rPr>
              <a:t>How </a:t>
            </a:r>
            <a:r>
              <a:rPr lang="nl-BE" b="0" err="1">
                <a:solidFill>
                  <a:srgbClr val="3B3B3B"/>
                </a:solidFill>
                <a:effectLst/>
                <a:latin typeface="Consolas" panose="020B0609020204030204" pitchFamily="49" charset="0"/>
              </a:rPr>
              <a:t>to</a:t>
            </a:r>
            <a:r>
              <a:rPr lang="nl-BE" b="0">
                <a:solidFill>
                  <a:srgbClr val="3B3B3B"/>
                </a:solidFill>
                <a:effectLst/>
                <a:latin typeface="Consolas" panose="020B0609020204030204" pitchFamily="49" charset="0"/>
              </a:rPr>
              <a:t> get </a:t>
            </a:r>
            <a:r>
              <a:rPr lang="nl-BE" b="0" err="1">
                <a:solidFill>
                  <a:srgbClr val="3B3B3B"/>
                </a:solidFill>
                <a:effectLst/>
                <a:latin typeface="Consolas" panose="020B0609020204030204" pitchFamily="49" charset="0"/>
              </a:rPr>
              <a:t>the</a:t>
            </a:r>
            <a:r>
              <a:rPr lang="nl-BE" b="0">
                <a:solidFill>
                  <a:srgbClr val="3B3B3B"/>
                </a:solidFill>
                <a:effectLst/>
                <a:latin typeface="Consolas" panose="020B0609020204030204" pitchFamily="49" charset="0"/>
              </a:rPr>
              <a:t> </a:t>
            </a:r>
            <a:r>
              <a:rPr lang="nl-BE" b="0" err="1">
                <a:solidFill>
                  <a:srgbClr val="3B3B3B"/>
                </a:solidFill>
                <a:effectLst/>
                <a:latin typeface="Consolas" panose="020B0609020204030204" pitchFamily="49" charset="0"/>
              </a:rPr>
              <a:t>months</a:t>
            </a:r>
            <a:r>
              <a:rPr lang="nl-BE" b="0">
                <a:solidFill>
                  <a:srgbClr val="3B3B3B"/>
                </a:solidFill>
                <a:effectLst/>
                <a:latin typeface="Consolas" panose="020B0609020204030204" pitchFamily="49" charset="0"/>
              </a:rPr>
              <a:t> in order? </a:t>
            </a:r>
            <a:r>
              <a:rPr lang="nl-BE" b="0" err="1">
                <a:solidFill>
                  <a:srgbClr val="3B3B3B"/>
                </a:solidFill>
                <a:effectLst/>
                <a:latin typeface="Consolas" panose="020B0609020204030204" pitchFamily="49" charset="0"/>
              </a:rPr>
              <a:t>Define</a:t>
            </a:r>
            <a:r>
              <a:rPr lang="nl-BE" b="0">
                <a:solidFill>
                  <a:srgbClr val="3B3B3B"/>
                </a:solidFill>
                <a:effectLst/>
                <a:latin typeface="Consolas" panose="020B0609020204030204" pitchFamily="49" charset="0"/>
              </a:rPr>
              <a:t> </a:t>
            </a:r>
            <a:r>
              <a:rPr lang="nl-BE" b="0" err="1">
                <a:solidFill>
                  <a:srgbClr val="3B3B3B"/>
                </a:solidFill>
                <a:effectLst/>
                <a:latin typeface="Consolas" panose="020B0609020204030204" pitchFamily="49" charset="0"/>
              </a:rPr>
              <a:t>them</a:t>
            </a:r>
            <a:r>
              <a:rPr lang="nl-BE" b="0">
                <a:solidFill>
                  <a:srgbClr val="3B3B3B"/>
                </a:solidFill>
                <a:effectLst/>
                <a:latin typeface="Consolas" panose="020B0609020204030204" pitchFamily="49" charset="0"/>
              </a:rPr>
              <a:t> as </a:t>
            </a:r>
            <a:r>
              <a:rPr lang="nl-BE" b="0" err="1">
                <a:solidFill>
                  <a:srgbClr val="3B3B3B"/>
                </a:solidFill>
                <a:effectLst/>
                <a:latin typeface="Consolas" panose="020B0609020204030204" pitchFamily="49" charset="0"/>
              </a:rPr>
              <a:t>an</a:t>
            </a:r>
            <a:r>
              <a:rPr lang="nl-BE" b="0">
                <a:solidFill>
                  <a:srgbClr val="3B3B3B"/>
                </a:solidFill>
                <a:effectLst/>
                <a:latin typeface="Consolas" panose="020B0609020204030204" pitchFamily="49" charset="0"/>
              </a:rPr>
              <a:t> </a:t>
            </a:r>
            <a:r>
              <a:rPr lang="nl-BE" b="0" err="1">
                <a:solidFill>
                  <a:srgbClr val="3B3B3B"/>
                </a:solidFill>
                <a:effectLst/>
                <a:latin typeface="Consolas" panose="020B0609020204030204" pitchFamily="49" charset="0"/>
              </a:rPr>
              <a:t>ordered</a:t>
            </a:r>
            <a:r>
              <a:rPr lang="nl-BE" b="0">
                <a:solidFill>
                  <a:srgbClr val="3B3B3B"/>
                </a:solidFill>
                <a:effectLst/>
                <a:latin typeface="Consolas" panose="020B0609020204030204" pitchFamily="49" charset="0"/>
              </a:rPr>
              <a:t> </a:t>
            </a:r>
            <a:r>
              <a:rPr lang="nl-BE" b="0" err="1">
                <a:solidFill>
                  <a:srgbClr val="3B3B3B"/>
                </a:solidFill>
                <a:effectLst/>
                <a:latin typeface="Consolas" panose="020B0609020204030204" pitchFamily="49" charset="0"/>
              </a:rPr>
              <a:t>categorical</a:t>
            </a:r>
            <a:r>
              <a:rPr lang="nl-BE" b="0">
                <a:solidFill>
                  <a:srgbClr val="3B3B3B"/>
                </a:solidFill>
                <a:effectLst/>
                <a:latin typeface="Consolas" panose="020B0609020204030204" pitchFamily="49"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b="0">
                <a:solidFill>
                  <a:srgbClr val="3B3B3B"/>
                </a:solidFill>
                <a:effectLst/>
                <a:latin typeface="Consolas" panose="020B0609020204030204" pitchFamily="49" charset="0"/>
              </a:rPr>
              <a:t>We </a:t>
            </a:r>
            <a:r>
              <a:rPr lang="nl-BE" b="0" err="1">
                <a:solidFill>
                  <a:srgbClr val="3B3B3B"/>
                </a:solidFill>
                <a:effectLst/>
                <a:latin typeface="Consolas" panose="020B0609020204030204" pitchFamily="49" charset="0"/>
              </a:rPr>
              <a:t>lose</a:t>
            </a:r>
            <a:r>
              <a:rPr lang="nl-BE" b="0">
                <a:solidFill>
                  <a:srgbClr val="3B3B3B"/>
                </a:solidFill>
                <a:effectLst/>
                <a:latin typeface="Consolas" panose="020B0609020204030204" pitchFamily="49" charset="0"/>
              </a:rPr>
              <a:t> </a:t>
            </a:r>
            <a:r>
              <a:rPr lang="nl-BE" b="0" err="1">
                <a:solidFill>
                  <a:srgbClr val="3B3B3B"/>
                </a:solidFill>
                <a:effectLst/>
                <a:latin typeface="Consolas" panose="020B0609020204030204" pitchFamily="49" charset="0"/>
              </a:rPr>
              <a:t>the</a:t>
            </a:r>
            <a:r>
              <a:rPr lang="nl-BE" b="0">
                <a:solidFill>
                  <a:srgbClr val="3B3B3B"/>
                </a:solidFill>
                <a:effectLst/>
                <a:latin typeface="Consolas" panose="020B0609020204030204" pitchFamily="49" charset="0"/>
              </a:rPr>
              <a:t> max </a:t>
            </a:r>
            <a:r>
              <a:rPr lang="nl-BE" b="0" err="1">
                <a:solidFill>
                  <a:srgbClr val="3B3B3B"/>
                </a:solidFill>
                <a:effectLst/>
                <a:latin typeface="Consolas" panose="020B0609020204030204" pitchFamily="49" charset="0"/>
              </a:rPr>
              <a:t>temperature</a:t>
            </a:r>
            <a:endParaRPr lang="nl-BE" b="0">
              <a:solidFill>
                <a:srgbClr val="3B3B3B"/>
              </a:solidFill>
              <a:effectLst/>
              <a:latin typeface="Consolas" panose="020B0609020204030204" pitchFamily="49" charset="0"/>
            </a:endParaRPr>
          </a:p>
          <a:p>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28</a:t>
            </a:fld>
            <a:endParaRPr lang="nl-BE"/>
          </a:p>
        </p:txBody>
      </p:sp>
    </p:spTree>
    <p:extLst>
      <p:ext uri="{BB962C8B-B14F-4D97-AF65-F5344CB8AC3E}">
        <p14:creationId xmlns:p14="http://schemas.microsoft.com/office/powerpoint/2010/main" val="1234225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0" dirty="0" err="1">
                <a:solidFill>
                  <a:srgbClr val="001080"/>
                </a:solidFill>
                <a:effectLst/>
                <a:latin typeface="Consolas" panose="020B0609020204030204" pitchFamily="49" charset="0"/>
              </a:rPr>
              <a:t>df_pivot</a:t>
            </a:r>
            <a:r>
              <a:rPr lang="nl-BE" b="0" dirty="0">
                <a:solidFill>
                  <a:srgbClr val="3B3B3B"/>
                </a:solidFill>
                <a:effectLst/>
                <a:latin typeface="Consolas" panose="020B0609020204030204" pitchFamily="49" charset="0"/>
              </a:rPr>
              <a:t> </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df</a:t>
            </a:r>
            <a:r>
              <a:rPr lang="nl-BE" b="0" dirty="0" err="1">
                <a:solidFill>
                  <a:srgbClr val="3B3B3B"/>
                </a:solidFill>
                <a:effectLst/>
                <a:latin typeface="Consolas" panose="020B0609020204030204" pitchFamily="49" charset="0"/>
              </a:rPr>
              <a:t>.</a:t>
            </a:r>
            <a:r>
              <a:rPr lang="nl-BE" b="0" dirty="0" err="1">
                <a:solidFill>
                  <a:srgbClr val="795E26"/>
                </a:solidFill>
                <a:effectLst/>
                <a:latin typeface="Consolas" panose="020B0609020204030204" pitchFamily="49" charset="0"/>
              </a:rPr>
              <a:t>pivot</a:t>
            </a:r>
            <a:r>
              <a:rPr lang="nl-BE" b="0" dirty="0">
                <a:solidFill>
                  <a:srgbClr val="3B3B3B"/>
                </a:solidFill>
                <a:effectLst/>
                <a:latin typeface="Consolas" panose="020B0609020204030204" pitchFamily="49" charset="0"/>
              </a:rPr>
              <a:t>(</a:t>
            </a:r>
            <a:r>
              <a:rPr lang="nl-BE" b="0" dirty="0">
                <a:solidFill>
                  <a:srgbClr val="001080"/>
                </a:solidFill>
                <a:effectLst/>
                <a:latin typeface="Consolas" panose="020B0609020204030204" pitchFamily="49" charset="0"/>
              </a:rPr>
              <a:t>index</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City"</a:t>
            </a:r>
            <a:r>
              <a:rPr lang="nl-BE" b="0" dirty="0" err="1">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columns</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Month</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values</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Minimum_temperature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p>
          <a:p>
            <a:r>
              <a:rPr lang="nl-BE" b="0" dirty="0" err="1">
                <a:solidFill>
                  <a:srgbClr val="001080"/>
                </a:solidFill>
                <a:effectLst/>
                <a:latin typeface="Consolas" panose="020B0609020204030204" pitchFamily="49" charset="0"/>
              </a:rPr>
              <a:t>df_pivot</a:t>
            </a:r>
            <a:r>
              <a:rPr lang="nl-BE" b="0" dirty="0">
                <a:solidFill>
                  <a:srgbClr val="3B3B3B"/>
                </a:solidFill>
                <a:effectLst/>
                <a:latin typeface="Consolas" panose="020B0609020204030204" pitchFamily="49" charset="0"/>
              </a:rPr>
              <a:t> </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df</a:t>
            </a:r>
            <a:r>
              <a:rPr lang="nl-BE" b="0" dirty="0" err="1">
                <a:solidFill>
                  <a:srgbClr val="3B3B3B"/>
                </a:solidFill>
                <a:effectLst/>
                <a:latin typeface="Consolas" panose="020B0609020204030204" pitchFamily="49" charset="0"/>
              </a:rPr>
              <a:t>.</a:t>
            </a:r>
            <a:r>
              <a:rPr lang="nl-BE" b="0" dirty="0" err="1">
                <a:solidFill>
                  <a:srgbClr val="795E26"/>
                </a:solidFill>
                <a:effectLst/>
                <a:latin typeface="Consolas" panose="020B0609020204030204" pitchFamily="49" charset="0"/>
              </a:rPr>
              <a:t>pivot</a:t>
            </a:r>
            <a:r>
              <a:rPr lang="nl-BE" b="0" dirty="0">
                <a:solidFill>
                  <a:srgbClr val="3B3B3B"/>
                </a:solidFill>
                <a:effectLst/>
                <a:latin typeface="Consolas" panose="020B0609020204030204" pitchFamily="49" charset="0"/>
              </a:rPr>
              <a:t>(</a:t>
            </a:r>
            <a:r>
              <a:rPr lang="nl-BE" b="0" dirty="0">
                <a:solidFill>
                  <a:srgbClr val="001080"/>
                </a:solidFill>
                <a:effectLst/>
                <a:latin typeface="Consolas" panose="020B0609020204030204" pitchFamily="49" charset="0"/>
              </a:rPr>
              <a:t>index</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Month</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001080"/>
                </a:solidFill>
                <a:effectLst/>
                <a:latin typeface="Consolas" panose="020B0609020204030204" pitchFamily="49" charset="0"/>
              </a:rPr>
              <a:t>columns</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"City"</a:t>
            </a:r>
            <a:r>
              <a:rPr lang="nl-BE" b="0" dirty="0">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values</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Minimum_temperature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b="0" dirty="0">
                <a:solidFill>
                  <a:srgbClr val="3B3B3B"/>
                </a:solidFill>
                <a:effectLst/>
                <a:latin typeface="Consolas" panose="020B0609020204030204" pitchFamily="49" charset="0"/>
              </a:rPr>
              <a:t>But a lot is wrong </a:t>
            </a:r>
            <a:r>
              <a:rPr lang="nl-BE" b="0" dirty="0" err="1">
                <a:solidFill>
                  <a:srgbClr val="3B3B3B"/>
                </a:solidFill>
                <a:effectLst/>
                <a:latin typeface="Consolas" panose="020B0609020204030204" pitchFamily="49" charset="0"/>
              </a:rPr>
              <a:t>that</a:t>
            </a:r>
            <a:r>
              <a:rPr lang="nl-BE" b="0" dirty="0">
                <a:solidFill>
                  <a:srgbClr val="3B3B3B"/>
                </a:solidFill>
                <a:effectLst/>
                <a:latin typeface="Consolas" panose="020B0609020204030204" pitchFamily="49" charset="0"/>
              </a:rPr>
              <a:t> </a:t>
            </a:r>
            <a:r>
              <a:rPr lang="nl-BE" b="0" dirty="0" err="1">
                <a:solidFill>
                  <a:srgbClr val="3B3B3B"/>
                </a:solidFill>
                <a:effectLst/>
                <a:latin typeface="Consolas" panose="020B0609020204030204" pitchFamily="49" charset="0"/>
              </a:rPr>
              <a:t>they</a:t>
            </a:r>
            <a:r>
              <a:rPr lang="nl-BE" b="0" dirty="0">
                <a:solidFill>
                  <a:srgbClr val="3B3B3B"/>
                </a:solidFill>
                <a:effectLst/>
                <a:latin typeface="Consolas" panose="020B0609020204030204" pitchFamily="49" charset="0"/>
              </a:rPr>
              <a:t> </a:t>
            </a:r>
            <a:r>
              <a:rPr lang="nl-BE" b="0" dirty="0" err="1">
                <a:solidFill>
                  <a:srgbClr val="3B3B3B"/>
                </a:solidFill>
                <a:effectLst/>
                <a:latin typeface="Consolas" panose="020B0609020204030204" pitchFamily="49" charset="0"/>
              </a:rPr>
              <a:t>know</a:t>
            </a:r>
            <a:r>
              <a:rPr lang="nl-BE" b="0" dirty="0">
                <a:solidFill>
                  <a:srgbClr val="3B3B3B"/>
                </a:solidFill>
                <a:effectLst/>
                <a:latin typeface="Consolas" panose="020B0609020204030204" pitchFamily="49" charset="0"/>
              </a:rPr>
              <a:t> </a:t>
            </a:r>
            <a:r>
              <a:rPr lang="nl-BE" b="0" dirty="0" err="1">
                <a:solidFill>
                  <a:srgbClr val="3B3B3B"/>
                </a:solidFill>
                <a:effectLst/>
                <a:latin typeface="Consolas" panose="020B0609020204030204" pitchFamily="49" charset="0"/>
              </a:rPr>
              <a:t>about</a:t>
            </a:r>
            <a:r>
              <a:rPr lang="nl-BE" b="0" dirty="0">
                <a:solidFill>
                  <a:srgbClr val="3B3B3B"/>
                </a:solidFill>
                <a:effectLst/>
                <a:latin typeface="Consolas" panose="020B0609020204030204" pitchFamily="49"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b="0" dirty="0">
                <a:solidFill>
                  <a:srgbClr val="3B3B3B"/>
                </a:solidFill>
                <a:effectLst/>
                <a:latin typeface="Consolas" panose="020B0609020204030204" pitchFamily="49" charset="0"/>
              </a:rPr>
              <a:t>How </a:t>
            </a:r>
            <a:r>
              <a:rPr lang="nl-BE" b="0" dirty="0" err="1">
                <a:solidFill>
                  <a:srgbClr val="3B3B3B"/>
                </a:solidFill>
                <a:effectLst/>
                <a:latin typeface="Consolas" panose="020B0609020204030204" pitchFamily="49" charset="0"/>
              </a:rPr>
              <a:t>to</a:t>
            </a:r>
            <a:r>
              <a:rPr lang="nl-BE" b="0" dirty="0">
                <a:solidFill>
                  <a:srgbClr val="3B3B3B"/>
                </a:solidFill>
                <a:effectLst/>
                <a:latin typeface="Consolas" panose="020B0609020204030204" pitchFamily="49" charset="0"/>
              </a:rPr>
              <a:t> get </a:t>
            </a:r>
            <a:r>
              <a:rPr lang="nl-BE" b="0" dirty="0" err="1">
                <a:solidFill>
                  <a:srgbClr val="3B3B3B"/>
                </a:solidFill>
                <a:effectLst/>
                <a:latin typeface="Consolas" panose="020B0609020204030204" pitchFamily="49" charset="0"/>
              </a:rPr>
              <a:t>the</a:t>
            </a:r>
            <a:r>
              <a:rPr lang="nl-BE" b="0" dirty="0">
                <a:solidFill>
                  <a:srgbClr val="3B3B3B"/>
                </a:solidFill>
                <a:effectLst/>
                <a:latin typeface="Consolas" panose="020B0609020204030204" pitchFamily="49" charset="0"/>
              </a:rPr>
              <a:t> </a:t>
            </a:r>
            <a:r>
              <a:rPr lang="nl-BE" b="0" dirty="0" err="1">
                <a:solidFill>
                  <a:srgbClr val="3B3B3B"/>
                </a:solidFill>
                <a:effectLst/>
                <a:latin typeface="Consolas" panose="020B0609020204030204" pitchFamily="49" charset="0"/>
              </a:rPr>
              <a:t>months</a:t>
            </a:r>
            <a:r>
              <a:rPr lang="nl-BE" b="0" dirty="0">
                <a:solidFill>
                  <a:srgbClr val="3B3B3B"/>
                </a:solidFill>
                <a:effectLst/>
                <a:latin typeface="Consolas" panose="020B0609020204030204" pitchFamily="49" charset="0"/>
              </a:rPr>
              <a:t> in order? </a:t>
            </a:r>
            <a:r>
              <a:rPr lang="nl-BE" b="0" dirty="0" err="1">
                <a:solidFill>
                  <a:srgbClr val="3B3B3B"/>
                </a:solidFill>
                <a:effectLst/>
                <a:latin typeface="Consolas" panose="020B0609020204030204" pitchFamily="49" charset="0"/>
              </a:rPr>
              <a:t>Define</a:t>
            </a:r>
            <a:r>
              <a:rPr lang="nl-BE" b="0" dirty="0">
                <a:solidFill>
                  <a:srgbClr val="3B3B3B"/>
                </a:solidFill>
                <a:effectLst/>
                <a:latin typeface="Consolas" panose="020B0609020204030204" pitchFamily="49" charset="0"/>
              </a:rPr>
              <a:t> </a:t>
            </a:r>
            <a:r>
              <a:rPr lang="nl-BE" b="0" dirty="0" err="1">
                <a:solidFill>
                  <a:srgbClr val="3B3B3B"/>
                </a:solidFill>
                <a:effectLst/>
                <a:latin typeface="Consolas" panose="020B0609020204030204" pitchFamily="49" charset="0"/>
              </a:rPr>
              <a:t>them</a:t>
            </a:r>
            <a:r>
              <a:rPr lang="nl-BE" b="0" dirty="0">
                <a:solidFill>
                  <a:srgbClr val="3B3B3B"/>
                </a:solidFill>
                <a:effectLst/>
                <a:latin typeface="Consolas" panose="020B0609020204030204" pitchFamily="49" charset="0"/>
              </a:rPr>
              <a:t> as </a:t>
            </a:r>
            <a:r>
              <a:rPr lang="nl-BE" b="0" dirty="0" err="1">
                <a:solidFill>
                  <a:srgbClr val="3B3B3B"/>
                </a:solidFill>
                <a:effectLst/>
                <a:latin typeface="Consolas" panose="020B0609020204030204" pitchFamily="49" charset="0"/>
              </a:rPr>
              <a:t>an</a:t>
            </a:r>
            <a:r>
              <a:rPr lang="nl-BE" b="0" dirty="0">
                <a:solidFill>
                  <a:srgbClr val="3B3B3B"/>
                </a:solidFill>
                <a:effectLst/>
                <a:latin typeface="Consolas" panose="020B0609020204030204" pitchFamily="49" charset="0"/>
              </a:rPr>
              <a:t> </a:t>
            </a:r>
            <a:r>
              <a:rPr lang="nl-BE" b="0" dirty="0" err="1">
                <a:solidFill>
                  <a:srgbClr val="3B3B3B"/>
                </a:solidFill>
                <a:effectLst/>
                <a:latin typeface="Consolas" panose="020B0609020204030204" pitchFamily="49" charset="0"/>
              </a:rPr>
              <a:t>ordered</a:t>
            </a:r>
            <a:r>
              <a:rPr lang="nl-BE" b="0" dirty="0">
                <a:solidFill>
                  <a:srgbClr val="3B3B3B"/>
                </a:solidFill>
                <a:effectLst/>
                <a:latin typeface="Consolas" panose="020B0609020204030204" pitchFamily="49" charset="0"/>
              </a:rPr>
              <a:t> </a:t>
            </a:r>
            <a:r>
              <a:rPr lang="nl-BE" b="0" dirty="0" err="1">
                <a:solidFill>
                  <a:srgbClr val="3B3B3B"/>
                </a:solidFill>
                <a:effectLst/>
                <a:latin typeface="Consolas" panose="020B0609020204030204" pitchFamily="49" charset="0"/>
              </a:rPr>
              <a:t>categorical</a:t>
            </a:r>
            <a:r>
              <a:rPr lang="nl-BE" b="0" dirty="0">
                <a:solidFill>
                  <a:srgbClr val="3B3B3B"/>
                </a:solidFill>
                <a:effectLst/>
                <a:latin typeface="Consolas" panose="020B0609020204030204" pitchFamily="49"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b="0" dirty="0">
                <a:solidFill>
                  <a:srgbClr val="3B3B3B"/>
                </a:solidFill>
                <a:effectLst/>
                <a:latin typeface="Consolas" panose="020B0609020204030204" pitchFamily="49" charset="0"/>
              </a:rPr>
              <a:t>We </a:t>
            </a:r>
            <a:r>
              <a:rPr lang="nl-BE" b="0" dirty="0" err="1">
                <a:solidFill>
                  <a:srgbClr val="3B3B3B"/>
                </a:solidFill>
                <a:effectLst/>
                <a:latin typeface="Consolas" panose="020B0609020204030204" pitchFamily="49" charset="0"/>
              </a:rPr>
              <a:t>lose</a:t>
            </a:r>
            <a:r>
              <a:rPr lang="nl-BE" b="0" dirty="0">
                <a:solidFill>
                  <a:srgbClr val="3B3B3B"/>
                </a:solidFill>
                <a:effectLst/>
                <a:latin typeface="Consolas" panose="020B0609020204030204" pitchFamily="49" charset="0"/>
              </a:rPr>
              <a:t> </a:t>
            </a:r>
            <a:r>
              <a:rPr lang="nl-BE" b="0" dirty="0" err="1">
                <a:solidFill>
                  <a:srgbClr val="3B3B3B"/>
                </a:solidFill>
                <a:effectLst/>
                <a:latin typeface="Consolas" panose="020B0609020204030204" pitchFamily="49" charset="0"/>
              </a:rPr>
              <a:t>the</a:t>
            </a:r>
            <a:r>
              <a:rPr lang="nl-BE" b="0" dirty="0">
                <a:solidFill>
                  <a:srgbClr val="3B3B3B"/>
                </a:solidFill>
                <a:effectLst/>
                <a:latin typeface="Consolas" panose="020B0609020204030204" pitchFamily="49" charset="0"/>
              </a:rPr>
              <a:t> max </a:t>
            </a:r>
            <a:r>
              <a:rPr lang="nl-BE" b="0" dirty="0" err="1">
                <a:solidFill>
                  <a:srgbClr val="3B3B3B"/>
                </a:solidFill>
                <a:effectLst/>
                <a:latin typeface="Consolas" panose="020B0609020204030204" pitchFamily="49" charset="0"/>
              </a:rPr>
              <a:t>temperature</a:t>
            </a:r>
            <a:endParaRPr lang="nl-BE" b="0" dirty="0">
              <a:solidFill>
                <a:srgbClr val="3B3B3B"/>
              </a:solidFill>
              <a:effectLst/>
              <a:latin typeface="Consolas" panose="020B0609020204030204" pitchFamily="49" charset="0"/>
            </a:endParaRPr>
          </a:p>
          <a:p>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29</a:t>
            </a:fld>
            <a:endParaRPr lang="nl-BE"/>
          </a:p>
        </p:txBody>
      </p:sp>
    </p:spTree>
    <p:extLst>
      <p:ext uri="{BB962C8B-B14F-4D97-AF65-F5344CB8AC3E}">
        <p14:creationId xmlns:p14="http://schemas.microsoft.com/office/powerpoint/2010/main" val="3235227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0" dirty="0" err="1">
                <a:solidFill>
                  <a:srgbClr val="001080"/>
                </a:solidFill>
                <a:effectLst/>
                <a:latin typeface="Consolas" panose="020B0609020204030204" pitchFamily="49" charset="0"/>
              </a:rPr>
              <a:t>table</a:t>
            </a:r>
            <a:r>
              <a:rPr lang="nl-BE" b="0" dirty="0">
                <a:solidFill>
                  <a:srgbClr val="3B3B3B"/>
                </a:solidFill>
                <a:effectLst/>
                <a:latin typeface="Consolas" panose="020B0609020204030204" pitchFamily="49" charset="0"/>
              </a:rPr>
              <a:t> </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267F99"/>
                </a:solidFill>
                <a:effectLst/>
                <a:latin typeface="Consolas" panose="020B0609020204030204" pitchFamily="49" charset="0"/>
              </a:rPr>
              <a:t>pd</a:t>
            </a:r>
            <a:r>
              <a:rPr lang="nl-BE" b="0" dirty="0" err="1">
                <a:solidFill>
                  <a:srgbClr val="3B3B3B"/>
                </a:solidFill>
                <a:effectLst/>
                <a:latin typeface="Consolas" panose="020B0609020204030204" pitchFamily="49" charset="0"/>
              </a:rPr>
              <a:t>.</a:t>
            </a:r>
            <a:r>
              <a:rPr lang="nl-BE" b="0" dirty="0" err="1">
                <a:solidFill>
                  <a:srgbClr val="795E26"/>
                </a:solidFill>
                <a:effectLst/>
                <a:latin typeface="Consolas" panose="020B0609020204030204" pitchFamily="49" charset="0"/>
              </a:rPr>
              <a:t>pivot_table</a:t>
            </a:r>
            <a:r>
              <a:rPr lang="nl-BE" b="0" dirty="0">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df</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values</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Average_temperature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a:solidFill>
                  <a:srgbClr val="001080"/>
                </a:solidFill>
                <a:effectLst/>
                <a:latin typeface="Consolas" panose="020B0609020204030204" pitchFamily="49" charset="0"/>
              </a:rPr>
              <a:t>index</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'City'</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aggfunc</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mean</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p>
          <a:p>
            <a:r>
              <a:rPr lang="nl-BE" b="0" dirty="0" err="1">
                <a:solidFill>
                  <a:srgbClr val="001080"/>
                </a:solidFill>
                <a:effectLst/>
                <a:latin typeface="Consolas" panose="020B0609020204030204" pitchFamily="49" charset="0"/>
              </a:rPr>
              <a:t>table</a:t>
            </a:r>
            <a:r>
              <a:rPr lang="nl-BE" b="0" dirty="0">
                <a:solidFill>
                  <a:srgbClr val="3B3B3B"/>
                </a:solidFill>
                <a:effectLst/>
                <a:latin typeface="Consolas" panose="020B0609020204030204" pitchFamily="49" charset="0"/>
              </a:rPr>
              <a:t> </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267F99"/>
                </a:solidFill>
                <a:effectLst/>
                <a:latin typeface="Consolas" panose="020B0609020204030204" pitchFamily="49" charset="0"/>
              </a:rPr>
              <a:t>pd</a:t>
            </a:r>
            <a:r>
              <a:rPr lang="nl-BE" b="0" dirty="0" err="1">
                <a:solidFill>
                  <a:srgbClr val="3B3B3B"/>
                </a:solidFill>
                <a:effectLst/>
                <a:latin typeface="Consolas" panose="020B0609020204030204" pitchFamily="49" charset="0"/>
              </a:rPr>
              <a:t>.</a:t>
            </a:r>
            <a:r>
              <a:rPr lang="nl-BE" b="0" dirty="0" err="1">
                <a:solidFill>
                  <a:srgbClr val="795E26"/>
                </a:solidFill>
                <a:effectLst/>
                <a:latin typeface="Consolas" panose="020B0609020204030204" pitchFamily="49" charset="0"/>
              </a:rPr>
              <a:t>pivot_table</a:t>
            </a:r>
            <a:r>
              <a:rPr lang="nl-BE" b="0" dirty="0">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df</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values</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Average_temperature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a:solidFill>
                  <a:srgbClr val="001080"/>
                </a:solidFill>
                <a:effectLst/>
                <a:latin typeface="Consolas" panose="020B0609020204030204" pitchFamily="49" charset="0"/>
              </a:rPr>
              <a:t>index</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Month</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aggfunc</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mean</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p>
          <a:p>
            <a:r>
              <a:rPr lang="nl-BE" b="0" dirty="0" err="1">
                <a:solidFill>
                  <a:srgbClr val="001080"/>
                </a:solidFill>
                <a:effectLst/>
                <a:latin typeface="Consolas" panose="020B0609020204030204" pitchFamily="49" charset="0"/>
              </a:rPr>
              <a:t>table</a:t>
            </a:r>
            <a:endParaRPr lang="nl-BE" b="0" dirty="0">
              <a:solidFill>
                <a:srgbClr val="3B3B3B"/>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30</a:t>
            </a:fld>
            <a:endParaRPr lang="nl-BE"/>
          </a:p>
        </p:txBody>
      </p:sp>
    </p:spTree>
    <p:extLst>
      <p:ext uri="{BB962C8B-B14F-4D97-AF65-F5344CB8AC3E}">
        <p14:creationId xmlns:p14="http://schemas.microsoft.com/office/powerpoint/2010/main" val="3367643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b="0" err="1">
                <a:solidFill>
                  <a:srgbClr val="001080"/>
                </a:solidFill>
                <a:effectLst/>
                <a:latin typeface="Consolas" panose="020B0609020204030204" pitchFamily="49" charset="0"/>
              </a:rPr>
              <a:t>table</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267F99"/>
                </a:solidFill>
                <a:effectLst/>
                <a:latin typeface="Consolas" panose="020B0609020204030204" pitchFamily="49" charset="0"/>
              </a:rPr>
              <a:t>pd</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pivot_table</a:t>
            </a:r>
            <a:r>
              <a:rPr lang="nl-BE" b="0">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df</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values</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'Minimum_</a:t>
            </a:r>
            <a:r>
              <a:rPr lang="nl-BE" b="0" err="1">
                <a:solidFill>
                  <a:srgbClr val="A31515"/>
                </a:solidFill>
                <a:effectLst/>
                <a:latin typeface="Consolas" panose="020B0609020204030204" pitchFamily="49" charset="0"/>
              </a:rPr>
              <a:t>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Maximum_temperature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001080"/>
                </a:solidFill>
                <a:effectLst/>
                <a:latin typeface="Consolas" panose="020B0609020204030204" pitchFamily="49" charset="0"/>
              </a:rPr>
              <a:t>index</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'City'</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aggfunc</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Minimum_temperature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mean</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Maximum_temperature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mean</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a:p>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31</a:t>
            </a:fld>
            <a:endParaRPr lang="nl-BE"/>
          </a:p>
        </p:txBody>
      </p:sp>
    </p:spTree>
    <p:extLst>
      <p:ext uri="{BB962C8B-B14F-4D97-AF65-F5344CB8AC3E}">
        <p14:creationId xmlns:p14="http://schemas.microsoft.com/office/powerpoint/2010/main" val="2376598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b="0" dirty="0" err="1">
                <a:solidFill>
                  <a:srgbClr val="001080"/>
                </a:solidFill>
                <a:effectLst/>
                <a:latin typeface="Consolas" panose="020B0609020204030204" pitchFamily="49" charset="0"/>
              </a:rPr>
              <a:t>table</a:t>
            </a:r>
            <a:r>
              <a:rPr lang="nl-BE" b="0" dirty="0">
                <a:solidFill>
                  <a:srgbClr val="3B3B3B"/>
                </a:solidFill>
                <a:effectLst/>
                <a:latin typeface="Consolas" panose="020B0609020204030204" pitchFamily="49" charset="0"/>
              </a:rPr>
              <a:t> </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267F99"/>
                </a:solidFill>
                <a:effectLst/>
                <a:latin typeface="Consolas" panose="020B0609020204030204" pitchFamily="49" charset="0"/>
              </a:rPr>
              <a:t>pd</a:t>
            </a:r>
            <a:r>
              <a:rPr lang="nl-BE" b="0" dirty="0" err="1">
                <a:solidFill>
                  <a:srgbClr val="3B3B3B"/>
                </a:solidFill>
                <a:effectLst/>
                <a:latin typeface="Consolas" panose="020B0609020204030204" pitchFamily="49" charset="0"/>
              </a:rPr>
              <a:t>.</a:t>
            </a:r>
            <a:r>
              <a:rPr lang="nl-BE" b="0" dirty="0" err="1">
                <a:solidFill>
                  <a:srgbClr val="795E26"/>
                </a:solidFill>
                <a:effectLst/>
                <a:latin typeface="Consolas" panose="020B0609020204030204" pitchFamily="49" charset="0"/>
              </a:rPr>
              <a:t>pivot_table</a:t>
            </a:r>
            <a:r>
              <a:rPr lang="nl-BE" b="0" dirty="0">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df</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values</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'Minimum_</a:t>
            </a:r>
            <a:r>
              <a:rPr lang="nl-BE" b="0" dirty="0" err="1">
                <a:solidFill>
                  <a:srgbClr val="A31515"/>
                </a:solidFill>
                <a:effectLst/>
                <a:latin typeface="Consolas" panose="020B0609020204030204" pitchFamily="49" charset="0"/>
              </a:rPr>
              <a:t>temperature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Maximum_temperature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a:solidFill>
                  <a:srgbClr val="001080"/>
                </a:solidFill>
                <a:effectLst/>
                <a:latin typeface="Consolas" panose="020B0609020204030204" pitchFamily="49" charset="0"/>
              </a:rPr>
              <a:t>index</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'City'</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aggfunc</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Minimum_temperature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mean</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sum</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Maximum_temperature</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mean</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std</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p>
          <a:p>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32</a:t>
            </a:fld>
            <a:endParaRPr lang="nl-BE"/>
          </a:p>
        </p:txBody>
      </p:sp>
    </p:spTree>
    <p:extLst>
      <p:ext uri="{BB962C8B-B14F-4D97-AF65-F5344CB8AC3E}">
        <p14:creationId xmlns:p14="http://schemas.microsoft.com/office/powerpoint/2010/main" val="24453766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0" i="0" dirty="0">
                <a:solidFill>
                  <a:srgbClr val="222222"/>
                </a:solidFill>
                <a:effectLst/>
                <a:latin typeface="Lato" panose="020F0502020204030203" pitchFamily="34" charset="0"/>
              </a:rPr>
              <a:t>Difference between crosstab() and </a:t>
            </a:r>
            <a:r>
              <a:rPr lang="en-US" b="0" i="0" dirty="0" err="1">
                <a:solidFill>
                  <a:srgbClr val="222222"/>
                </a:solidFill>
                <a:effectLst/>
                <a:latin typeface="Lato" panose="020F0502020204030203" pitchFamily="34" charset="0"/>
              </a:rPr>
              <a:t>pivot_table</a:t>
            </a:r>
            <a:r>
              <a:rPr lang="en-US" b="0" i="0" dirty="0">
                <a:solidFill>
                  <a:srgbClr val="222222"/>
                </a:solidFill>
                <a:effectLst/>
                <a:latin typeface="Lato" panose="020F0502020204030203" pitchFamily="34" charset="0"/>
              </a:rPr>
              <a:t>()</a:t>
            </a:r>
          </a:p>
          <a:p>
            <a:pPr algn="l">
              <a:buFont typeface="+mj-lt"/>
              <a:buNone/>
            </a:pPr>
            <a:endParaRPr lang="en-US" b="0" i="0" dirty="0">
              <a:solidFill>
                <a:srgbClr val="222222"/>
              </a:solidFill>
              <a:effectLst/>
              <a:latin typeface="Lato" panose="020F0502020204030203" pitchFamily="34" charset="0"/>
            </a:endParaRPr>
          </a:p>
          <a:p>
            <a:pPr algn="l">
              <a:buFont typeface="+mj-lt"/>
              <a:buAutoNum type="arabicPeriod"/>
            </a:pPr>
            <a:r>
              <a:rPr lang="en-US" b="0" i="0" dirty="0">
                <a:solidFill>
                  <a:srgbClr val="222222"/>
                </a:solidFill>
                <a:effectLst/>
                <a:latin typeface="Lato" panose="020F0502020204030203" pitchFamily="34" charset="0"/>
              </a:rPr>
              <a:t>The </a:t>
            </a:r>
            <a:r>
              <a:rPr lang="en-US" b="0" i="0" dirty="0" err="1">
                <a:solidFill>
                  <a:srgbClr val="222222"/>
                </a:solidFill>
                <a:effectLst/>
                <a:latin typeface="Lato" panose="020F0502020204030203" pitchFamily="34" charset="0"/>
              </a:rPr>
              <a:t>pivot_table</a:t>
            </a:r>
            <a:r>
              <a:rPr lang="en-US" b="0" i="0" dirty="0">
                <a:solidFill>
                  <a:srgbClr val="222222"/>
                </a:solidFill>
                <a:effectLst/>
                <a:latin typeface="Lato" panose="020F0502020204030203" pitchFamily="34" charset="0"/>
              </a:rPr>
              <a:t>() functions accepts a Pandas </a:t>
            </a:r>
            <a:r>
              <a:rPr lang="en-US" b="0" i="0" dirty="0" err="1">
                <a:solidFill>
                  <a:srgbClr val="222222"/>
                </a:solidFill>
                <a:effectLst/>
                <a:latin typeface="Lato" panose="020F0502020204030203" pitchFamily="34" charset="0"/>
              </a:rPr>
              <a:t>DataFrame</a:t>
            </a:r>
            <a:r>
              <a:rPr lang="en-US" b="0" i="0" dirty="0">
                <a:solidFill>
                  <a:srgbClr val="222222"/>
                </a:solidFill>
                <a:effectLst/>
                <a:latin typeface="Lato" panose="020F0502020204030203" pitchFamily="34" charset="0"/>
              </a:rPr>
              <a:t> as an input whereas the crosstab() function accepts both Pandas </a:t>
            </a:r>
            <a:r>
              <a:rPr lang="en-US" b="0" i="0" dirty="0" err="1">
                <a:solidFill>
                  <a:srgbClr val="222222"/>
                </a:solidFill>
                <a:effectLst/>
                <a:latin typeface="Lato" panose="020F0502020204030203" pitchFamily="34" charset="0"/>
              </a:rPr>
              <a:t>DataFrames</a:t>
            </a:r>
            <a:r>
              <a:rPr lang="en-US" b="0" i="0" dirty="0">
                <a:solidFill>
                  <a:srgbClr val="222222"/>
                </a:solidFill>
                <a:effectLst/>
                <a:latin typeface="Lato" panose="020F0502020204030203" pitchFamily="34" charset="0"/>
              </a:rPr>
              <a:t>, and NumPy arrays.</a:t>
            </a:r>
            <a:br>
              <a:rPr lang="en-US" b="0" i="0" dirty="0">
                <a:solidFill>
                  <a:srgbClr val="222222"/>
                </a:solidFill>
                <a:effectLst/>
                <a:latin typeface="Lato" panose="020F0502020204030203" pitchFamily="34" charset="0"/>
              </a:rPr>
            </a:br>
            <a:endParaRPr lang="en-US" b="0" i="0" dirty="0">
              <a:solidFill>
                <a:srgbClr val="222222"/>
              </a:solidFill>
              <a:effectLst/>
              <a:latin typeface="Lato" panose="020F0502020204030203" pitchFamily="34" charset="0"/>
            </a:endParaRPr>
          </a:p>
          <a:p>
            <a:pPr algn="l">
              <a:buFont typeface="+mj-lt"/>
              <a:buAutoNum type="arabicPeriod"/>
            </a:pPr>
            <a:r>
              <a:rPr lang="en-US" b="0" i="0" dirty="0">
                <a:solidFill>
                  <a:srgbClr val="222222"/>
                </a:solidFill>
                <a:effectLst/>
                <a:latin typeface="Lato" panose="020F0502020204030203" pitchFamily="34" charset="0"/>
              </a:rPr>
              <a:t>The crosstab() function can be used to view normalized data. The </a:t>
            </a:r>
            <a:r>
              <a:rPr lang="en-US" b="0" i="0" dirty="0" err="1">
                <a:solidFill>
                  <a:srgbClr val="222222"/>
                </a:solidFill>
                <a:effectLst/>
                <a:latin typeface="Lato" panose="020F0502020204030203" pitchFamily="34" charset="0"/>
              </a:rPr>
              <a:t>pivot_table</a:t>
            </a:r>
            <a:r>
              <a:rPr lang="en-US" b="0" i="0" dirty="0">
                <a:solidFill>
                  <a:srgbClr val="222222"/>
                </a:solidFill>
                <a:effectLst/>
                <a:latin typeface="Lato" panose="020F0502020204030203" pitchFamily="34" charset="0"/>
              </a:rPr>
              <a:t>() function does not contain any default functionality for data normalization.</a:t>
            </a:r>
            <a:br>
              <a:rPr lang="en-US" b="0" i="0" dirty="0">
                <a:solidFill>
                  <a:srgbClr val="222222"/>
                </a:solidFill>
                <a:effectLst/>
                <a:latin typeface="Lato" panose="020F0502020204030203" pitchFamily="34" charset="0"/>
              </a:rPr>
            </a:br>
            <a:endParaRPr lang="en-US" b="0" i="0" dirty="0">
              <a:solidFill>
                <a:srgbClr val="222222"/>
              </a:solidFill>
              <a:effectLst/>
              <a:latin typeface="Lato" panose="020F0502020204030203" pitchFamily="34" charset="0"/>
            </a:endParaRPr>
          </a:p>
          <a:p>
            <a:pPr algn="l">
              <a:buFont typeface="+mj-lt"/>
              <a:buAutoNum type="arabicPeriod"/>
            </a:pPr>
            <a:r>
              <a:rPr lang="en-US" b="0" i="0" dirty="0">
                <a:solidFill>
                  <a:srgbClr val="222222"/>
                </a:solidFill>
                <a:effectLst/>
                <a:latin typeface="Lato" panose="020F0502020204030203" pitchFamily="34" charset="0"/>
              </a:rPr>
              <a:t>By default, the </a:t>
            </a:r>
            <a:r>
              <a:rPr lang="en-US" b="0" i="0" dirty="0" err="1">
                <a:solidFill>
                  <a:srgbClr val="222222"/>
                </a:solidFill>
                <a:effectLst/>
                <a:latin typeface="Lato" panose="020F0502020204030203" pitchFamily="34" charset="0"/>
              </a:rPr>
              <a:t>pivot_table</a:t>
            </a:r>
            <a:r>
              <a:rPr lang="en-US" b="0" i="0" dirty="0">
                <a:solidFill>
                  <a:srgbClr val="222222"/>
                </a:solidFill>
                <a:effectLst/>
                <a:latin typeface="Lato" panose="020F0502020204030203" pitchFamily="34" charset="0"/>
              </a:rPr>
              <a:t>() function displays mean values. The crosstab() displays the count of occurrence (=frequency) for each combination in the cross tabulation.</a:t>
            </a:r>
          </a:p>
          <a:p>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33</a:t>
            </a:fld>
            <a:endParaRPr lang="nl-BE"/>
          </a:p>
        </p:txBody>
      </p:sp>
    </p:spTree>
    <p:extLst>
      <p:ext uri="{BB962C8B-B14F-4D97-AF65-F5344CB8AC3E}">
        <p14:creationId xmlns:p14="http://schemas.microsoft.com/office/powerpoint/2010/main" val="574167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b="0" err="1">
                <a:solidFill>
                  <a:srgbClr val="267F99"/>
                </a:solidFill>
                <a:effectLst/>
                <a:latin typeface="Consolas" panose="020B0609020204030204" pitchFamily="49" charset="0"/>
              </a:rPr>
              <a:t>pd</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crosstab</a:t>
            </a:r>
            <a:r>
              <a:rPr lang="nl-BE" b="0">
                <a:solidFill>
                  <a:srgbClr val="3B3B3B"/>
                </a:solidFill>
                <a:effectLst/>
                <a:latin typeface="Consolas" panose="020B0609020204030204" pitchFamily="49" charset="0"/>
              </a:rPr>
              <a:t>(</a:t>
            </a:r>
            <a:r>
              <a:rPr lang="nl-BE" b="0">
                <a:solidFill>
                  <a:srgbClr val="001080"/>
                </a:solidFill>
                <a:effectLst/>
                <a:latin typeface="Consolas" panose="020B0609020204030204" pitchFamily="49" charset="0"/>
              </a:rPr>
              <a:t>index</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df_pivot</a:t>
            </a:r>
            <a:r>
              <a:rPr lang="nl-BE" b="0" err="1">
                <a:solidFill>
                  <a:srgbClr val="3B3B3B"/>
                </a:solidFill>
                <a:effectLst/>
                <a:latin typeface="Consolas" panose="020B0609020204030204" pitchFamily="49" charset="0"/>
              </a:rPr>
              <a:t>.Region</a:t>
            </a:r>
            <a:r>
              <a:rPr lang="nl-BE" b="0">
                <a:solidFill>
                  <a:srgbClr val="3B3B3B"/>
                </a:solidFill>
                <a:effectLst/>
                <a:latin typeface="Consolas" panose="020B0609020204030204" pitchFamily="49" charset="0"/>
              </a:rPr>
              <a:t>, </a:t>
            </a:r>
            <a:r>
              <a:rPr lang="nl-BE" b="0">
                <a:solidFill>
                  <a:srgbClr val="001080"/>
                </a:solidFill>
                <a:effectLst/>
                <a:latin typeface="Consolas" panose="020B0609020204030204" pitchFamily="49" charset="0"/>
              </a:rPr>
              <a:t>columns</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df_pivot</a:t>
            </a:r>
            <a:r>
              <a:rPr lang="nl-BE" b="0" err="1">
                <a:solidFill>
                  <a:srgbClr val="3B3B3B"/>
                </a:solidFill>
                <a:effectLst/>
                <a:latin typeface="Consolas" panose="020B0609020204030204" pitchFamily="49" charset="0"/>
              </a:rPr>
              <a:t>.Type</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values</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df_pivot</a:t>
            </a:r>
            <a:r>
              <a:rPr lang="nl-BE" b="0" err="1">
                <a:solidFill>
                  <a:srgbClr val="3B3B3B"/>
                </a:solidFill>
                <a:effectLst/>
                <a:latin typeface="Consolas" panose="020B0609020204030204" pitchFamily="49" charset="0"/>
              </a:rPr>
              <a:t>.Sales</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aggfunc</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mean</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a:p>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35</a:t>
            </a:fld>
            <a:endParaRPr lang="nl-BE"/>
          </a:p>
        </p:txBody>
      </p:sp>
    </p:spTree>
    <p:extLst>
      <p:ext uri="{BB962C8B-B14F-4D97-AF65-F5344CB8AC3E}">
        <p14:creationId xmlns:p14="http://schemas.microsoft.com/office/powerpoint/2010/main" val="13414452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Christian Bale in The Big Short</a:t>
            </a:r>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36</a:t>
            </a:fld>
            <a:endParaRPr lang="nl-BE"/>
          </a:p>
        </p:txBody>
      </p:sp>
    </p:spTree>
    <p:extLst>
      <p:ext uri="{BB962C8B-B14F-4D97-AF65-F5344CB8AC3E}">
        <p14:creationId xmlns:p14="http://schemas.microsoft.com/office/powerpoint/2010/main" val="2945735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But seriously, don’t use pie charts.</a:t>
            </a:r>
          </a:p>
          <a:p>
            <a:r>
              <a:rPr lang="nl-BE"/>
              <a:t>https://www.data-to-viz.com/caveat/pie.html</a:t>
            </a:r>
          </a:p>
          <a:p>
            <a:endParaRPr lang="nl-BE"/>
          </a:p>
          <a:p>
            <a:r>
              <a:rPr lang="nl-BE" err="1"/>
              <a:t>Unless</a:t>
            </a:r>
            <a:r>
              <a:rPr lang="nl-BE"/>
              <a:t> </a:t>
            </a:r>
            <a:r>
              <a:rPr lang="nl-BE" err="1"/>
              <a:t>you</a:t>
            </a:r>
            <a:r>
              <a:rPr lang="nl-BE"/>
              <a:t> follow </a:t>
            </a:r>
            <a:r>
              <a:rPr lang="nl-BE" err="1"/>
              <a:t>the</a:t>
            </a:r>
            <a:r>
              <a:rPr lang="nl-BE"/>
              <a:t> </a:t>
            </a:r>
            <a:r>
              <a:rPr lang="nl-BE" err="1"/>
              <a:t>rules</a:t>
            </a:r>
            <a:r>
              <a:rPr lang="nl-BE"/>
              <a:t> (</a:t>
            </a:r>
            <a:r>
              <a:rPr lang="nl-BE" err="1"/>
              <a:t>always</a:t>
            </a:r>
            <a:r>
              <a:rPr lang="nl-BE"/>
              <a:t> display </a:t>
            </a:r>
            <a:r>
              <a:rPr lang="nl-BE" err="1"/>
              <a:t>the</a:t>
            </a:r>
            <a:r>
              <a:rPr lang="nl-BE"/>
              <a:t> percentage, order </a:t>
            </a:r>
            <a:r>
              <a:rPr lang="nl-BE" err="1"/>
              <a:t>the</a:t>
            </a:r>
            <a:r>
              <a:rPr lang="nl-BE"/>
              <a:t> </a:t>
            </a:r>
            <a:r>
              <a:rPr lang="nl-BE" err="1"/>
              <a:t>values</a:t>
            </a:r>
            <a:r>
              <a:rPr lang="nl-BE"/>
              <a:t> </a:t>
            </a:r>
            <a:r>
              <a:rPr lang="nl-BE" err="1"/>
              <a:t>from</a:t>
            </a:r>
            <a:r>
              <a:rPr lang="nl-BE"/>
              <a:t> big </a:t>
            </a:r>
            <a:r>
              <a:rPr lang="nl-BE" err="1"/>
              <a:t>to</a:t>
            </a:r>
            <a:r>
              <a:rPr lang="nl-BE"/>
              <a:t> small </a:t>
            </a:r>
            <a:r>
              <a:rPr lang="nl-BE" err="1"/>
              <a:t>starting</a:t>
            </a:r>
            <a:r>
              <a:rPr lang="nl-BE"/>
              <a:t> at 12:00 </a:t>
            </a:r>
            <a:r>
              <a:rPr lang="nl-BE" err="1"/>
              <a:t>and</a:t>
            </a:r>
            <a:r>
              <a:rPr lang="nl-BE"/>
              <a:t> never plot more </a:t>
            </a:r>
            <a:r>
              <a:rPr lang="nl-BE" err="1"/>
              <a:t>than</a:t>
            </a:r>
            <a:r>
              <a:rPr lang="nl-BE"/>
              <a:t> 6 slices)</a:t>
            </a:r>
            <a:br>
              <a:rPr lang="nl-BE"/>
            </a:br>
            <a:r>
              <a:rPr lang="nl-BE">
                <a:sym typeface="Wingdings" panose="05000000000000000000" pitchFamily="2" charset="2"/>
              </a:rPr>
              <a:t> </a:t>
            </a:r>
            <a:r>
              <a:rPr lang="nl-BE" b="1" err="1">
                <a:sym typeface="Wingdings" panose="05000000000000000000" pitchFamily="2" charset="2"/>
              </a:rPr>
              <a:t>So</a:t>
            </a:r>
            <a:r>
              <a:rPr lang="nl-BE" b="1">
                <a:sym typeface="Wingdings" panose="05000000000000000000" pitchFamily="2" charset="2"/>
              </a:rPr>
              <a:t> </a:t>
            </a:r>
            <a:r>
              <a:rPr lang="nl-BE" b="1" err="1">
                <a:sym typeface="Wingdings" panose="05000000000000000000" pitchFamily="2" charset="2"/>
              </a:rPr>
              <a:t>this</a:t>
            </a:r>
            <a:r>
              <a:rPr lang="nl-BE" b="1">
                <a:sym typeface="Wingdings" panose="05000000000000000000" pitchFamily="2" charset="2"/>
              </a:rPr>
              <a:t> </a:t>
            </a:r>
            <a:r>
              <a:rPr lang="nl-BE" b="1" err="1">
                <a:sym typeface="Wingdings" panose="05000000000000000000" pitchFamily="2" charset="2"/>
              </a:rPr>
              <a:t>pie</a:t>
            </a:r>
            <a:r>
              <a:rPr lang="nl-BE" b="1">
                <a:sym typeface="Wingdings" panose="05000000000000000000" pitchFamily="2" charset="2"/>
              </a:rPr>
              <a:t> is </a:t>
            </a:r>
            <a:r>
              <a:rPr lang="nl-BE" b="1" err="1">
                <a:sym typeface="Wingdings" panose="05000000000000000000" pitchFamily="2" charset="2"/>
              </a:rPr>
              <a:t>completely</a:t>
            </a:r>
            <a:r>
              <a:rPr lang="nl-BE" b="1">
                <a:sym typeface="Wingdings" panose="05000000000000000000" pitchFamily="2" charset="2"/>
              </a:rPr>
              <a:t> wrong</a:t>
            </a:r>
            <a:endParaRPr lang="en-BE" b="1"/>
          </a:p>
        </p:txBody>
      </p:sp>
      <p:sp>
        <p:nvSpPr>
          <p:cNvPr id="4" name="Slide Number Placeholder 3"/>
          <p:cNvSpPr>
            <a:spLocks noGrp="1"/>
          </p:cNvSpPr>
          <p:nvPr>
            <p:ph type="sldNum" sz="quarter" idx="5"/>
          </p:nvPr>
        </p:nvSpPr>
        <p:spPr/>
        <p:txBody>
          <a:bodyPr/>
          <a:lstStyle/>
          <a:p>
            <a:fld id="{2F1A7F70-BA74-4B93-A504-6802F0D0CD34}" type="slidenum">
              <a:rPr lang="nl-BE" smtClean="0"/>
              <a:t>37</a:t>
            </a:fld>
            <a:endParaRPr lang="nl-BE"/>
          </a:p>
        </p:txBody>
      </p:sp>
    </p:spTree>
    <p:extLst>
      <p:ext uri="{BB962C8B-B14F-4D97-AF65-F5344CB8AC3E}">
        <p14:creationId xmlns:p14="http://schemas.microsoft.com/office/powerpoint/2010/main" val="27180111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000080"/>
                </a:solidFill>
                <a:effectLst/>
                <a:latin typeface="Consolas" panose="020B0609020204030204" pitchFamily="49" charset="0"/>
              </a:rPr>
              <a:t>Explanation</a:t>
            </a:r>
            <a:r>
              <a:rPr lang="en-US" b="0" dirty="0">
                <a:solidFill>
                  <a:srgbClr val="3B3B3B"/>
                </a:solidFill>
                <a:effectLst/>
                <a:latin typeface="Consolas" panose="020B0609020204030204" pitchFamily="49" charset="0"/>
              </a:rPr>
              <a:t>: </a:t>
            </a:r>
            <a:r>
              <a:rPr lang="en-US" b="0" dirty="0" err="1">
                <a:solidFill>
                  <a:srgbClr val="3B3B3B"/>
                </a:solidFill>
                <a:effectLst/>
                <a:latin typeface="Consolas" panose="020B0609020204030204" pitchFamily="49" charset="0"/>
              </a:rPr>
              <a:t>pd.factorize</a:t>
            </a:r>
            <a:r>
              <a:rPr lang="en-US" b="0" dirty="0">
                <a:solidFill>
                  <a:srgbClr val="3B3B3B"/>
                </a:solidFill>
                <a:effectLst/>
                <a:latin typeface="Consolas" panose="020B0609020204030204" pitchFamily="49" charset="0"/>
              </a:rPr>
              <a:t>(</a:t>
            </a:r>
            <a:r>
              <a:rPr lang="en-US" b="0" dirty="0" err="1">
                <a:solidFill>
                  <a:srgbClr val="3B3B3B"/>
                </a:solidFill>
                <a:effectLst/>
                <a:latin typeface="Consolas" panose="020B0609020204030204" pitchFamily="49" charset="0"/>
              </a:rPr>
              <a:t>df</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'class'</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Factorize() creates an array of unique values and a corresponding index for </a:t>
            </a:r>
            <a:r>
              <a:rPr lang="en-US" b="0" dirty="0" err="1">
                <a:solidFill>
                  <a:srgbClr val="3B3B3B"/>
                </a:solidFill>
                <a:effectLst/>
                <a:latin typeface="Consolas" panose="020B0609020204030204" pitchFamily="49" charset="0"/>
              </a:rPr>
              <a:t>categoricals</a:t>
            </a:r>
            <a:r>
              <a:rPr lang="en-US" b="0" dirty="0">
                <a:solidFill>
                  <a:srgbClr val="3B3B3B"/>
                </a:solidFill>
                <a:effectLst/>
                <a:latin typeface="Consolas" panose="020B0609020204030204" pitchFamily="49" charset="0"/>
              </a:rPr>
              <a:t>.  </a:t>
            </a:r>
          </a:p>
          <a:p>
            <a:r>
              <a:rPr lang="en-US" b="0" u="sng" dirty="0">
                <a:solidFill>
                  <a:srgbClr val="3B3B3B"/>
                </a:solidFill>
                <a:effectLst/>
                <a:latin typeface="Consolas" panose="020B0609020204030204" pitchFamily="49" charset="0"/>
              </a:rPr>
              <a:t>Example</a:t>
            </a:r>
            <a:r>
              <a:rPr lang="en-US" b="0" dirty="0">
                <a:solidFill>
                  <a:srgbClr val="3B3B3B"/>
                </a:solidFill>
                <a:effectLst/>
                <a:latin typeface="Consolas" panose="020B0609020204030204" pitchFamily="49" charset="0"/>
              </a:rPr>
              <a:t>:  </a:t>
            </a:r>
          </a:p>
          <a:p>
            <a:r>
              <a:rPr lang="nl-BE" b="0" dirty="0">
                <a:solidFill>
                  <a:srgbClr val="001080"/>
                </a:solidFill>
                <a:effectLst/>
                <a:latin typeface="Consolas" panose="020B0609020204030204" pitchFamily="49" charset="0"/>
              </a:rPr>
              <a:t>labels</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uniques</a:t>
            </a:r>
            <a:r>
              <a:rPr lang="nl-BE" b="0" dirty="0">
                <a:solidFill>
                  <a:srgbClr val="3B3B3B"/>
                </a:solidFill>
                <a:effectLst/>
                <a:latin typeface="Consolas" panose="020B0609020204030204" pitchFamily="49" charset="0"/>
              </a:rPr>
              <a:t> </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267F99"/>
                </a:solidFill>
                <a:effectLst/>
                <a:latin typeface="Consolas" panose="020B0609020204030204" pitchFamily="49" charset="0"/>
              </a:rPr>
              <a:t>pd</a:t>
            </a:r>
            <a:r>
              <a:rPr lang="nl-BE" b="0" dirty="0" err="1">
                <a:solidFill>
                  <a:srgbClr val="3B3B3B"/>
                </a:solidFill>
                <a:effectLst/>
                <a:latin typeface="Consolas" panose="020B0609020204030204" pitchFamily="49" charset="0"/>
              </a:rPr>
              <a:t>.</a:t>
            </a:r>
            <a:r>
              <a:rPr lang="nl-BE" b="0" dirty="0" err="1">
                <a:solidFill>
                  <a:srgbClr val="795E26"/>
                </a:solidFill>
                <a:effectLst/>
                <a:latin typeface="Consolas" panose="020B0609020204030204" pitchFamily="49" charset="0"/>
              </a:rPr>
              <a:t>factorize</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'b'</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'd'</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'd'</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'c'</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'a'</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'c'</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'a'</a:t>
            </a:r>
            <a:r>
              <a:rPr lang="nl-BE" b="0" dirty="0">
                <a:solidFill>
                  <a:srgbClr val="3B3B3B"/>
                </a:solidFill>
                <a:effectLst/>
                <a:latin typeface="Consolas" panose="020B0609020204030204" pitchFamily="49" charset="0"/>
              </a:rPr>
              <a:t>, </a:t>
            </a:r>
            <a:r>
              <a:rPr lang="nl-BE" b="0" dirty="0">
                <a:solidFill>
                  <a:srgbClr val="A31515"/>
                </a:solidFill>
                <a:effectLst/>
                <a:latin typeface="Consolas" panose="020B0609020204030204" pitchFamily="49" charset="0"/>
              </a:rPr>
              <a:t>'b'</a:t>
            </a:r>
            <a:r>
              <a:rPr lang="nl-BE" b="0" dirty="0">
                <a:solidFill>
                  <a:srgbClr val="3B3B3B"/>
                </a:solidFill>
                <a:effectLst/>
                <a:latin typeface="Consolas" panose="020B0609020204030204" pitchFamily="49" charset="0"/>
              </a:rPr>
              <a:t>]) </a:t>
            </a:r>
          </a:p>
          <a:p>
            <a:r>
              <a:rPr lang="nl-BE" b="0" dirty="0">
                <a:solidFill>
                  <a:srgbClr val="795E26"/>
                </a:solidFill>
                <a:effectLst/>
                <a:latin typeface="Consolas" panose="020B0609020204030204" pitchFamily="49" charset="0"/>
              </a:rPr>
              <a:t>print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dirty="0" err="1">
                <a:solidFill>
                  <a:srgbClr val="A31515"/>
                </a:solidFill>
                <a:effectLst/>
                <a:latin typeface="Consolas" panose="020B0609020204030204" pitchFamily="49" charset="0"/>
              </a:rPr>
              <a:t>Numeric</a:t>
            </a:r>
            <a:r>
              <a:rPr lang="nl-BE" b="0" dirty="0">
                <a:solidFill>
                  <a:srgbClr val="A31515"/>
                </a:solidFill>
                <a:effectLst/>
                <a:latin typeface="Consolas" panose="020B0609020204030204" pitchFamily="49" charset="0"/>
              </a:rPr>
              <a:t> </a:t>
            </a:r>
            <a:r>
              <a:rPr lang="nl-BE" b="0" dirty="0" err="1">
                <a:solidFill>
                  <a:srgbClr val="A31515"/>
                </a:solidFill>
                <a:effectLst/>
                <a:latin typeface="Consolas" panose="020B0609020204030204" pitchFamily="49" charset="0"/>
              </a:rPr>
              <a:t>Representation</a:t>
            </a:r>
            <a:r>
              <a:rPr lang="nl-BE" b="0" dirty="0">
                <a:solidFill>
                  <a:srgbClr val="A31515"/>
                </a:solidFill>
                <a:effectLst/>
                <a:latin typeface="Consolas" panose="020B0609020204030204" pitchFamily="49" charset="0"/>
              </a:rPr>
              <a:t> : </a:t>
            </a:r>
            <a:r>
              <a:rPr lang="nl-BE" b="0" dirty="0">
                <a:solidFill>
                  <a:srgbClr val="EE0000"/>
                </a:solidFill>
                <a:effectLst/>
                <a:latin typeface="Consolas" panose="020B0609020204030204" pitchFamily="49" charset="0"/>
              </a:rPr>
              <a:t>\n</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a:solidFill>
                  <a:srgbClr val="001080"/>
                </a:solidFill>
                <a:effectLst/>
                <a:latin typeface="Consolas" panose="020B0609020204030204" pitchFamily="49" charset="0"/>
              </a:rPr>
              <a:t>labels</a:t>
            </a:r>
            <a:r>
              <a:rPr lang="nl-BE" b="0" dirty="0">
                <a:solidFill>
                  <a:srgbClr val="3B3B3B"/>
                </a:solidFill>
                <a:effectLst/>
                <a:latin typeface="Consolas" panose="020B0609020204030204" pitchFamily="49" charset="0"/>
              </a:rPr>
              <a:t>) </a:t>
            </a:r>
          </a:p>
          <a:p>
            <a:r>
              <a:rPr lang="nl-BE" b="0" dirty="0">
                <a:solidFill>
                  <a:srgbClr val="795E26"/>
                </a:solidFill>
                <a:effectLst/>
                <a:latin typeface="Consolas" panose="020B0609020204030204" pitchFamily="49" charset="0"/>
              </a:rPr>
              <a:t>print</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"Unique </a:t>
            </a:r>
            <a:r>
              <a:rPr lang="nl-BE" b="0" dirty="0" err="1">
                <a:solidFill>
                  <a:srgbClr val="A31515"/>
                </a:solidFill>
                <a:effectLst/>
                <a:latin typeface="Consolas" panose="020B0609020204030204" pitchFamily="49" charset="0"/>
              </a:rPr>
              <a:t>Values</a:t>
            </a:r>
            <a:r>
              <a:rPr lang="nl-BE" b="0" dirty="0">
                <a:solidFill>
                  <a:srgbClr val="A31515"/>
                </a:solidFill>
                <a:effectLst/>
                <a:latin typeface="Consolas" panose="020B0609020204030204" pitchFamily="49" charset="0"/>
              </a:rPr>
              <a:t> : </a:t>
            </a:r>
            <a:r>
              <a:rPr lang="nl-BE" b="0" dirty="0">
                <a:solidFill>
                  <a:srgbClr val="EE0000"/>
                </a:solidFill>
                <a:effectLst/>
                <a:latin typeface="Consolas" panose="020B0609020204030204" pitchFamily="49" charset="0"/>
              </a:rPr>
              <a:t>\n</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uniques</a:t>
            </a:r>
            <a:r>
              <a:rPr lang="nl-BE" b="0" dirty="0">
                <a:solidFill>
                  <a:srgbClr val="3B3B3B"/>
                </a:solidFill>
                <a:effectLst/>
                <a:latin typeface="Consolas" panose="020B0609020204030204" pitchFamily="49" charset="0"/>
              </a:rPr>
              <a:t>) </a:t>
            </a:r>
          </a:p>
          <a:p>
            <a:endParaRPr lang="en-US" b="0" u="sng" dirty="0">
              <a:solidFill>
                <a:srgbClr val="3B3B3B"/>
              </a:solidFill>
              <a:effectLst/>
              <a:latin typeface="Consolas" panose="020B0609020204030204" pitchFamily="49" charset="0"/>
            </a:endParaRPr>
          </a:p>
          <a:p>
            <a:r>
              <a:rPr lang="en-US" b="0" u="sng" dirty="0">
                <a:solidFill>
                  <a:srgbClr val="3B3B3B"/>
                </a:solidFill>
                <a:effectLst/>
                <a:latin typeface="Consolas" panose="020B0609020204030204" pitchFamily="49" charset="0"/>
              </a:rPr>
              <a:t>Result:</a:t>
            </a:r>
          </a:p>
          <a:p>
            <a:r>
              <a:rPr lang="nl-BE" b="0" i="0" dirty="0" err="1">
                <a:solidFill>
                  <a:srgbClr val="3B3B3B"/>
                </a:solidFill>
                <a:effectLst/>
                <a:latin typeface="Consolas" panose="020B0609020204030204" pitchFamily="49" charset="0"/>
              </a:rPr>
              <a:t>Numeric</a:t>
            </a:r>
            <a:r>
              <a:rPr lang="nl-BE" b="0" i="0" dirty="0">
                <a:solidFill>
                  <a:srgbClr val="3B3B3B"/>
                </a:solidFill>
                <a:effectLst/>
                <a:latin typeface="Consolas" panose="020B0609020204030204" pitchFamily="49" charset="0"/>
              </a:rPr>
              <a:t> </a:t>
            </a:r>
            <a:r>
              <a:rPr lang="nl-BE" b="0" i="0" dirty="0" err="1">
                <a:solidFill>
                  <a:srgbClr val="3B3B3B"/>
                </a:solidFill>
                <a:effectLst/>
                <a:latin typeface="Consolas" panose="020B0609020204030204" pitchFamily="49" charset="0"/>
              </a:rPr>
              <a:t>Representation</a:t>
            </a:r>
            <a:r>
              <a:rPr lang="nl-BE" b="0" i="0" dirty="0">
                <a:solidFill>
                  <a:srgbClr val="3B3B3B"/>
                </a:solidFill>
                <a:effectLst/>
                <a:latin typeface="Consolas" panose="020B0609020204030204" pitchFamily="49" charset="0"/>
              </a:rPr>
              <a:t> : [0 1 1 2 3 2 3 0] </a:t>
            </a:r>
          </a:p>
          <a:p>
            <a:r>
              <a:rPr lang="nl-BE" b="0" i="0" dirty="0">
                <a:solidFill>
                  <a:srgbClr val="3B3B3B"/>
                </a:solidFill>
                <a:effectLst/>
                <a:latin typeface="Consolas" panose="020B0609020204030204" pitchFamily="49" charset="0"/>
              </a:rPr>
              <a:t>Unique </a:t>
            </a:r>
            <a:r>
              <a:rPr lang="nl-BE" b="0" i="0" dirty="0" err="1">
                <a:solidFill>
                  <a:srgbClr val="3B3B3B"/>
                </a:solidFill>
                <a:effectLst/>
                <a:latin typeface="Consolas" panose="020B0609020204030204" pitchFamily="49" charset="0"/>
              </a:rPr>
              <a:t>Values</a:t>
            </a:r>
            <a:r>
              <a:rPr lang="nl-BE" b="0" i="0" dirty="0">
                <a:solidFill>
                  <a:srgbClr val="3B3B3B"/>
                </a:solidFill>
                <a:effectLst/>
                <a:latin typeface="Consolas" panose="020B0609020204030204" pitchFamily="49" charset="0"/>
              </a:rPr>
              <a:t> : ['b' 'd' 'c' 'a’]</a:t>
            </a:r>
            <a:endParaRPr lang="en-US" b="0" u="sng" dirty="0">
              <a:solidFill>
                <a:srgbClr val="3B3B3B"/>
              </a:solidFill>
              <a:effectLst/>
              <a:latin typeface="Consolas" panose="020B0609020204030204" pitchFamily="49"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80"/>
                </a:solidFill>
                <a:effectLst/>
                <a:latin typeface="Consolas" panose="020B0609020204030204" pitchFamily="49" charset="0"/>
              </a:rPr>
              <a:t>Explanation</a:t>
            </a:r>
            <a:r>
              <a:rPr lang="en-US" b="0" dirty="0">
                <a:solidFill>
                  <a:srgbClr val="3B3B3B"/>
                </a:solidFill>
                <a:effectLst/>
                <a:latin typeface="Consolas" panose="020B0609020204030204" pitchFamily="49" charset="0"/>
              </a:rPr>
              <a:t>: </a:t>
            </a:r>
            <a:r>
              <a:rPr lang="en-US" b="0" dirty="0" err="1">
                <a:solidFill>
                  <a:srgbClr val="3B3B3B"/>
                </a:solidFill>
                <a:effectLst/>
                <a:latin typeface="Consolas" panose="020B0609020204030204" pitchFamily="49" charset="0"/>
              </a:rPr>
              <a:t>plt.gca</a:t>
            </a:r>
            <a:r>
              <a:rPr lang="en-US" b="0" dirty="0">
                <a:solidFill>
                  <a:srgbClr val="3B3B3B"/>
                </a:solidFill>
                <a:effectLst/>
                <a:latin typeface="Consolas" panose="020B06090202040302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err="1">
                <a:solidFill>
                  <a:srgbClr val="3B3B3B"/>
                </a:solidFill>
                <a:effectLst/>
                <a:latin typeface="Consolas" panose="020B0609020204030204" pitchFamily="49" charset="0"/>
              </a:rPr>
              <a:t>Gca</a:t>
            </a:r>
            <a:r>
              <a:rPr lang="en-US" b="0" dirty="0">
                <a:solidFill>
                  <a:srgbClr val="3B3B3B"/>
                </a:solidFill>
                <a:effectLst/>
                <a:latin typeface="Consolas" panose="020B0609020204030204" pitchFamily="49" charset="0"/>
              </a:rPr>
              <a:t>() stands for Get Current Axes (=plotting zone)  </a:t>
            </a:r>
          </a:p>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41</a:t>
            </a:fld>
            <a:endParaRPr lang="nl-BE"/>
          </a:p>
        </p:txBody>
      </p:sp>
    </p:spTree>
    <p:extLst>
      <p:ext uri="{BB962C8B-B14F-4D97-AF65-F5344CB8AC3E}">
        <p14:creationId xmlns:p14="http://schemas.microsoft.com/office/powerpoint/2010/main" val="22844664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a:p>
            <a:pPr marL="0" marR="0" lvl="0" indent="0" algn="l" defTabSz="914400" rtl="0" eaLnBrk="1" fontAlgn="auto" latinLnBrk="0" hangingPunct="1">
              <a:lnSpc>
                <a:spcPct val="100000"/>
              </a:lnSpc>
              <a:spcBef>
                <a:spcPts val="0"/>
              </a:spcBef>
              <a:spcAft>
                <a:spcPts val="0"/>
              </a:spcAft>
              <a:buClrTx/>
              <a:buSzTx/>
              <a:buFontTx/>
              <a:buNone/>
              <a:tabLst/>
              <a:defRPr/>
            </a:pPr>
            <a:r>
              <a:rPr lang="nl-BE" err="1"/>
              <a:t>Polyfit</a:t>
            </a:r>
            <a:r>
              <a:rPr lang="nl-BE"/>
              <a:t> returns a list </a:t>
            </a:r>
            <a:r>
              <a:rPr lang="nl-BE" err="1"/>
              <a:t>with</a:t>
            </a:r>
            <a:r>
              <a:rPr lang="nl-BE"/>
              <a:t> </a:t>
            </a:r>
            <a:r>
              <a:rPr lang="nl-BE" err="1"/>
              <a:t>the</a:t>
            </a:r>
            <a:r>
              <a:rPr lang="nl-BE"/>
              <a:t> </a:t>
            </a:r>
            <a:r>
              <a:rPr lang="nl-BE" err="1"/>
              <a:t>coefficients</a:t>
            </a:r>
            <a:r>
              <a:rPr lang="nl-BE"/>
              <a:t> of </a:t>
            </a:r>
            <a:r>
              <a:rPr lang="nl-BE" err="1"/>
              <a:t>the</a:t>
            </a:r>
            <a:r>
              <a:rPr lang="nl-BE"/>
              <a:t> </a:t>
            </a:r>
            <a:r>
              <a:rPr lang="nl-BE" err="1"/>
              <a:t>equation</a:t>
            </a:r>
            <a:r>
              <a:rPr lang="nl-BE"/>
              <a:t> y = </a:t>
            </a:r>
            <a:r>
              <a:rPr lang="nl-BE" err="1"/>
              <a:t>ax</a:t>
            </a:r>
            <a:r>
              <a:rPr lang="nl-BE"/>
              <a:t> +b</a:t>
            </a:r>
          </a:p>
          <a:p>
            <a:pPr marL="171450" indent="-171450">
              <a:buFont typeface="Wingdings" panose="05000000000000000000" pitchFamily="2" charset="2"/>
              <a:buChar char="à"/>
            </a:pPr>
            <a:r>
              <a:rPr lang="nl-BE">
                <a:sym typeface="Wingdings" panose="05000000000000000000" pitchFamily="2" charset="2"/>
              </a:rPr>
              <a:t>[</a:t>
            </a:r>
            <a:r>
              <a:rPr lang="nl-BE" err="1">
                <a:sym typeface="Wingdings" panose="05000000000000000000" pitchFamily="2" charset="2"/>
              </a:rPr>
              <a:t>a,b</a:t>
            </a:r>
            <a:r>
              <a:rPr lang="nl-BE">
                <a:sym typeface="Wingdings" panose="05000000000000000000" pitchFamily="2" charset="2"/>
              </a:rPr>
              <a:t>]</a:t>
            </a:r>
          </a:p>
          <a:p>
            <a:pPr marL="171450" indent="-171450">
              <a:buFont typeface="Wingdings" panose="05000000000000000000" pitchFamily="2" charset="2"/>
              <a:buChar char="à"/>
            </a:pPr>
            <a:endParaRPr lang="nl-BE">
              <a:sym typeface="Wingdings" panose="05000000000000000000" pitchFamily="2" charset="2"/>
            </a:endParaRPr>
          </a:p>
          <a:p>
            <a:pPr marL="0" indent="0">
              <a:buFont typeface="Wingdings" panose="05000000000000000000" pitchFamily="2" charset="2"/>
              <a:buNone/>
            </a:pPr>
            <a:r>
              <a:rPr lang="nl-BE">
                <a:sym typeface="Wingdings" panose="05000000000000000000" pitchFamily="2" charset="2"/>
              </a:rPr>
              <a:t>Poly1d </a:t>
            </a:r>
            <a:r>
              <a:rPr lang="nl-BE" err="1">
                <a:sym typeface="Wingdings" panose="05000000000000000000" pitchFamily="2" charset="2"/>
              </a:rPr>
              <a:t>creates</a:t>
            </a:r>
            <a:r>
              <a:rPr lang="nl-BE">
                <a:sym typeface="Wingdings" panose="05000000000000000000" pitchFamily="2" charset="2"/>
              </a:rPr>
              <a:t> </a:t>
            </a:r>
            <a:r>
              <a:rPr lang="nl-BE" err="1">
                <a:sym typeface="Wingdings" panose="05000000000000000000" pitchFamily="2" charset="2"/>
              </a:rPr>
              <a:t>the</a:t>
            </a:r>
            <a:r>
              <a:rPr lang="nl-BE">
                <a:sym typeface="Wingdings" panose="05000000000000000000" pitchFamily="2" charset="2"/>
              </a:rPr>
              <a:t> </a:t>
            </a:r>
            <a:r>
              <a:rPr lang="nl-BE" err="1">
                <a:sym typeface="Wingdings" panose="05000000000000000000" pitchFamily="2" charset="2"/>
              </a:rPr>
              <a:t>equation</a:t>
            </a:r>
            <a:r>
              <a:rPr lang="nl-BE">
                <a:sym typeface="Wingdings" panose="05000000000000000000" pitchFamily="2" charset="2"/>
              </a:rPr>
              <a:t> </a:t>
            </a:r>
            <a:r>
              <a:rPr lang="nl-BE" err="1">
                <a:sym typeface="Wingdings" panose="05000000000000000000" pitchFamily="2" charset="2"/>
              </a:rPr>
              <a:t>based</a:t>
            </a:r>
            <a:r>
              <a:rPr lang="nl-BE">
                <a:sym typeface="Wingdings" panose="05000000000000000000" pitchFamily="2" charset="2"/>
              </a:rPr>
              <a:t> on these </a:t>
            </a:r>
            <a:r>
              <a:rPr lang="nl-BE" err="1">
                <a:sym typeface="Wingdings" panose="05000000000000000000" pitchFamily="2" charset="2"/>
              </a:rPr>
              <a:t>returned</a:t>
            </a:r>
            <a:r>
              <a:rPr lang="nl-BE">
                <a:sym typeface="Wingdings" panose="05000000000000000000" pitchFamily="2" charset="2"/>
              </a:rPr>
              <a:t> </a:t>
            </a:r>
            <a:r>
              <a:rPr lang="nl-BE" err="1">
                <a:sym typeface="Wingdings" panose="05000000000000000000" pitchFamily="2" charset="2"/>
              </a:rPr>
              <a:t>coefficients</a:t>
            </a:r>
            <a:r>
              <a:rPr lang="nl-BE">
                <a:sym typeface="Wingdings" panose="05000000000000000000" pitchFamily="2" charset="2"/>
              </a:rPr>
              <a:t>:</a:t>
            </a:r>
          </a:p>
          <a:p>
            <a:pPr marL="0" indent="0">
              <a:buFont typeface="Wingdings" panose="05000000000000000000" pitchFamily="2" charset="2"/>
              <a:buNone/>
            </a:pPr>
            <a:r>
              <a:rPr lang="nl-BE">
                <a:sym typeface="Wingdings" panose="05000000000000000000" pitchFamily="2" charset="2"/>
              </a:rPr>
              <a:t> </a:t>
            </a:r>
            <a:r>
              <a:rPr lang="nl-BE" err="1">
                <a:sym typeface="Wingdings" panose="05000000000000000000" pitchFamily="2" charset="2"/>
              </a:rPr>
              <a:t>ax</a:t>
            </a:r>
            <a:r>
              <a:rPr lang="nl-BE">
                <a:sym typeface="Wingdings" panose="05000000000000000000" pitchFamily="2" charset="2"/>
              </a:rPr>
              <a:t> + b</a:t>
            </a:r>
            <a:endParaRPr lang="nl-BE"/>
          </a:p>
        </p:txBody>
      </p:sp>
      <p:sp>
        <p:nvSpPr>
          <p:cNvPr id="4" name="Slide Number Placeholder 3"/>
          <p:cNvSpPr>
            <a:spLocks noGrp="1"/>
          </p:cNvSpPr>
          <p:nvPr>
            <p:ph type="sldNum" sz="quarter" idx="5"/>
          </p:nvPr>
        </p:nvSpPr>
        <p:spPr/>
        <p:txBody>
          <a:bodyPr/>
          <a:lstStyle/>
          <a:p>
            <a:fld id="{2F1A7F70-BA74-4B93-A504-6802F0D0CD34}" type="slidenum">
              <a:rPr lang="nl-BE" smtClean="0"/>
              <a:t>42</a:t>
            </a:fld>
            <a:endParaRPr lang="nl-BE"/>
          </a:p>
        </p:txBody>
      </p:sp>
    </p:spTree>
    <p:extLst>
      <p:ext uri="{BB962C8B-B14F-4D97-AF65-F5344CB8AC3E}">
        <p14:creationId xmlns:p14="http://schemas.microsoft.com/office/powerpoint/2010/main" val="18781513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a:t>y = ax² +</a:t>
            </a:r>
            <a:r>
              <a:rPr lang="nl-BE" err="1"/>
              <a:t>bx</a:t>
            </a:r>
            <a:r>
              <a:rPr lang="nl-BE"/>
              <a:t> +c </a:t>
            </a:r>
          </a:p>
          <a:p>
            <a:endParaRPr lang="nl-BE"/>
          </a:p>
          <a:p>
            <a:pPr marL="0" marR="0" lvl="0" indent="0" algn="l" defTabSz="914400" rtl="0" eaLnBrk="1" fontAlgn="auto" latinLnBrk="0" hangingPunct="1">
              <a:lnSpc>
                <a:spcPct val="100000"/>
              </a:lnSpc>
              <a:spcBef>
                <a:spcPts val="0"/>
              </a:spcBef>
              <a:spcAft>
                <a:spcPts val="0"/>
              </a:spcAft>
              <a:buClrTx/>
              <a:buSzTx/>
              <a:buFontTx/>
              <a:buNone/>
              <a:tabLst/>
              <a:defRPr/>
            </a:pPr>
            <a:r>
              <a:rPr lang="nl-BE" err="1"/>
              <a:t>Polyfit</a:t>
            </a:r>
            <a:r>
              <a:rPr lang="nl-BE"/>
              <a:t> returns a list </a:t>
            </a:r>
            <a:r>
              <a:rPr lang="nl-BE" err="1"/>
              <a:t>with</a:t>
            </a:r>
            <a:r>
              <a:rPr lang="nl-BE"/>
              <a:t> </a:t>
            </a:r>
            <a:r>
              <a:rPr lang="nl-BE" err="1"/>
              <a:t>the</a:t>
            </a:r>
            <a:r>
              <a:rPr lang="nl-BE"/>
              <a:t> </a:t>
            </a:r>
            <a:r>
              <a:rPr lang="nl-BE" err="1"/>
              <a:t>coefficients</a:t>
            </a:r>
            <a:r>
              <a:rPr lang="nl-BE"/>
              <a:t> of </a:t>
            </a:r>
            <a:r>
              <a:rPr lang="nl-BE" err="1"/>
              <a:t>the</a:t>
            </a:r>
            <a:r>
              <a:rPr lang="nl-BE"/>
              <a:t> </a:t>
            </a:r>
            <a:r>
              <a:rPr lang="nl-BE" err="1"/>
              <a:t>equation</a:t>
            </a:r>
            <a:r>
              <a:rPr lang="nl-BE"/>
              <a:t> y = ax² +</a:t>
            </a:r>
            <a:r>
              <a:rPr lang="nl-BE" err="1"/>
              <a:t>bx</a:t>
            </a:r>
            <a:r>
              <a:rPr lang="nl-BE"/>
              <a:t> +c </a:t>
            </a:r>
          </a:p>
          <a:p>
            <a:pPr marL="171450" indent="-171450">
              <a:buFont typeface="Wingdings" panose="05000000000000000000" pitchFamily="2" charset="2"/>
              <a:buChar char="à"/>
            </a:pPr>
            <a:r>
              <a:rPr lang="nl-BE">
                <a:sym typeface="Wingdings" panose="05000000000000000000" pitchFamily="2" charset="2"/>
              </a:rPr>
              <a:t>[</a:t>
            </a:r>
            <a:r>
              <a:rPr lang="nl-BE" err="1">
                <a:sym typeface="Wingdings" panose="05000000000000000000" pitchFamily="2" charset="2"/>
              </a:rPr>
              <a:t>a,b,c</a:t>
            </a:r>
            <a:r>
              <a:rPr lang="nl-BE">
                <a:sym typeface="Wingdings" panose="05000000000000000000" pitchFamily="2" charset="2"/>
              </a:rPr>
              <a:t>]</a:t>
            </a:r>
          </a:p>
          <a:p>
            <a:pPr marL="171450" indent="-171450">
              <a:buFont typeface="Wingdings" panose="05000000000000000000" pitchFamily="2" charset="2"/>
              <a:buChar char="à"/>
            </a:pPr>
            <a:endParaRPr lang="nl-BE">
              <a:sym typeface="Wingdings" panose="05000000000000000000" pitchFamily="2" charset="2"/>
            </a:endParaRPr>
          </a:p>
          <a:p>
            <a:pPr marL="0" indent="0">
              <a:buFont typeface="Wingdings" panose="05000000000000000000" pitchFamily="2" charset="2"/>
              <a:buNone/>
            </a:pPr>
            <a:r>
              <a:rPr lang="nl-BE">
                <a:sym typeface="Wingdings" panose="05000000000000000000" pitchFamily="2" charset="2"/>
              </a:rPr>
              <a:t>Poly1d </a:t>
            </a:r>
            <a:r>
              <a:rPr lang="nl-BE" err="1">
                <a:sym typeface="Wingdings" panose="05000000000000000000" pitchFamily="2" charset="2"/>
              </a:rPr>
              <a:t>creates</a:t>
            </a:r>
            <a:r>
              <a:rPr lang="nl-BE">
                <a:sym typeface="Wingdings" panose="05000000000000000000" pitchFamily="2" charset="2"/>
              </a:rPr>
              <a:t> </a:t>
            </a:r>
            <a:r>
              <a:rPr lang="nl-BE" err="1">
                <a:sym typeface="Wingdings" panose="05000000000000000000" pitchFamily="2" charset="2"/>
              </a:rPr>
              <a:t>the</a:t>
            </a:r>
            <a:r>
              <a:rPr lang="nl-BE">
                <a:sym typeface="Wingdings" panose="05000000000000000000" pitchFamily="2" charset="2"/>
              </a:rPr>
              <a:t> </a:t>
            </a:r>
            <a:r>
              <a:rPr lang="nl-BE" err="1">
                <a:sym typeface="Wingdings" panose="05000000000000000000" pitchFamily="2" charset="2"/>
              </a:rPr>
              <a:t>equation</a:t>
            </a:r>
            <a:r>
              <a:rPr lang="nl-BE">
                <a:sym typeface="Wingdings" panose="05000000000000000000" pitchFamily="2" charset="2"/>
              </a:rPr>
              <a:t> </a:t>
            </a:r>
            <a:r>
              <a:rPr lang="nl-BE" err="1">
                <a:sym typeface="Wingdings" panose="05000000000000000000" pitchFamily="2" charset="2"/>
              </a:rPr>
              <a:t>based</a:t>
            </a:r>
            <a:r>
              <a:rPr lang="nl-BE">
                <a:sym typeface="Wingdings" panose="05000000000000000000" pitchFamily="2" charset="2"/>
              </a:rPr>
              <a:t> on these </a:t>
            </a:r>
            <a:r>
              <a:rPr lang="nl-BE" err="1">
                <a:sym typeface="Wingdings" panose="05000000000000000000" pitchFamily="2" charset="2"/>
              </a:rPr>
              <a:t>returned</a:t>
            </a:r>
            <a:r>
              <a:rPr lang="nl-BE">
                <a:sym typeface="Wingdings" panose="05000000000000000000" pitchFamily="2" charset="2"/>
              </a:rPr>
              <a:t> </a:t>
            </a:r>
            <a:r>
              <a:rPr lang="nl-BE" err="1">
                <a:sym typeface="Wingdings" panose="05000000000000000000" pitchFamily="2" charset="2"/>
              </a:rPr>
              <a:t>coefficients</a:t>
            </a:r>
            <a:r>
              <a:rPr lang="nl-BE">
                <a:sym typeface="Wingdings" panose="05000000000000000000" pitchFamily="2" charset="2"/>
              </a:rPr>
              <a:t>:</a:t>
            </a:r>
          </a:p>
          <a:p>
            <a:r>
              <a:rPr lang="nl-BE">
                <a:sym typeface="Wingdings" panose="05000000000000000000" pitchFamily="2" charset="2"/>
              </a:rPr>
              <a:t> </a:t>
            </a:r>
            <a:r>
              <a:rPr lang="nl-BE"/>
              <a:t>ax² +</a:t>
            </a:r>
            <a:r>
              <a:rPr lang="nl-BE" err="1"/>
              <a:t>bx</a:t>
            </a:r>
            <a:r>
              <a:rPr lang="nl-BE"/>
              <a:t> +c </a:t>
            </a:r>
          </a:p>
          <a:p>
            <a:endParaRPr lang="nl-BE"/>
          </a:p>
          <a:p>
            <a:endParaRPr lang="nl-BE"/>
          </a:p>
          <a:p>
            <a:r>
              <a:rPr lang="nl-BE" err="1"/>
              <a:t>coefficient</a:t>
            </a:r>
            <a:r>
              <a:rPr lang="nl-BE"/>
              <a:t> a positief: dal parabool</a:t>
            </a:r>
          </a:p>
          <a:p>
            <a:r>
              <a:rPr lang="nl-BE" err="1"/>
              <a:t>coefficient</a:t>
            </a:r>
            <a:r>
              <a:rPr lang="nl-BE"/>
              <a:t> a negatief: top parabool</a:t>
            </a:r>
          </a:p>
        </p:txBody>
      </p:sp>
      <p:sp>
        <p:nvSpPr>
          <p:cNvPr id="4" name="Slide Number Placeholder 3"/>
          <p:cNvSpPr>
            <a:spLocks noGrp="1"/>
          </p:cNvSpPr>
          <p:nvPr>
            <p:ph type="sldNum" sz="quarter" idx="5"/>
          </p:nvPr>
        </p:nvSpPr>
        <p:spPr/>
        <p:txBody>
          <a:bodyPr/>
          <a:lstStyle/>
          <a:p>
            <a:fld id="{2F1A7F70-BA74-4B93-A504-6802F0D0CD34}" type="slidenum">
              <a:rPr lang="nl-BE" smtClean="0"/>
              <a:t>43</a:t>
            </a:fld>
            <a:endParaRPr lang="nl-BE"/>
          </a:p>
        </p:txBody>
      </p:sp>
    </p:spTree>
    <p:extLst>
      <p:ext uri="{BB962C8B-B14F-4D97-AF65-F5344CB8AC3E}">
        <p14:creationId xmlns:p14="http://schemas.microsoft.com/office/powerpoint/2010/main" val="11262394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44</a:t>
            </a:fld>
            <a:endParaRPr lang="nl-BE"/>
          </a:p>
        </p:txBody>
      </p:sp>
    </p:spTree>
    <p:extLst>
      <p:ext uri="{BB962C8B-B14F-4D97-AF65-F5344CB8AC3E}">
        <p14:creationId xmlns:p14="http://schemas.microsoft.com/office/powerpoint/2010/main" val="8461215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https://www.youtube.com/watch?v=mG__Wpp9dns&amp;ab_channel=zedstatistics</a:t>
            </a:r>
          </a:p>
          <a:p>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45</a:t>
            </a:fld>
            <a:endParaRPr lang="nl-BE"/>
          </a:p>
        </p:txBody>
      </p:sp>
    </p:spTree>
    <p:extLst>
      <p:ext uri="{BB962C8B-B14F-4D97-AF65-F5344CB8AC3E}">
        <p14:creationId xmlns:p14="http://schemas.microsoft.com/office/powerpoint/2010/main" val="29984011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Verdana" panose="020B0604030504040204" pitchFamily="34" charset="0"/>
              </a:rPr>
              <a:t>https://www.mathsisfun.com/data/standard-deviation.html  (dogs example)</a:t>
            </a:r>
          </a:p>
          <a:p>
            <a:r>
              <a:rPr lang="en-US" b="0" i="0" dirty="0">
                <a:solidFill>
                  <a:srgbClr val="333333"/>
                </a:solidFill>
                <a:effectLst/>
                <a:latin typeface="Verdana" panose="020B0604030504040204" pitchFamily="34" charset="0"/>
              </a:rPr>
              <a:t>https://www.mathsisfun.com/data/correlation.html</a:t>
            </a:r>
          </a:p>
          <a:p>
            <a:endParaRPr lang="en-US" b="0" i="0" dirty="0">
              <a:solidFill>
                <a:srgbClr val="333333"/>
              </a:solidFill>
              <a:effectLst/>
              <a:latin typeface="Verdana" panose="020B0604030504040204" pitchFamily="34" charset="0"/>
            </a:endParaRPr>
          </a:p>
          <a:p>
            <a:r>
              <a:rPr lang="en-US" b="0" i="0" dirty="0">
                <a:solidFill>
                  <a:srgbClr val="339900"/>
                </a:solidFill>
                <a:effectLst/>
                <a:latin typeface="Verdana" panose="020B0604030504040204" pitchFamily="34" charset="0"/>
              </a:rPr>
              <a:t>The </a:t>
            </a:r>
            <a:r>
              <a:rPr lang="en-US" b="1" i="0" dirty="0">
                <a:solidFill>
                  <a:srgbClr val="339900"/>
                </a:solidFill>
                <a:effectLst/>
                <a:latin typeface="Verdana" panose="020B0604030504040204" pitchFamily="34" charset="0"/>
              </a:rPr>
              <a:t>variance </a:t>
            </a:r>
            <a:r>
              <a:rPr lang="en-US" b="0" i="0" dirty="0">
                <a:solidFill>
                  <a:srgbClr val="339900"/>
                </a:solidFill>
                <a:effectLst/>
                <a:latin typeface="Verdana" panose="020B0604030504040204" pitchFamily="34" charset="0"/>
              </a:rPr>
              <a:t> = the average of the </a:t>
            </a:r>
            <a:r>
              <a:rPr lang="en-US" b="1" i="0" dirty="0">
                <a:solidFill>
                  <a:srgbClr val="339900"/>
                </a:solidFill>
                <a:effectLst/>
                <a:latin typeface="Verdana" panose="020B0604030504040204" pitchFamily="34" charset="0"/>
              </a:rPr>
              <a:t>squared</a:t>
            </a:r>
            <a:r>
              <a:rPr lang="en-US" b="0" i="0" dirty="0">
                <a:solidFill>
                  <a:srgbClr val="339900"/>
                </a:solidFill>
                <a:effectLst/>
                <a:latin typeface="Verdana" panose="020B0604030504040204" pitchFamily="34" charset="0"/>
              </a:rPr>
              <a:t> differences from the Mean.</a:t>
            </a: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Verdana" panose="020B0604030504040204" pitchFamily="34" charset="0"/>
              </a:rPr>
              <a:t>The standard deviation (Greek letter sigma) is the</a:t>
            </a:r>
            <a:r>
              <a:rPr lang="en-US" b="1" i="0" dirty="0">
                <a:solidFill>
                  <a:srgbClr val="333333"/>
                </a:solidFill>
                <a:effectLst/>
                <a:latin typeface="Verdana" panose="020B0604030504040204" pitchFamily="34" charset="0"/>
              </a:rPr>
              <a:t> square root</a:t>
            </a:r>
            <a:r>
              <a:rPr lang="en-US" b="0" i="0" dirty="0">
                <a:solidFill>
                  <a:srgbClr val="333333"/>
                </a:solidFill>
                <a:effectLst/>
                <a:latin typeface="Verdana" panose="020B0604030504040204" pitchFamily="34" charset="0"/>
              </a:rPr>
              <a:t> of the </a:t>
            </a:r>
            <a:r>
              <a:rPr lang="en-US" b="1" i="0" dirty="0">
                <a:solidFill>
                  <a:srgbClr val="333333"/>
                </a:solidFill>
                <a:effectLst/>
                <a:latin typeface="Verdana" panose="020B0604030504040204" pitchFamily="34" charset="0"/>
              </a:rPr>
              <a:t>Variance </a:t>
            </a:r>
            <a:r>
              <a:rPr lang="en-US" b="0" i="0" dirty="0">
                <a:solidFill>
                  <a:srgbClr val="333333"/>
                </a:solidFill>
                <a:effectLst/>
                <a:latin typeface="Verdana" panose="020B0604030504040204" pitchFamily="34" charset="0"/>
              </a:rPr>
              <a:t>(Greek letter sigma²).</a:t>
            </a:r>
            <a:endParaRPr lang="en-US" b="0" i="0" dirty="0">
              <a:solidFill>
                <a:srgbClr val="339900"/>
              </a:solidFill>
              <a:effectLst/>
              <a:latin typeface="Verdana" panose="020B0604030504040204" pitchFamily="34" charset="0"/>
            </a:endParaRPr>
          </a:p>
          <a:p>
            <a:endParaRPr lang="nl-BE" dirty="0"/>
          </a:p>
          <a:p>
            <a:endParaRPr lang="nl-BE" dirty="0"/>
          </a:p>
          <a:p>
            <a:r>
              <a:rPr lang="nl-BE" dirty="0"/>
              <a:t>var(x)= (standard </a:t>
            </a:r>
            <a:r>
              <a:rPr lang="nl-BE" dirty="0" err="1"/>
              <a:t>deviation</a:t>
            </a:r>
            <a:r>
              <a:rPr lang="nl-BE" dirty="0"/>
              <a:t>)²</a:t>
            </a:r>
          </a:p>
          <a:p>
            <a:r>
              <a:rPr lang="nl-BE" dirty="0"/>
              <a:t>var (x) = (-3)² +2² +7² +(-8)² + 2²) /4 = 32,5</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err="1"/>
              <a:t>stdev</a:t>
            </a:r>
            <a:r>
              <a:rPr lang="nl-BE" dirty="0"/>
              <a:t> (x) = square root van var(x) or 32,5=  5,7</a:t>
            </a:r>
          </a:p>
          <a:p>
            <a:endParaRPr lang="nl-BE" dirty="0"/>
          </a:p>
        </p:txBody>
      </p:sp>
      <p:sp>
        <p:nvSpPr>
          <p:cNvPr id="4" name="Slide Number Placeholder 3"/>
          <p:cNvSpPr>
            <a:spLocks noGrp="1"/>
          </p:cNvSpPr>
          <p:nvPr>
            <p:ph type="sldNum" sz="quarter" idx="5"/>
          </p:nvPr>
        </p:nvSpPr>
        <p:spPr/>
        <p:txBody>
          <a:bodyPr/>
          <a:lstStyle/>
          <a:p>
            <a:fld id="{2F1A7F70-BA74-4B93-A504-6802F0D0CD34}" type="slidenum">
              <a:rPr lang="nl-BE" smtClean="0"/>
              <a:t>46</a:t>
            </a:fld>
            <a:endParaRPr lang="nl-BE"/>
          </a:p>
        </p:txBody>
      </p:sp>
    </p:spTree>
    <p:extLst>
      <p:ext uri="{BB962C8B-B14F-4D97-AF65-F5344CB8AC3E}">
        <p14:creationId xmlns:p14="http://schemas.microsoft.com/office/powerpoint/2010/main" val="38622735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err="1"/>
              <a:t>Greek</a:t>
            </a:r>
            <a:r>
              <a:rPr lang="nl-BE" dirty="0"/>
              <a:t> </a:t>
            </a:r>
            <a:r>
              <a:rPr lang="nl-BE" dirty="0" err="1"/>
              <a:t>symbol</a:t>
            </a:r>
            <a:r>
              <a:rPr lang="nl-BE" dirty="0"/>
              <a:t> </a:t>
            </a:r>
            <a:r>
              <a:rPr lang="nl-BE" dirty="0" err="1"/>
              <a:t>for</a:t>
            </a:r>
            <a:r>
              <a:rPr lang="nl-BE" dirty="0"/>
              <a:t> </a:t>
            </a:r>
            <a:r>
              <a:rPr lang="nl-BE" dirty="0" err="1"/>
              <a:t>correlation</a:t>
            </a:r>
            <a:r>
              <a:rPr lang="nl-BE" dirty="0"/>
              <a:t> is </a:t>
            </a:r>
            <a:r>
              <a:rPr lang="nl-BE" dirty="0" err="1"/>
              <a:t>rho</a:t>
            </a:r>
            <a:endParaRPr lang="nl-BE" dirty="0"/>
          </a:p>
        </p:txBody>
      </p:sp>
      <p:sp>
        <p:nvSpPr>
          <p:cNvPr id="4" name="Slide Number Placeholder 3"/>
          <p:cNvSpPr>
            <a:spLocks noGrp="1"/>
          </p:cNvSpPr>
          <p:nvPr>
            <p:ph type="sldNum" sz="quarter" idx="5"/>
          </p:nvPr>
        </p:nvSpPr>
        <p:spPr/>
        <p:txBody>
          <a:bodyPr/>
          <a:lstStyle/>
          <a:p>
            <a:fld id="{2F1A7F70-BA74-4B93-A504-6802F0D0CD34}" type="slidenum">
              <a:rPr lang="nl-BE" smtClean="0"/>
              <a:t>47</a:t>
            </a:fld>
            <a:endParaRPr lang="nl-BE"/>
          </a:p>
        </p:txBody>
      </p:sp>
    </p:spTree>
    <p:extLst>
      <p:ext uri="{BB962C8B-B14F-4D97-AF65-F5344CB8AC3E}">
        <p14:creationId xmlns:p14="http://schemas.microsoft.com/office/powerpoint/2010/main" val="968351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Most startup billionaires are high-school dropouts.</a:t>
            </a:r>
          </a:p>
          <a:p>
            <a:r>
              <a:rPr lang="en-BE" dirty="0"/>
              <a:t>“I’ll quit school, so I’ll become a billionaire”</a:t>
            </a:r>
            <a:br>
              <a:rPr lang="en-BE" dirty="0"/>
            </a:br>
            <a:br>
              <a:rPr lang="en-BE" dirty="0"/>
            </a:br>
            <a:r>
              <a:rPr lang="en-BE" dirty="0"/>
              <a:t>Watch out with strong conclusions!!</a:t>
            </a:r>
          </a:p>
          <a:p>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49</a:t>
            </a:fld>
            <a:endParaRPr lang="nl-BE"/>
          </a:p>
        </p:txBody>
      </p:sp>
    </p:spTree>
    <p:extLst>
      <p:ext uri="{BB962C8B-B14F-4D97-AF65-F5344CB8AC3E}">
        <p14:creationId xmlns:p14="http://schemas.microsoft.com/office/powerpoint/2010/main" val="32730106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54</a:t>
            </a:fld>
            <a:endParaRPr lang="nl-BE"/>
          </a:p>
        </p:txBody>
      </p:sp>
    </p:spTree>
    <p:extLst>
      <p:ext uri="{BB962C8B-B14F-4D97-AF65-F5344CB8AC3E}">
        <p14:creationId xmlns:p14="http://schemas.microsoft.com/office/powerpoint/2010/main" val="12567253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https://towardsdatascience.com/understanding-the-68-95-99-7-rule-for-a-normal-distribution-b7b7cbf760c2</a:t>
            </a:r>
          </a:p>
          <a:p>
            <a:endParaRPr lang="en-US"/>
          </a:p>
        </p:txBody>
      </p:sp>
      <p:sp>
        <p:nvSpPr>
          <p:cNvPr id="4" name="Slide Number Placeholder 3"/>
          <p:cNvSpPr>
            <a:spLocks noGrp="1"/>
          </p:cNvSpPr>
          <p:nvPr>
            <p:ph type="sldNum" sz="quarter" idx="5"/>
          </p:nvPr>
        </p:nvSpPr>
        <p:spPr/>
        <p:txBody>
          <a:bodyPr/>
          <a:lstStyle/>
          <a:p>
            <a:fld id="{B7FDCD8C-94BF-49FB-9010-4F075C03940A}" type="slidenum">
              <a:rPr lang="en-US" smtClean="0"/>
              <a:t>55</a:t>
            </a:fld>
            <a:endParaRPr lang="en-US"/>
          </a:p>
        </p:txBody>
      </p:sp>
    </p:spTree>
    <p:extLst>
      <p:ext uri="{BB962C8B-B14F-4D97-AF65-F5344CB8AC3E}">
        <p14:creationId xmlns:p14="http://schemas.microsoft.com/office/powerpoint/2010/main" val="27014270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https://www.r-graph-gallery.com/boxplot.html</a:t>
            </a:r>
          </a:p>
        </p:txBody>
      </p:sp>
      <p:sp>
        <p:nvSpPr>
          <p:cNvPr id="4" name="Slide Number Placeholder 3"/>
          <p:cNvSpPr>
            <a:spLocks noGrp="1"/>
          </p:cNvSpPr>
          <p:nvPr>
            <p:ph type="sldNum" sz="quarter" idx="5"/>
          </p:nvPr>
        </p:nvSpPr>
        <p:spPr/>
        <p:txBody>
          <a:bodyPr/>
          <a:lstStyle/>
          <a:p>
            <a:fld id="{B7FDCD8C-94BF-49FB-9010-4F075C03940A}" type="slidenum">
              <a:rPr lang="en-US" smtClean="0"/>
              <a:t>56</a:t>
            </a:fld>
            <a:endParaRPr lang="en-US"/>
          </a:p>
        </p:txBody>
      </p:sp>
    </p:spTree>
    <p:extLst>
      <p:ext uri="{BB962C8B-B14F-4D97-AF65-F5344CB8AC3E}">
        <p14:creationId xmlns:p14="http://schemas.microsoft.com/office/powerpoint/2010/main" val="14511843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https://towardsdatascience.com/understanding-boxplots-5e2df7bcbd51</a:t>
            </a:r>
          </a:p>
        </p:txBody>
      </p:sp>
      <p:sp>
        <p:nvSpPr>
          <p:cNvPr id="4" name="Slide Number Placeholder 3"/>
          <p:cNvSpPr>
            <a:spLocks noGrp="1"/>
          </p:cNvSpPr>
          <p:nvPr>
            <p:ph type="sldNum" sz="quarter" idx="5"/>
          </p:nvPr>
        </p:nvSpPr>
        <p:spPr/>
        <p:txBody>
          <a:bodyPr/>
          <a:lstStyle/>
          <a:p>
            <a:fld id="{B7FDCD8C-94BF-49FB-9010-4F075C03940A}" type="slidenum">
              <a:rPr lang="en-US" smtClean="0"/>
              <a:t>57</a:t>
            </a:fld>
            <a:endParaRPr lang="en-US"/>
          </a:p>
        </p:txBody>
      </p:sp>
    </p:spTree>
    <p:extLst>
      <p:ext uri="{BB962C8B-B14F-4D97-AF65-F5344CB8AC3E}">
        <p14:creationId xmlns:p14="http://schemas.microsoft.com/office/powerpoint/2010/main" val="24462353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https://en.wikipedia.org/wiki/Skewness</a:t>
            </a:r>
          </a:p>
          <a:p>
            <a:r>
              <a:rPr lang="en-US"/>
              <a:t>https://www.statology.org/left-skewed-vs-right-skewed/</a:t>
            </a:r>
          </a:p>
          <a:p>
            <a:r>
              <a:rPr lang="en-US"/>
              <a:t>Negative skew = left skewed = tail on the left side </a:t>
            </a:r>
          </a:p>
          <a:p>
            <a:r>
              <a:rPr lang="en-US"/>
              <a:t>Positive skew = right skewed = tail on the right side</a:t>
            </a:r>
          </a:p>
        </p:txBody>
      </p:sp>
      <p:sp>
        <p:nvSpPr>
          <p:cNvPr id="4" name="Slide Number Placeholder 3"/>
          <p:cNvSpPr>
            <a:spLocks noGrp="1"/>
          </p:cNvSpPr>
          <p:nvPr>
            <p:ph type="sldNum" sz="quarter" idx="5"/>
          </p:nvPr>
        </p:nvSpPr>
        <p:spPr/>
        <p:txBody>
          <a:bodyPr/>
          <a:lstStyle/>
          <a:p>
            <a:fld id="{B7FDCD8C-94BF-49FB-9010-4F075C03940A}" type="slidenum">
              <a:rPr lang="en-US" smtClean="0"/>
              <a:t>58</a:t>
            </a:fld>
            <a:endParaRPr lang="en-US"/>
          </a:p>
        </p:txBody>
      </p:sp>
    </p:spTree>
    <p:extLst>
      <p:ext uri="{BB962C8B-B14F-4D97-AF65-F5344CB8AC3E}">
        <p14:creationId xmlns:p14="http://schemas.microsoft.com/office/powerpoint/2010/main" val="38041921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15 and after 50 it’s (generally) impossible to conceive.</a:t>
            </a:r>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60</a:t>
            </a:fld>
            <a:endParaRPr lang="nl-BE"/>
          </a:p>
        </p:txBody>
      </p:sp>
    </p:spTree>
    <p:extLst>
      <p:ext uri="{BB962C8B-B14F-4D97-AF65-F5344CB8AC3E}">
        <p14:creationId xmlns:p14="http://schemas.microsoft.com/office/powerpoint/2010/main" val="27178303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Weight: skewed, babies have to be big enough to be born</a:t>
            </a:r>
          </a:p>
          <a:p>
            <a:r>
              <a:rPr lang="en-US" dirty="0"/>
              <a:t>- Age: see before</a:t>
            </a:r>
          </a:p>
          <a:p>
            <a:r>
              <a:rPr lang="en-US" dirty="0"/>
              <a:t>- Height: pretty normal</a:t>
            </a:r>
          </a:p>
          <a:p>
            <a:r>
              <a:rPr lang="en-US" dirty="0"/>
              <a:t>- Gestation (length of pregnancy in days): normal. 40 weeks = 280 days, which is the spike</a:t>
            </a:r>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61</a:t>
            </a:fld>
            <a:endParaRPr lang="nl-BE"/>
          </a:p>
        </p:txBody>
      </p:sp>
    </p:spTree>
    <p:extLst>
      <p:ext uri="{BB962C8B-B14F-4D97-AF65-F5344CB8AC3E}">
        <p14:creationId xmlns:p14="http://schemas.microsoft.com/office/powerpoint/2010/main" val="40586669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https://www.statology.org/negatively-skewed-distribution-examples/</a:t>
            </a:r>
          </a:p>
          <a:p>
            <a:endParaRPr lang="en-US"/>
          </a:p>
          <a:p>
            <a:r>
              <a:rPr lang="en-US"/>
              <a:t>Negative skew = Left skewed = tail on the left</a:t>
            </a:r>
          </a:p>
        </p:txBody>
      </p:sp>
      <p:sp>
        <p:nvSpPr>
          <p:cNvPr id="4" name="Slide Number Placeholder 3"/>
          <p:cNvSpPr>
            <a:spLocks noGrp="1"/>
          </p:cNvSpPr>
          <p:nvPr>
            <p:ph type="sldNum" sz="quarter" idx="5"/>
          </p:nvPr>
        </p:nvSpPr>
        <p:spPr/>
        <p:txBody>
          <a:bodyPr/>
          <a:lstStyle/>
          <a:p>
            <a:fld id="{B7FDCD8C-94BF-49FB-9010-4F075C03940A}" type="slidenum">
              <a:rPr lang="en-US" smtClean="0"/>
              <a:t>62</a:t>
            </a:fld>
            <a:endParaRPr lang="en-US"/>
          </a:p>
        </p:txBody>
      </p:sp>
    </p:spTree>
    <p:extLst>
      <p:ext uri="{BB962C8B-B14F-4D97-AF65-F5344CB8AC3E}">
        <p14:creationId xmlns:p14="http://schemas.microsoft.com/office/powerpoint/2010/main" val="9806177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https://www.statology.org/positively-skewed-distribution-examples/</a:t>
            </a:r>
          </a:p>
          <a:p>
            <a:endParaRPr lang="en-US"/>
          </a:p>
          <a:p>
            <a:r>
              <a:rPr lang="en-US"/>
              <a:t>Positive skew = right skewed = tail on the right</a:t>
            </a:r>
          </a:p>
        </p:txBody>
      </p:sp>
      <p:sp>
        <p:nvSpPr>
          <p:cNvPr id="4" name="Slide Number Placeholder 3"/>
          <p:cNvSpPr>
            <a:spLocks noGrp="1"/>
          </p:cNvSpPr>
          <p:nvPr>
            <p:ph type="sldNum" sz="quarter" idx="5"/>
          </p:nvPr>
        </p:nvSpPr>
        <p:spPr/>
        <p:txBody>
          <a:bodyPr/>
          <a:lstStyle/>
          <a:p>
            <a:fld id="{B7FDCD8C-94BF-49FB-9010-4F075C03940A}" type="slidenum">
              <a:rPr lang="en-US" smtClean="0"/>
              <a:t>63</a:t>
            </a:fld>
            <a:endParaRPr lang="en-US"/>
          </a:p>
        </p:txBody>
      </p:sp>
    </p:spTree>
    <p:extLst>
      <p:ext uri="{BB962C8B-B14F-4D97-AF65-F5344CB8AC3E}">
        <p14:creationId xmlns:p14="http://schemas.microsoft.com/office/powerpoint/2010/main" val="23503343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Negative skew = Left skewed = tail on the left</a:t>
            </a:r>
          </a:p>
          <a:p>
            <a:endParaRPr lang="en-US"/>
          </a:p>
          <a:p>
            <a:r>
              <a:rPr lang="en-US"/>
              <a:t>Positive skew = right skewed = tail on the right</a:t>
            </a:r>
          </a:p>
          <a:p>
            <a:endParaRPr lang="nl-BE"/>
          </a:p>
        </p:txBody>
      </p:sp>
      <p:sp>
        <p:nvSpPr>
          <p:cNvPr id="4" name="Slide Number Placeholder 3"/>
          <p:cNvSpPr>
            <a:spLocks noGrp="1"/>
          </p:cNvSpPr>
          <p:nvPr>
            <p:ph type="sldNum" sz="quarter" idx="5"/>
          </p:nvPr>
        </p:nvSpPr>
        <p:spPr/>
        <p:txBody>
          <a:bodyPr/>
          <a:lstStyle/>
          <a:p>
            <a:fld id="{2F1A7F70-BA74-4B93-A504-6802F0D0CD34}" type="slidenum">
              <a:rPr lang="nl-BE" smtClean="0"/>
              <a:t>64</a:t>
            </a:fld>
            <a:endParaRPr lang="nl-BE"/>
          </a:p>
        </p:txBody>
      </p:sp>
    </p:spTree>
    <p:extLst>
      <p:ext uri="{BB962C8B-B14F-4D97-AF65-F5344CB8AC3E}">
        <p14:creationId xmlns:p14="http://schemas.microsoft.com/office/powerpoint/2010/main" val="27188505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err="1"/>
              <a:t>Population</a:t>
            </a:r>
            <a:r>
              <a:rPr lang="nl-BE" dirty="0"/>
              <a:t> </a:t>
            </a:r>
            <a:r>
              <a:rPr lang="nl-BE" dirty="0" err="1"/>
              <a:t>mean</a:t>
            </a:r>
            <a:r>
              <a:rPr lang="nl-BE" dirty="0"/>
              <a:t> = </a:t>
            </a:r>
            <a:r>
              <a:rPr lang="nl-BE" dirty="0" err="1"/>
              <a:t>greek</a:t>
            </a:r>
            <a:r>
              <a:rPr lang="nl-BE" dirty="0"/>
              <a:t> letter mu</a:t>
            </a:r>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68</a:t>
            </a:fld>
            <a:endParaRPr lang="nl-BE"/>
          </a:p>
        </p:txBody>
      </p:sp>
    </p:spTree>
    <p:extLst>
      <p:ext uri="{BB962C8B-B14F-4D97-AF65-F5344CB8AC3E}">
        <p14:creationId xmlns:p14="http://schemas.microsoft.com/office/powerpoint/2010/main" val="33618645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333333"/>
                </a:solidFill>
                <a:effectLst/>
                <a:latin typeface="Verdana" panose="020B0604030504040204" pitchFamily="34" charset="0"/>
              </a:rPr>
              <a:t>https://www.mathsisfun.com/data/standard-deviation.html  (dogs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333333"/>
              </a:solidFill>
              <a:effectLst/>
              <a:latin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333333"/>
              </a:solidFill>
              <a:effectLst/>
              <a:latin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a:solidFill>
                <a:srgbClr val="333333"/>
              </a:solidFill>
              <a:effectLst/>
              <a:latin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202122"/>
                </a:solidFill>
                <a:effectLst/>
                <a:latin typeface="Arial" panose="020B0604020202020204" pitchFamily="34" charset="0"/>
              </a:rPr>
              <a:t>Golden </a:t>
            </a:r>
            <a:r>
              <a:rPr lang="en-US" b="0" i="0" err="1">
                <a:solidFill>
                  <a:srgbClr val="202122"/>
                </a:solidFill>
                <a:effectLst/>
                <a:latin typeface="Arial" panose="020B0604020202020204" pitchFamily="34" charset="0"/>
              </a:rPr>
              <a:t>Gaytime</a:t>
            </a:r>
            <a:r>
              <a:rPr lang="en-US" b="0" i="0">
                <a:solidFill>
                  <a:srgbClr val="202122"/>
                </a:solidFill>
                <a:effectLst/>
                <a:latin typeface="Arial" panose="020B0604020202020204" pitchFamily="34" charset="0"/>
              </a:rPr>
              <a:t> is a popular ice cream snack that is made and distributed by the a confectionery company in </a:t>
            </a:r>
            <a:r>
              <a:rPr lang="en-US" b="0" i="0" u="none" strike="noStrike">
                <a:solidFill>
                  <a:srgbClr val="3366CC"/>
                </a:solidFill>
                <a:effectLst/>
                <a:latin typeface="Arial" panose="020B0604020202020204" pitchFamily="34" charset="0"/>
              </a:rPr>
              <a:t>Australia</a:t>
            </a:r>
            <a:r>
              <a:rPr lang="en-US" b="0" i="0">
                <a:solidFill>
                  <a:srgbClr val="202122"/>
                </a:solidFill>
                <a:effectLst/>
                <a:latin typeface="Arial" panose="020B0604020202020204" pitchFamily="34" charset="0"/>
              </a:rPr>
              <a:t>, and first released in 1959.It is a toffee and vanilla ice cream dipped in chocolate, and wrapped in vanilla biscuit-like "crumbs" on a wooden stick. Its name has survived intact regardless, or because, of the possible </a:t>
            </a:r>
            <a:r>
              <a:rPr lang="en-US" b="0" i="0" u="none" strike="noStrike">
                <a:solidFill>
                  <a:srgbClr val="3366CC"/>
                </a:solidFill>
                <a:effectLst/>
                <a:latin typeface="Arial" panose="020B0604020202020204" pitchFamily="34" charset="0"/>
                <a:hlinkClick r:id="rId3" tooltip="Gay"/>
              </a:rPr>
              <a:t>homosexual connotations</a:t>
            </a:r>
            <a:r>
              <a:rPr lang="en-US" b="0" i="0">
                <a:solidFill>
                  <a:srgbClr val="202122"/>
                </a:solidFill>
                <a:effectLst/>
                <a:latin typeface="Arial" panose="020B0604020202020204" pitchFamily="34" charset="0"/>
              </a:rPr>
              <a:t> in modern decades.</a:t>
            </a:r>
            <a:endParaRPr lang="en-US" b="0" i="0">
              <a:solidFill>
                <a:srgbClr val="333333"/>
              </a:solidFill>
              <a:effectLst/>
              <a:latin typeface="Verdana" panose="020B0604030504040204" pitchFamily="34" charset="0"/>
            </a:endParaRPr>
          </a:p>
          <a:p>
            <a:endParaRPr lang="nl-BE"/>
          </a:p>
        </p:txBody>
      </p:sp>
      <p:sp>
        <p:nvSpPr>
          <p:cNvPr id="4" name="Slide Number Placeholder 3"/>
          <p:cNvSpPr>
            <a:spLocks noGrp="1"/>
          </p:cNvSpPr>
          <p:nvPr>
            <p:ph type="sldNum" sz="quarter" idx="5"/>
          </p:nvPr>
        </p:nvSpPr>
        <p:spPr/>
        <p:txBody>
          <a:bodyPr/>
          <a:lstStyle/>
          <a:p>
            <a:fld id="{2F1A7F70-BA74-4B93-A504-6802F0D0CD34}" type="slidenum">
              <a:rPr lang="nl-BE" smtClean="0"/>
              <a:t>69</a:t>
            </a:fld>
            <a:endParaRPr lang="nl-BE"/>
          </a:p>
        </p:txBody>
      </p:sp>
    </p:spTree>
    <p:extLst>
      <p:ext uri="{BB962C8B-B14F-4D97-AF65-F5344CB8AC3E}">
        <p14:creationId xmlns:p14="http://schemas.microsoft.com/office/powerpoint/2010/main" val="12405851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https://www.youtube.com/watch?v=wpY9o_OyxoQ&amp;ab_channel=zedstatistics</a:t>
            </a:r>
          </a:p>
          <a:p>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70</a:t>
            </a:fld>
            <a:endParaRPr lang="nl-BE"/>
          </a:p>
        </p:txBody>
      </p:sp>
    </p:spTree>
    <p:extLst>
      <p:ext uri="{BB962C8B-B14F-4D97-AF65-F5344CB8AC3E}">
        <p14:creationId xmlns:p14="http://schemas.microsoft.com/office/powerpoint/2010/main" val="31670393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FYI: </a:t>
            </a:r>
            <a:r>
              <a:rPr lang="nl-BE" dirty="0" err="1"/>
              <a:t>why</a:t>
            </a:r>
            <a:r>
              <a:rPr lang="nl-BE" dirty="0"/>
              <a:t> do we </a:t>
            </a:r>
            <a:r>
              <a:rPr lang="nl-BE" dirty="0" err="1"/>
              <a:t>devide</a:t>
            </a:r>
            <a:r>
              <a:rPr lang="nl-BE" dirty="0"/>
              <a:t> </a:t>
            </a:r>
            <a:r>
              <a:rPr lang="nl-BE" dirty="0" err="1"/>
              <a:t>by</a:t>
            </a:r>
            <a:r>
              <a:rPr lang="nl-BE" dirty="0"/>
              <a:t> N-1 </a:t>
            </a:r>
            <a:r>
              <a:rPr lang="nl-BE" dirty="0" err="1"/>
              <a:t>instead</a:t>
            </a:r>
            <a:r>
              <a:rPr lang="nl-BE" dirty="0"/>
              <a:t> of N </a:t>
            </a:r>
            <a:r>
              <a:rPr lang="nl-BE" dirty="0" err="1"/>
              <a:t>to</a:t>
            </a:r>
            <a:r>
              <a:rPr lang="nl-BE" dirty="0"/>
              <a:t> </a:t>
            </a:r>
            <a:r>
              <a:rPr lang="nl-BE" dirty="0" err="1"/>
              <a:t>calculate</a:t>
            </a:r>
            <a:r>
              <a:rPr lang="nl-BE" dirty="0"/>
              <a:t> </a:t>
            </a:r>
            <a:r>
              <a:rPr lang="nl-BE" dirty="0" err="1"/>
              <a:t>variance</a:t>
            </a:r>
            <a:r>
              <a:rPr lang="nl-BE" dirty="0"/>
              <a:t>?</a:t>
            </a:r>
            <a:br>
              <a:rPr lang="nl-BE" dirty="0"/>
            </a:br>
            <a:r>
              <a:rPr lang="nl-BE" dirty="0"/>
              <a:t>The </a:t>
            </a:r>
            <a:r>
              <a:rPr lang="nl-BE" dirty="0" err="1"/>
              <a:t>variance</a:t>
            </a:r>
            <a:r>
              <a:rPr lang="nl-BE" dirty="0"/>
              <a:t> </a:t>
            </a:r>
            <a:r>
              <a:rPr lang="nl-BE" dirty="0" err="1"/>
              <a:t>should</a:t>
            </a:r>
            <a:r>
              <a:rPr lang="nl-BE" dirty="0"/>
              <a:t> </a:t>
            </a:r>
            <a:r>
              <a:rPr lang="nl-BE" dirty="0" err="1"/>
              <a:t>predict</a:t>
            </a:r>
            <a:r>
              <a:rPr lang="nl-BE" dirty="0"/>
              <a:t> </a:t>
            </a:r>
            <a:r>
              <a:rPr lang="nl-BE" dirty="0" err="1"/>
              <a:t>variance</a:t>
            </a:r>
            <a:r>
              <a:rPr lang="nl-BE" dirty="0"/>
              <a:t> </a:t>
            </a:r>
            <a:r>
              <a:rPr lang="nl-BE" dirty="0" err="1"/>
              <a:t>from</a:t>
            </a:r>
            <a:r>
              <a:rPr lang="nl-BE" dirty="0"/>
              <a:t> </a:t>
            </a:r>
            <a:r>
              <a:rPr lang="nl-BE" dirty="0" err="1"/>
              <a:t>population</a:t>
            </a:r>
            <a:r>
              <a:rPr lang="nl-BE" dirty="0"/>
              <a:t> </a:t>
            </a:r>
            <a:r>
              <a:rPr lang="nl-BE" dirty="0" err="1"/>
              <a:t>mean</a:t>
            </a:r>
            <a:r>
              <a:rPr lang="nl-BE" dirty="0"/>
              <a:t> but we </a:t>
            </a:r>
            <a:r>
              <a:rPr lang="nl-BE" dirty="0" err="1"/>
              <a:t>work</a:t>
            </a:r>
            <a:r>
              <a:rPr lang="nl-BE" dirty="0"/>
              <a:t> </a:t>
            </a:r>
            <a:r>
              <a:rPr lang="nl-BE" dirty="0" err="1"/>
              <a:t>with</a:t>
            </a:r>
            <a:r>
              <a:rPr lang="nl-BE" dirty="0"/>
              <a:t> sample means.  </a:t>
            </a:r>
            <a:r>
              <a:rPr lang="nl-BE" dirty="0" err="1"/>
              <a:t>So</a:t>
            </a:r>
            <a:r>
              <a:rPr lang="nl-BE" dirty="0"/>
              <a:t> </a:t>
            </a:r>
            <a:r>
              <a:rPr lang="nl-BE" dirty="0" err="1"/>
              <a:t>when</a:t>
            </a:r>
            <a:r>
              <a:rPr lang="nl-BE" dirty="0"/>
              <a:t> </a:t>
            </a:r>
            <a:r>
              <a:rPr lang="nl-BE" dirty="0" err="1"/>
              <a:t>dividing</a:t>
            </a:r>
            <a:r>
              <a:rPr lang="nl-BE" dirty="0"/>
              <a:t> </a:t>
            </a:r>
            <a:r>
              <a:rPr lang="nl-BE" dirty="0" err="1"/>
              <a:t>by</a:t>
            </a:r>
            <a:r>
              <a:rPr lang="nl-BE" dirty="0"/>
              <a:t> 6 we </a:t>
            </a:r>
            <a:r>
              <a:rPr lang="nl-BE" dirty="0" err="1"/>
              <a:t>would</a:t>
            </a:r>
            <a:r>
              <a:rPr lang="nl-BE" dirty="0"/>
              <a:t> have a smaller </a:t>
            </a:r>
            <a:r>
              <a:rPr lang="nl-BE" dirty="0" err="1"/>
              <a:t>variance</a:t>
            </a:r>
            <a:r>
              <a:rPr lang="nl-BE" dirty="0"/>
              <a:t>. </a:t>
            </a:r>
            <a:r>
              <a:rPr lang="nl-BE" dirty="0" err="1"/>
              <a:t>So</a:t>
            </a:r>
            <a:r>
              <a:rPr lang="nl-BE" dirty="0"/>
              <a:t> </a:t>
            </a:r>
            <a:r>
              <a:rPr lang="nl-BE" dirty="0" err="1"/>
              <a:t>to</a:t>
            </a:r>
            <a:r>
              <a:rPr lang="nl-BE" dirty="0"/>
              <a:t> </a:t>
            </a:r>
            <a:r>
              <a:rPr lang="nl-BE" dirty="0" err="1"/>
              <a:t>compensate</a:t>
            </a:r>
            <a:r>
              <a:rPr lang="nl-BE" dirty="0"/>
              <a:t> </a:t>
            </a:r>
            <a:r>
              <a:rPr lang="nl-BE" dirty="0" err="1"/>
              <a:t>for</a:t>
            </a:r>
            <a:r>
              <a:rPr lang="nl-BE" dirty="0"/>
              <a:t> </a:t>
            </a:r>
            <a:r>
              <a:rPr lang="nl-BE" dirty="0" err="1"/>
              <a:t>this</a:t>
            </a:r>
            <a:r>
              <a:rPr lang="nl-BE" dirty="0"/>
              <a:t> </a:t>
            </a:r>
            <a:r>
              <a:rPr lang="nl-BE" dirty="0" err="1"/>
              <a:t>estimate</a:t>
            </a:r>
            <a:r>
              <a:rPr lang="nl-BE" dirty="0"/>
              <a:t> </a:t>
            </a:r>
            <a:r>
              <a:rPr lang="nl-BE" dirty="0" err="1"/>
              <a:t>mean</a:t>
            </a:r>
            <a:r>
              <a:rPr lang="nl-BE" dirty="0"/>
              <a:t> we </a:t>
            </a:r>
            <a:r>
              <a:rPr lang="nl-BE" dirty="0" err="1"/>
              <a:t>divide</a:t>
            </a:r>
            <a:r>
              <a:rPr lang="nl-BE" dirty="0"/>
              <a:t> </a:t>
            </a:r>
            <a:r>
              <a:rPr lang="nl-BE" dirty="0" err="1"/>
              <a:t>by</a:t>
            </a:r>
            <a:r>
              <a:rPr lang="nl-BE" dirty="0"/>
              <a:t> sample </a:t>
            </a:r>
            <a:r>
              <a:rPr lang="nl-BE" dirty="0" err="1"/>
              <a:t>size</a:t>
            </a:r>
            <a:r>
              <a:rPr lang="nl-BE" dirty="0"/>
              <a:t> -1. </a:t>
            </a:r>
            <a:br>
              <a:rPr lang="nl-BE" dirty="0"/>
            </a:br>
            <a:endParaRPr lang="nl-BE" dirty="0"/>
          </a:p>
        </p:txBody>
      </p:sp>
      <p:sp>
        <p:nvSpPr>
          <p:cNvPr id="4" name="Slide Number Placeholder 3"/>
          <p:cNvSpPr>
            <a:spLocks noGrp="1"/>
          </p:cNvSpPr>
          <p:nvPr>
            <p:ph type="sldNum" sz="quarter" idx="5"/>
          </p:nvPr>
        </p:nvSpPr>
        <p:spPr/>
        <p:txBody>
          <a:bodyPr/>
          <a:lstStyle/>
          <a:p>
            <a:fld id="{2F1A7F70-BA74-4B93-A504-6802F0D0CD34}" type="slidenum">
              <a:rPr lang="nl-BE" smtClean="0"/>
              <a:t>71</a:t>
            </a:fld>
            <a:endParaRPr lang="nl-BE"/>
          </a:p>
        </p:txBody>
      </p:sp>
    </p:spTree>
    <p:extLst>
      <p:ext uri="{BB962C8B-B14F-4D97-AF65-F5344CB8AC3E}">
        <p14:creationId xmlns:p14="http://schemas.microsoft.com/office/powerpoint/2010/main" val="26913390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Counting a continuous variable:</a:t>
            </a:r>
          </a:p>
          <a:p>
            <a:r>
              <a:rPr lang="en-US"/>
              <a:t>10.2343: 1x</a:t>
            </a:r>
          </a:p>
          <a:p>
            <a:r>
              <a:rPr lang="en-US"/>
              <a:t>10.2344: 1x</a:t>
            </a:r>
          </a:p>
          <a:p>
            <a:r>
              <a:rPr lang="en-US"/>
              <a:t>10.2345: 2x</a:t>
            </a:r>
          </a:p>
          <a:p>
            <a:r>
              <a:rPr lang="en-US"/>
              <a:t>10.2346: 0x</a:t>
            </a:r>
          </a:p>
          <a:p>
            <a:r>
              <a:rPr lang="en-US"/>
              <a:t>…</a:t>
            </a:r>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73</a:t>
            </a:fld>
            <a:endParaRPr lang="nl-BE"/>
          </a:p>
        </p:txBody>
      </p:sp>
    </p:spTree>
    <p:extLst>
      <p:ext uri="{BB962C8B-B14F-4D97-AF65-F5344CB8AC3E}">
        <p14:creationId xmlns:p14="http://schemas.microsoft.com/office/powerpoint/2010/main" val="14586965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sym typeface="Wingdings" panose="05000000000000000000" pitchFamily="2" charset="2"/>
              </a:rPr>
              <a:t> In </a:t>
            </a:r>
            <a:r>
              <a:rPr lang="nl-BE" dirty="0" err="1">
                <a:sym typeface="Wingdings" panose="05000000000000000000" pitchFamily="2" charset="2"/>
              </a:rPr>
              <a:t>dataviz</a:t>
            </a:r>
            <a:r>
              <a:rPr lang="nl-BE" dirty="0">
                <a:sym typeface="Wingdings" panose="05000000000000000000" pitchFamily="2" charset="2"/>
              </a:rPr>
              <a:t> </a:t>
            </a:r>
            <a:r>
              <a:rPr lang="nl-BE" dirty="0" err="1">
                <a:sym typeface="Wingdings" panose="05000000000000000000" pitchFamily="2" charset="2"/>
              </a:rPr>
              <a:t>students</a:t>
            </a:r>
            <a:r>
              <a:rPr lang="nl-BE" dirty="0">
                <a:sym typeface="Wingdings" panose="05000000000000000000" pitchFamily="2" charset="2"/>
              </a:rPr>
              <a:t> must </a:t>
            </a:r>
            <a:r>
              <a:rPr lang="nl-BE" dirty="0" err="1">
                <a:sym typeface="Wingdings" panose="05000000000000000000" pitchFamily="2" charset="2"/>
              </a:rPr>
              <a:t>use</a:t>
            </a:r>
            <a:r>
              <a:rPr lang="nl-BE" dirty="0">
                <a:sym typeface="Wingdings" panose="05000000000000000000" pitchFamily="2" charset="2"/>
              </a:rPr>
              <a:t> </a:t>
            </a:r>
            <a:r>
              <a:rPr lang="nl-BE" dirty="0" err="1">
                <a:sym typeface="Wingdings" panose="05000000000000000000" pitchFamily="2" charset="2"/>
              </a:rPr>
              <a:t>Sturge’s</a:t>
            </a:r>
            <a:r>
              <a:rPr lang="nl-BE" dirty="0">
                <a:sym typeface="Wingdings" panose="05000000000000000000" pitchFamily="2" charset="2"/>
              </a:rPr>
              <a:t> </a:t>
            </a:r>
            <a:r>
              <a:rPr lang="nl-BE" dirty="0" err="1">
                <a:sym typeface="Wingdings" panose="05000000000000000000" pitchFamily="2" charset="2"/>
              </a:rPr>
              <a:t>rule</a:t>
            </a:r>
            <a:r>
              <a:rPr lang="nl-BE" dirty="0">
                <a:sym typeface="Wingdings" panose="05000000000000000000" pitchFamily="2" charset="2"/>
              </a:rPr>
              <a:t> </a:t>
            </a:r>
            <a:r>
              <a:rPr lang="nl-BE" dirty="0" err="1">
                <a:sym typeface="Wingdings" panose="05000000000000000000" pitchFamily="2" charset="2"/>
              </a:rPr>
              <a:t>to</a:t>
            </a:r>
            <a:r>
              <a:rPr lang="nl-BE" dirty="0">
                <a:sym typeface="Wingdings" panose="05000000000000000000" pitchFamily="2" charset="2"/>
              </a:rPr>
              <a:t> </a:t>
            </a:r>
            <a:r>
              <a:rPr lang="nl-BE" dirty="0" err="1">
                <a:sym typeface="Wingdings" panose="05000000000000000000" pitchFamily="2" charset="2"/>
              </a:rPr>
              <a:t>define</a:t>
            </a:r>
            <a:r>
              <a:rPr lang="nl-BE" dirty="0">
                <a:sym typeface="Wingdings" panose="05000000000000000000" pitchFamily="2" charset="2"/>
              </a:rPr>
              <a:t> </a:t>
            </a:r>
            <a:r>
              <a:rPr lang="nl-BE" dirty="0" err="1">
                <a:sym typeface="Wingdings" panose="05000000000000000000" pitchFamily="2" charset="2"/>
              </a:rPr>
              <a:t>the</a:t>
            </a:r>
            <a:r>
              <a:rPr lang="nl-BE" dirty="0">
                <a:sym typeface="Wingdings" panose="05000000000000000000" pitchFamily="2" charset="2"/>
              </a:rPr>
              <a:t> </a:t>
            </a:r>
            <a:r>
              <a:rPr lang="nl-BE" dirty="0" err="1">
                <a:sym typeface="Wingdings" panose="05000000000000000000" pitchFamily="2" charset="2"/>
              </a:rPr>
              <a:t>numbers</a:t>
            </a:r>
            <a:r>
              <a:rPr lang="nl-BE" dirty="0">
                <a:sym typeface="Wingdings" panose="05000000000000000000" pitchFamily="2" charset="2"/>
              </a:rPr>
              <a:t> of bins</a:t>
            </a:r>
            <a:br>
              <a:rPr lang="nl-BE" dirty="0">
                <a:sym typeface="Wingdings" panose="05000000000000000000" pitchFamily="2" charset="2"/>
              </a:rPr>
            </a:br>
            <a:r>
              <a:rPr lang="nl-BE" dirty="0">
                <a:sym typeface="Wingdings" panose="05000000000000000000" pitchFamily="2" charset="2"/>
              </a:rPr>
              <a:t>https://www.statisticshowto.com/choose-bin-sizes-statistics/</a:t>
            </a:r>
            <a:br>
              <a:rPr lang="nl-BE" dirty="0">
                <a:sym typeface="Wingdings" panose="05000000000000000000" pitchFamily="2" charset="2"/>
              </a:rPr>
            </a:br>
            <a:br>
              <a:rPr lang="nl-BE" dirty="0">
                <a:sym typeface="Wingdings" panose="05000000000000000000" pitchFamily="2" charset="2"/>
              </a:rPr>
            </a:br>
            <a:r>
              <a:rPr lang="en-US" b="0" i="0" dirty="0">
                <a:solidFill>
                  <a:srgbClr val="575760"/>
                </a:solidFill>
                <a:effectLst/>
                <a:latin typeface="Helvetica" panose="020B0604020202020204" pitchFamily="34" charset="0"/>
              </a:rPr>
              <a:t>Sturge’s rule works best for </a:t>
            </a:r>
            <a:r>
              <a:rPr lang="en-US" b="0" i="0" u="none" strike="noStrike" dirty="0">
                <a:solidFill>
                  <a:srgbClr val="005272"/>
                </a:solidFill>
                <a:effectLst/>
                <a:latin typeface="Helvetica" panose="020B0604020202020204" pitchFamily="34" charset="0"/>
                <a:hlinkClick r:id="rId3"/>
              </a:rPr>
              <a:t>continuous data</a:t>
            </a:r>
            <a:r>
              <a:rPr lang="en-US" b="0" i="0" dirty="0">
                <a:solidFill>
                  <a:srgbClr val="575760"/>
                </a:solidFill>
                <a:effectLst/>
                <a:latin typeface="Helvetica" panose="020B0604020202020204" pitchFamily="34" charset="0"/>
              </a:rPr>
              <a:t> that is </a:t>
            </a:r>
            <a:r>
              <a:rPr lang="en-US" b="0" i="0" u="none" strike="noStrike" dirty="0">
                <a:solidFill>
                  <a:srgbClr val="005272"/>
                </a:solidFill>
                <a:effectLst/>
                <a:latin typeface="Helvetica" panose="020B0604020202020204" pitchFamily="34" charset="0"/>
                <a:hlinkClick r:id="rId4"/>
              </a:rPr>
              <a:t>normally distributed </a:t>
            </a:r>
            <a:r>
              <a:rPr lang="en-US" b="0" i="0" dirty="0">
                <a:solidFill>
                  <a:srgbClr val="575760"/>
                </a:solidFill>
                <a:effectLst/>
                <a:latin typeface="Helvetica" panose="020B0604020202020204" pitchFamily="34" charset="0"/>
              </a:rPr>
              <a:t>and </a:t>
            </a:r>
            <a:r>
              <a:rPr lang="en-US" b="0" i="0" u="none" strike="noStrike" dirty="0">
                <a:solidFill>
                  <a:srgbClr val="005272"/>
                </a:solidFill>
                <a:effectLst/>
                <a:latin typeface="Helvetica" panose="020B0604020202020204" pitchFamily="34" charset="0"/>
                <a:hlinkClick r:id="rId5"/>
              </a:rPr>
              <a:t>symmetrical</a:t>
            </a:r>
            <a:r>
              <a:rPr lang="en-US" b="0" i="0" dirty="0">
                <a:solidFill>
                  <a:srgbClr val="575760"/>
                </a:solidFill>
                <a:effectLst/>
                <a:latin typeface="Helvetica" panose="020B0604020202020204" pitchFamily="34" charset="0"/>
              </a:rPr>
              <a:t>. It helps us to convert this data into </a:t>
            </a:r>
            <a:r>
              <a:rPr lang="en-US" b="0" i="0" u="none" strike="noStrike" dirty="0">
                <a:solidFill>
                  <a:srgbClr val="005272"/>
                </a:solidFill>
                <a:effectLst/>
                <a:latin typeface="Helvetica" panose="020B0604020202020204" pitchFamily="34" charset="0"/>
                <a:hlinkClick r:id="rId6"/>
              </a:rPr>
              <a:t>discrete</a:t>
            </a:r>
            <a:r>
              <a:rPr lang="en-US" b="0" i="0" dirty="0">
                <a:solidFill>
                  <a:srgbClr val="575760"/>
                </a:solidFill>
                <a:effectLst/>
                <a:latin typeface="Helvetica" panose="020B0604020202020204" pitchFamily="34" charset="0"/>
              </a:rPr>
              <a:t>, symmetric, binomial classes. As long as your data is not </a:t>
            </a:r>
            <a:r>
              <a:rPr lang="en-US" b="0" i="0" u="none" strike="noStrike" dirty="0">
                <a:solidFill>
                  <a:srgbClr val="005272"/>
                </a:solidFill>
                <a:effectLst/>
                <a:latin typeface="Helvetica" panose="020B0604020202020204" pitchFamily="34" charset="0"/>
                <a:hlinkClick r:id="rId7"/>
              </a:rPr>
              <a:t>skewed</a:t>
            </a:r>
            <a:r>
              <a:rPr lang="en-US" b="0" i="0" dirty="0">
                <a:solidFill>
                  <a:srgbClr val="575760"/>
                </a:solidFill>
                <a:effectLst/>
                <a:latin typeface="Helvetica" panose="020B0604020202020204" pitchFamily="34" charset="0"/>
              </a:rPr>
              <a:t>, using Sturge’s rule should give you a nice-looking, easy to read histogram that represents the data well.</a:t>
            </a:r>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74</a:t>
            </a:fld>
            <a:endParaRPr lang="nl-BE"/>
          </a:p>
        </p:txBody>
      </p:sp>
    </p:spTree>
    <p:extLst>
      <p:ext uri="{BB962C8B-B14F-4D97-AF65-F5344CB8AC3E}">
        <p14:creationId xmlns:p14="http://schemas.microsoft.com/office/powerpoint/2010/main" val="28123615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12/11/2025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12/11/2025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12/11/2025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12/11/2025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12/11/2025</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12/11/2025</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12/11/2025</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12/11/2025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12/11/2025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12/11/2025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12/11/2025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12/11/2025</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tomasbeuzen.com/python-programming-for-data-science/chapters/chapter8-wrangling-basics.html" TargetMode="External"/><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pandas.pydata.org/docs/_images/reshaping_melt.png"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lumeer.io/pivot-tables-cheatsheet/" TargetMode="External"/><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pandas.pydata.org/docs/reference/api/pandas.pivot_table.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ggplot2.tidyverse.org/reference/mpg.htm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www.youtube.com/watch?v=mG__Wpp9dns&amp;ab_channel=zedstatistics" TargetMode="External"/><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www.scribbr.com/statistics/normal-distribution/" TargetMode="External"/><Relationship Id="rId2" Type="http://schemas.openxmlformats.org/officeDocument/2006/relationships/hyperlink" Target="https://www.scribbr.com/statistics/descriptive-statistics/" TargetMode="Externa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6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6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hyperlink" Target="https://www.youtube.com/watch?v=wpY9o_OyxoQ&amp;ab_channel=zedstatistics"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hyperlink" Target="https://www.youtube.com/watch?v=wpY9o_OyxoQ&amp;ab_channel=zedstatistics"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850.png"/></Relationships>
</file>

<file path=ppt/slides/_rels/slide7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7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nl-BE" dirty="0" err="1"/>
              <a:t>Pandas</a:t>
            </a:r>
            <a:r>
              <a:rPr lang="nl-BE" dirty="0"/>
              <a:t> </a:t>
            </a:r>
            <a:r>
              <a:rPr lang="nl-BE" dirty="0" err="1"/>
              <a:t>Explore</a:t>
            </a:r>
            <a:endParaRPr lang="nl-BE" dirty="0"/>
          </a:p>
        </p:txBody>
      </p:sp>
      <p:sp>
        <p:nvSpPr>
          <p:cNvPr id="3" name="Ondertitel 2"/>
          <p:cNvSpPr>
            <a:spLocks noGrp="1"/>
          </p:cNvSpPr>
          <p:nvPr>
            <p:ph type="subTitle" idx="1"/>
          </p:nvPr>
        </p:nvSpPr>
        <p:spPr/>
        <p:txBody>
          <a:bodyPr/>
          <a:lstStyle/>
          <a:p>
            <a:r>
              <a:rPr lang="nl-BE"/>
              <a:t>2025-2026</a:t>
            </a:r>
            <a:endParaRPr lang="nl-BE" dirty="0"/>
          </a:p>
        </p:txBody>
      </p:sp>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lstStyle/>
          <a:p>
            <a:r>
              <a:rPr lang="nl-BE" dirty="0" err="1"/>
              <a:t>Pandas</a:t>
            </a:r>
            <a:r>
              <a:rPr lang="nl-BE" dirty="0"/>
              <a:t> </a:t>
            </a:r>
            <a:r>
              <a:rPr lang="nl-BE" dirty="0" err="1"/>
              <a:t>explore</a:t>
            </a:r>
            <a:endParaRPr lang="nl-BE" dirty="0"/>
          </a:p>
        </p:txBody>
      </p:sp>
      <p:sp>
        <p:nvSpPr>
          <p:cNvPr id="3" name="Content Placeholder 2">
            <a:extLst>
              <a:ext uri="{FF2B5EF4-FFF2-40B4-BE49-F238E27FC236}">
                <a16:creationId xmlns:a16="http://schemas.microsoft.com/office/drawing/2014/main" id="{CE123ACB-DD68-4388-B607-763D7883FFC8}"/>
              </a:ext>
            </a:extLst>
          </p:cNvPr>
          <p:cNvSpPr>
            <a:spLocks noGrp="1"/>
          </p:cNvSpPr>
          <p:nvPr>
            <p:ph idx="1"/>
          </p:nvPr>
        </p:nvSpPr>
        <p:spPr/>
        <p:txBody>
          <a:bodyPr/>
          <a:lstStyle/>
          <a:p>
            <a:r>
              <a:rPr lang="nl-BE" dirty="0" err="1"/>
              <a:t>Adding</a:t>
            </a:r>
            <a:r>
              <a:rPr lang="nl-BE" dirty="0"/>
              <a:t> 1 </a:t>
            </a:r>
            <a:r>
              <a:rPr lang="nl-BE" dirty="0" err="1"/>
              <a:t>row</a:t>
            </a:r>
            <a:r>
              <a:rPr lang="nl-BE" dirty="0"/>
              <a:t> </a:t>
            </a:r>
            <a:r>
              <a:rPr lang="nl-BE" dirty="0" err="1"/>
              <a:t>to</a:t>
            </a:r>
            <a:r>
              <a:rPr lang="nl-BE" dirty="0"/>
              <a:t> </a:t>
            </a:r>
            <a:r>
              <a:rPr lang="nl-BE" dirty="0" err="1"/>
              <a:t>DataFrame</a:t>
            </a:r>
            <a:endParaRPr lang="nl-BE" dirty="0"/>
          </a:p>
          <a:p>
            <a:r>
              <a:rPr lang="nl-BE" dirty="0" err="1"/>
              <a:t>Combining</a:t>
            </a:r>
            <a:r>
              <a:rPr lang="nl-BE" dirty="0"/>
              <a:t> datasets</a:t>
            </a:r>
          </a:p>
          <a:p>
            <a:r>
              <a:rPr lang="nl-BE" dirty="0" err="1"/>
              <a:t>Reformat</a:t>
            </a:r>
            <a:r>
              <a:rPr lang="nl-BE" dirty="0"/>
              <a:t> data</a:t>
            </a:r>
          </a:p>
          <a:p>
            <a:r>
              <a:rPr lang="nl-BE" dirty="0" err="1"/>
              <a:t>Overview</a:t>
            </a:r>
            <a:r>
              <a:rPr lang="nl-BE" dirty="0"/>
              <a:t> in </a:t>
            </a:r>
            <a:r>
              <a:rPr lang="nl-BE" dirty="0" err="1"/>
              <a:t>graphs</a:t>
            </a:r>
            <a:endParaRPr lang="nl-BE" dirty="0"/>
          </a:p>
          <a:p>
            <a:r>
              <a:rPr lang="nl-BE" dirty="0" err="1"/>
              <a:t>Boxplots</a:t>
            </a:r>
            <a:r>
              <a:rPr lang="nl-BE" dirty="0"/>
              <a:t>, </a:t>
            </a:r>
            <a:r>
              <a:rPr lang="nl-BE" dirty="0" err="1"/>
              <a:t>skewing</a:t>
            </a:r>
            <a:r>
              <a:rPr lang="nl-BE" dirty="0"/>
              <a:t> </a:t>
            </a:r>
            <a:r>
              <a:rPr lang="nl-BE" dirty="0" err="1"/>
              <a:t>and</a:t>
            </a:r>
            <a:r>
              <a:rPr lang="nl-BE" dirty="0"/>
              <a:t> </a:t>
            </a:r>
            <a:r>
              <a:rPr lang="nl-BE" dirty="0" err="1"/>
              <a:t>distributions</a:t>
            </a:r>
            <a:endParaRPr lang="nl-BE" dirty="0"/>
          </a:p>
          <a:p>
            <a:endParaRPr lang="nl-BE" dirty="0"/>
          </a:p>
          <a:p>
            <a:endParaRPr lang="nl-BE" dirty="0"/>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2</a:t>
            </a:fld>
            <a:endParaRPr lang="nl-BE"/>
          </a:p>
        </p:txBody>
      </p:sp>
    </p:spTree>
    <p:extLst>
      <p:ext uri="{BB962C8B-B14F-4D97-AF65-F5344CB8AC3E}">
        <p14:creationId xmlns:p14="http://schemas.microsoft.com/office/powerpoint/2010/main" val="3503501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F51EA-30BE-D018-3276-828230F0FC18}"/>
              </a:ext>
            </a:extLst>
          </p:cNvPr>
          <p:cNvSpPr>
            <a:spLocks noGrp="1"/>
          </p:cNvSpPr>
          <p:nvPr>
            <p:ph type="title"/>
          </p:nvPr>
        </p:nvSpPr>
        <p:spPr/>
        <p:txBody>
          <a:bodyPr/>
          <a:lstStyle/>
          <a:p>
            <a:r>
              <a:rPr lang="en-US"/>
              <a:t>Data exploration</a:t>
            </a:r>
            <a:endParaRPr lang="en-BE"/>
          </a:p>
        </p:txBody>
      </p:sp>
      <p:sp>
        <p:nvSpPr>
          <p:cNvPr id="3" name="Content Placeholder 2">
            <a:extLst>
              <a:ext uri="{FF2B5EF4-FFF2-40B4-BE49-F238E27FC236}">
                <a16:creationId xmlns:a16="http://schemas.microsoft.com/office/drawing/2014/main" id="{D84BCF32-6856-EC7C-3719-0A9292D24E67}"/>
              </a:ext>
            </a:extLst>
          </p:cNvPr>
          <p:cNvSpPr>
            <a:spLocks noGrp="1"/>
          </p:cNvSpPr>
          <p:nvPr>
            <p:ph idx="1"/>
          </p:nvPr>
        </p:nvSpPr>
        <p:spPr/>
        <p:txBody>
          <a:bodyPr vert="horz" lIns="91440" tIns="45720" rIns="91440" bIns="45720" rtlCol="0" anchor="t">
            <a:normAutofit/>
          </a:bodyPr>
          <a:lstStyle/>
          <a:p>
            <a:r>
              <a:rPr lang="en-US" dirty="0"/>
              <a:t>We’ve done data import and data selection in pandas in the previous chapter.</a:t>
            </a:r>
            <a:endParaRPr lang="en-US" dirty="0">
              <a:cs typeface="Calibri" panose="020F0502020204030204"/>
            </a:endParaRPr>
          </a:p>
          <a:p>
            <a:r>
              <a:rPr lang="en-US" dirty="0"/>
              <a:t>Those were the tools, in this chapter we’re talking about how to use these tools when confronted with a new dataset.</a:t>
            </a:r>
            <a:endParaRPr lang="en-US" dirty="0">
              <a:cs typeface="Calibri"/>
            </a:endParaRPr>
          </a:p>
          <a:p>
            <a:pPr marL="0" indent="0">
              <a:buNone/>
            </a:pPr>
            <a:endParaRPr lang="en-US" dirty="0"/>
          </a:p>
          <a:p>
            <a:r>
              <a:rPr lang="en-US" dirty="0"/>
              <a:t>And just a warning: in the course “Data </a:t>
            </a:r>
            <a:r>
              <a:rPr lang="en-US" dirty="0" err="1"/>
              <a:t>visualisation</a:t>
            </a:r>
            <a:r>
              <a:rPr lang="en-US" dirty="0"/>
              <a:t>” you will learn which graphs are appropriate in which case</a:t>
            </a:r>
          </a:p>
          <a:p>
            <a:pPr lvl="1"/>
            <a:r>
              <a:rPr lang="en-US" dirty="0"/>
              <a:t>E.g. You can only use a line graph when plotting continuous variables</a:t>
            </a:r>
          </a:p>
          <a:p>
            <a:r>
              <a:rPr lang="en-US" dirty="0"/>
              <a:t>We’ll try not to break those rules, but we may stray from the correct path</a:t>
            </a:r>
            <a:endParaRPr lang="en-BE" dirty="0"/>
          </a:p>
        </p:txBody>
      </p:sp>
      <p:sp>
        <p:nvSpPr>
          <p:cNvPr id="4" name="Slide Number Placeholder 3">
            <a:extLst>
              <a:ext uri="{FF2B5EF4-FFF2-40B4-BE49-F238E27FC236}">
                <a16:creationId xmlns:a16="http://schemas.microsoft.com/office/drawing/2014/main" id="{593503D7-13F1-E1DE-895E-DDE941BEFA8B}"/>
              </a:ext>
            </a:extLst>
          </p:cNvPr>
          <p:cNvSpPr>
            <a:spLocks noGrp="1"/>
          </p:cNvSpPr>
          <p:nvPr>
            <p:ph type="sldNum" sz="quarter" idx="12"/>
          </p:nvPr>
        </p:nvSpPr>
        <p:spPr/>
        <p:txBody>
          <a:bodyPr/>
          <a:lstStyle/>
          <a:p>
            <a:fld id="{FE1B3154-47D9-4402-8EDB-E791933DC0B9}" type="slidenum">
              <a:rPr lang="nl-BE" smtClean="0"/>
              <a:pPr/>
              <a:t>3</a:t>
            </a:fld>
            <a:endParaRPr lang="nl-BE"/>
          </a:p>
        </p:txBody>
      </p:sp>
    </p:spTree>
    <p:extLst>
      <p:ext uri="{BB962C8B-B14F-4D97-AF65-F5344CB8AC3E}">
        <p14:creationId xmlns:p14="http://schemas.microsoft.com/office/powerpoint/2010/main" val="1026730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77CA-8700-80B8-3412-9E5D9A709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77279-3B44-EA6E-1552-0785AEC12916}"/>
              </a:ext>
            </a:extLst>
          </p:cNvPr>
          <p:cNvSpPr>
            <a:spLocks noGrp="1"/>
          </p:cNvSpPr>
          <p:nvPr>
            <p:ph type="title"/>
          </p:nvPr>
        </p:nvSpPr>
        <p:spPr/>
        <p:txBody>
          <a:bodyPr/>
          <a:lstStyle/>
          <a:p>
            <a:r>
              <a:rPr lang="en-US" dirty="0"/>
              <a:t>Adding 1 row to </a:t>
            </a:r>
            <a:r>
              <a:rPr lang="en-US" dirty="0" err="1"/>
              <a:t>DataFrame</a:t>
            </a:r>
            <a:endParaRPr lang="en-GB" dirty="0"/>
          </a:p>
        </p:txBody>
      </p:sp>
      <p:sp>
        <p:nvSpPr>
          <p:cNvPr id="3" name="Content Placeholder 2">
            <a:extLst>
              <a:ext uri="{FF2B5EF4-FFF2-40B4-BE49-F238E27FC236}">
                <a16:creationId xmlns:a16="http://schemas.microsoft.com/office/drawing/2014/main" id="{61A56708-5E8C-A799-76DE-7023E8BB5CE7}"/>
              </a:ext>
            </a:extLst>
          </p:cNvPr>
          <p:cNvSpPr>
            <a:spLocks noGrp="1"/>
          </p:cNvSpPr>
          <p:nvPr>
            <p:ph idx="1"/>
          </p:nvPr>
        </p:nvSpPr>
        <p:spPr>
          <a:xfrm>
            <a:off x="582705" y="1550895"/>
            <a:ext cx="11291048" cy="1080162"/>
          </a:xfrm>
        </p:spPr>
        <p:txBody>
          <a:bodyPr/>
          <a:lstStyle/>
          <a:p>
            <a:r>
              <a:rPr lang="en-US" dirty="0"/>
              <a:t>Using “.</a:t>
            </a:r>
            <a:r>
              <a:rPr lang="en-US" dirty="0" err="1"/>
              <a:t>concat</a:t>
            </a:r>
            <a:r>
              <a:rPr lang="en-US" dirty="0"/>
              <a:t>”</a:t>
            </a:r>
            <a:endParaRPr lang="en-GB" dirty="0"/>
          </a:p>
        </p:txBody>
      </p:sp>
      <p:sp>
        <p:nvSpPr>
          <p:cNvPr id="4" name="Slide Number Placeholder 3">
            <a:extLst>
              <a:ext uri="{FF2B5EF4-FFF2-40B4-BE49-F238E27FC236}">
                <a16:creationId xmlns:a16="http://schemas.microsoft.com/office/drawing/2014/main" id="{7B475BF9-7721-7925-F32A-23101016A75C}"/>
              </a:ext>
            </a:extLst>
          </p:cNvPr>
          <p:cNvSpPr>
            <a:spLocks noGrp="1"/>
          </p:cNvSpPr>
          <p:nvPr>
            <p:ph type="sldNum" sz="quarter" idx="12"/>
          </p:nvPr>
        </p:nvSpPr>
        <p:spPr/>
        <p:txBody>
          <a:bodyPr/>
          <a:lstStyle/>
          <a:p>
            <a:fld id="{FE1B3154-47D9-4402-8EDB-E791933DC0B9}" type="slidenum">
              <a:rPr lang="nl-BE" smtClean="0"/>
              <a:pPr/>
              <a:t>4</a:t>
            </a:fld>
            <a:endParaRPr lang="nl-BE"/>
          </a:p>
        </p:txBody>
      </p:sp>
      <p:sp>
        <p:nvSpPr>
          <p:cNvPr id="6" name="TextBox 5">
            <a:extLst>
              <a:ext uri="{FF2B5EF4-FFF2-40B4-BE49-F238E27FC236}">
                <a16:creationId xmlns:a16="http://schemas.microsoft.com/office/drawing/2014/main" id="{62CD6C57-E7E5-F383-D004-B016AF7A9878}"/>
              </a:ext>
            </a:extLst>
          </p:cNvPr>
          <p:cNvSpPr txBox="1"/>
          <p:nvPr/>
        </p:nvSpPr>
        <p:spPr>
          <a:xfrm>
            <a:off x="810655" y="2198350"/>
            <a:ext cx="8167497" cy="3416320"/>
          </a:xfrm>
          <a:prstGeom prst="rect">
            <a:avLst/>
          </a:prstGeom>
          <a:noFill/>
        </p:spPr>
        <p:txBody>
          <a:bodyPr wrap="square">
            <a:spAutoFit/>
          </a:bodyPr>
          <a:lstStyle/>
          <a:p>
            <a:pPr>
              <a:buNone/>
            </a:pPr>
            <a:r>
              <a:rPr lang="en-GB" b="0" dirty="0">
                <a:solidFill>
                  <a:srgbClr val="008000"/>
                </a:solidFill>
                <a:effectLst/>
                <a:latin typeface="Consolas" panose="020B0609020204030204" pitchFamily="49" charset="0"/>
              </a:rPr>
              <a:t>#Example </a:t>
            </a:r>
            <a:r>
              <a:rPr lang="en-GB" b="0" dirty="0" err="1">
                <a:solidFill>
                  <a:srgbClr val="008000"/>
                </a:solidFill>
                <a:effectLst/>
                <a:latin typeface="Consolas" panose="020B0609020204030204" pitchFamily="49" charset="0"/>
              </a:rPr>
              <a:t>DataFrame</a:t>
            </a:r>
            <a:endParaRPr lang="en-GB" b="0" dirty="0">
              <a:solidFill>
                <a:srgbClr val="3B3B3B"/>
              </a:solidFill>
              <a:effectLst/>
              <a:latin typeface="Consolas" panose="020B0609020204030204" pitchFamily="49" charset="0"/>
            </a:endParaRPr>
          </a:p>
          <a:p>
            <a:pPr>
              <a:buNone/>
            </a:pPr>
            <a:r>
              <a:rPr lang="en-GB" b="0" dirty="0">
                <a:solidFill>
                  <a:srgbClr val="001080"/>
                </a:solidFill>
                <a:effectLst/>
                <a:latin typeface="Consolas" panose="020B0609020204030204" pitchFamily="49" charset="0"/>
              </a:rPr>
              <a:t>data</a:t>
            </a:r>
            <a:r>
              <a:rPr lang="en-GB" b="0" dirty="0">
                <a:solidFill>
                  <a:srgbClr val="3B3B3B"/>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"Name"</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"Alice"</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"Bob"</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"Charlie"</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"David"</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"Eve"</a:t>
            </a:r>
            <a:r>
              <a:rPr lang="en-GB" b="0" dirty="0">
                <a:solidFill>
                  <a:srgbClr val="3B3B3B"/>
                </a:solidFill>
                <a:effectLst/>
                <a:latin typeface="Consolas" panose="020B0609020204030204" pitchFamily="49" charset="0"/>
              </a:rPr>
              <a:t>],</a:t>
            </a:r>
          </a:p>
          <a:p>
            <a:pPr>
              <a:buNone/>
            </a:pP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"Age"</a:t>
            </a:r>
            <a:r>
              <a:rPr lang="en-GB" b="0" dirty="0">
                <a:solidFill>
                  <a:srgbClr val="3B3B3B"/>
                </a:solidFill>
                <a:effectLst/>
                <a:latin typeface="Consolas" panose="020B0609020204030204" pitchFamily="49" charset="0"/>
              </a:rPr>
              <a:t>: [</a:t>
            </a:r>
            <a:r>
              <a:rPr lang="en-GB" b="0" dirty="0">
                <a:solidFill>
                  <a:srgbClr val="098658"/>
                </a:solidFill>
                <a:effectLst/>
                <a:latin typeface="Consolas" panose="020B0609020204030204" pitchFamily="49" charset="0"/>
              </a:rPr>
              <a:t>25</a:t>
            </a:r>
            <a:r>
              <a:rPr lang="en-GB" b="0" dirty="0">
                <a:solidFill>
                  <a:srgbClr val="3B3B3B"/>
                </a:solidFill>
                <a:effectLst/>
                <a:latin typeface="Consolas" panose="020B0609020204030204" pitchFamily="49" charset="0"/>
              </a:rPr>
              <a:t>, </a:t>
            </a:r>
            <a:r>
              <a:rPr lang="en-GB" b="0" dirty="0">
                <a:solidFill>
                  <a:srgbClr val="098658"/>
                </a:solidFill>
                <a:effectLst/>
                <a:latin typeface="Consolas" panose="020B0609020204030204" pitchFamily="49" charset="0"/>
              </a:rPr>
              <a:t>30</a:t>
            </a:r>
            <a:r>
              <a:rPr lang="en-GB" b="0" dirty="0">
                <a:solidFill>
                  <a:srgbClr val="3B3B3B"/>
                </a:solidFill>
                <a:effectLst/>
                <a:latin typeface="Consolas" panose="020B0609020204030204" pitchFamily="49" charset="0"/>
              </a:rPr>
              <a:t>, </a:t>
            </a:r>
            <a:r>
              <a:rPr lang="en-GB" b="0" dirty="0">
                <a:solidFill>
                  <a:srgbClr val="098658"/>
                </a:solidFill>
                <a:effectLst/>
                <a:latin typeface="Consolas" panose="020B0609020204030204" pitchFamily="49" charset="0"/>
              </a:rPr>
              <a:t>35</a:t>
            </a:r>
            <a:r>
              <a:rPr lang="en-GB" b="0" dirty="0">
                <a:solidFill>
                  <a:srgbClr val="3B3B3B"/>
                </a:solidFill>
                <a:effectLst/>
                <a:latin typeface="Consolas" panose="020B0609020204030204" pitchFamily="49" charset="0"/>
              </a:rPr>
              <a:t>, </a:t>
            </a:r>
            <a:r>
              <a:rPr lang="en-GB" b="0" dirty="0">
                <a:solidFill>
                  <a:srgbClr val="098658"/>
                </a:solidFill>
                <a:effectLst/>
                <a:latin typeface="Consolas" panose="020B0609020204030204" pitchFamily="49" charset="0"/>
              </a:rPr>
              <a:t>40</a:t>
            </a:r>
            <a:r>
              <a:rPr lang="en-GB" b="0" dirty="0">
                <a:solidFill>
                  <a:srgbClr val="3B3B3B"/>
                </a:solidFill>
                <a:effectLst/>
                <a:latin typeface="Consolas" panose="020B0609020204030204" pitchFamily="49" charset="0"/>
              </a:rPr>
              <a:t>, </a:t>
            </a:r>
            <a:r>
              <a:rPr lang="en-GB" b="0" dirty="0">
                <a:solidFill>
                  <a:srgbClr val="098658"/>
                </a:solidFill>
                <a:effectLst/>
                <a:latin typeface="Consolas" panose="020B0609020204030204" pitchFamily="49" charset="0"/>
              </a:rPr>
              <a:t>45</a:t>
            </a:r>
            <a:r>
              <a:rPr lang="en-GB" b="0" dirty="0">
                <a:solidFill>
                  <a:srgbClr val="3B3B3B"/>
                </a:solidFill>
                <a:effectLst/>
                <a:latin typeface="Consolas" panose="020B0609020204030204" pitchFamily="49" charset="0"/>
              </a:rPr>
              <a:t>]}</a:t>
            </a:r>
          </a:p>
          <a:p>
            <a:pPr>
              <a:buNone/>
            </a:pPr>
            <a:r>
              <a:rPr lang="en-GB" b="0" dirty="0" err="1">
                <a:solidFill>
                  <a:srgbClr val="001080"/>
                </a:solidFill>
                <a:effectLst/>
                <a:latin typeface="Consolas" panose="020B0609020204030204" pitchFamily="49" charset="0"/>
              </a:rPr>
              <a:t>df</a:t>
            </a:r>
            <a:r>
              <a:rPr lang="en-GB" b="0" dirty="0">
                <a:solidFill>
                  <a:srgbClr val="3B3B3B"/>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3B3B3B"/>
                </a:solidFill>
                <a:effectLst/>
                <a:latin typeface="Consolas" panose="020B0609020204030204" pitchFamily="49" charset="0"/>
              </a:rPr>
              <a:t> </a:t>
            </a:r>
            <a:r>
              <a:rPr lang="en-GB" b="0" dirty="0" err="1">
                <a:solidFill>
                  <a:srgbClr val="267F99"/>
                </a:solidFill>
                <a:effectLst/>
                <a:latin typeface="Consolas" panose="020B0609020204030204" pitchFamily="49" charset="0"/>
              </a:rPr>
              <a:t>pd</a:t>
            </a:r>
            <a:r>
              <a:rPr lang="en-GB" b="0" dirty="0" err="1">
                <a:solidFill>
                  <a:srgbClr val="3B3B3B"/>
                </a:solidFill>
                <a:effectLst/>
                <a:latin typeface="Consolas" panose="020B0609020204030204" pitchFamily="49" charset="0"/>
              </a:rPr>
              <a:t>.</a:t>
            </a:r>
            <a:r>
              <a:rPr lang="en-GB" b="0" dirty="0" err="1">
                <a:solidFill>
                  <a:srgbClr val="267F99"/>
                </a:solidFill>
                <a:effectLst/>
                <a:latin typeface="Consolas" panose="020B0609020204030204" pitchFamily="49" charset="0"/>
              </a:rPr>
              <a:t>DataFrame</a:t>
            </a:r>
            <a:r>
              <a:rPr lang="en-GB" b="0" dirty="0">
                <a:solidFill>
                  <a:srgbClr val="3B3B3B"/>
                </a:solidFill>
                <a:effectLst/>
                <a:latin typeface="Consolas" panose="020B0609020204030204" pitchFamily="49" charset="0"/>
              </a:rPr>
              <a:t>(</a:t>
            </a:r>
            <a:r>
              <a:rPr lang="en-GB" b="0" dirty="0">
                <a:solidFill>
                  <a:srgbClr val="001080"/>
                </a:solidFill>
                <a:effectLst/>
                <a:latin typeface="Consolas" panose="020B0609020204030204" pitchFamily="49" charset="0"/>
              </a:rPr>
              <a:t>data</a:t>
            </a:r>
            <a:r>
              <a:rPr lang="en-GB" b="0" dirty="0">
                <a:solidFill>
                  <a:srgbClr val="3B3B3B"/>
                </a:solidFill>
                <a:effectLst/>
                <a:latin typeface="Consolas" panose="020B0609020204030204" pitchFamily="49" charset="0"/>
              </a:rPr>
              <a:t>, </a:t>
            </a:r>
            <a:r>
              <a:rPr lang="en-GB" b="0" dirty="0">
                <a:solidFill>
                  <a:srgbClr val="001080"/>
                </a:solidFill>
                <a:effectLst/>
                <a:latin typeface="Consolas" panose="020B0609020204030204" pitchFamily="49" charset="0"/>
              </a:rPr>
              <a:t>index</a:t>
            </a:r>
            <a:r>
              <a:rPr lang="en-GB" b="0" dirty="0">
                <a:solidFill>
                  <a:srgbClr val="000000"/>
                </a:solidFill>
                <a:effectLst/>
                <a:latin typeface="Consolas" panose="020B0609020204030204" pitchFamily="49" charset="0"/>
              </a:rPr>
              <a:t>=</a:t>
            </a:r>
            <a:r>
              <a:rPr lang="en-GB" b="0" dirty="0">
                <a:solidFill>
                  <a:srgbClr val="3B3B3B"/>
                </a:solidFill>
                <a:effectLst/>
                <a:latin typeface="Consolas" panose="020B0609020204030204" pitchFamily="49" charset="0"/>
              </a:rPr>
              <a:t>[</a:t>
            </a:r>
            <a:r>
              <a:rPr lang="en-GB" b="0" dirty="0">
                <a:solidFill>
                  <a:srgbClr val="A31515"/>
                </a:solidFill>
                <a:effectLst/>
                <a:latin typeface="Consolas" panose="020B0609020204030204" pitchFamily="49" charset="0"/>
              </a:rPr>
              <a:t>'a'</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'b'</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'c'</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'd'</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'e'</a:t>
            </a:r>
            <a:r>
              <a:rPr lang="en-GB" b="0" dirty="0">
                <a:solidFill>
                  <a:srgbClr val="3B3B3B"/>
                </a:solidFill>
                <a:effectLst/>
                <a:latin typeface="Consolas" panose="020B0609020204030204" pitchFamily="49" charset="0"/>
              </a:rPr>
              <a:t>])</a:t>
            </a:r>
          </a:p>
          <a:p>
            <a:pPr>
              <a:buNone/>
            </a:pPr>
            <a:r>
              <a:rPr lang="en-GB" b="0" dirty="0">
                <a:solidFill>
                  <a:srgbClr val="795E26"/>
                </a:solidFill>
                <a:effectLst/>
                <a:latin typeface="Consolas" panose="020B0609020204030204" pitchFamily="49" charset="0"/>
              </a:rPr>
              <a:t>print</a:t>
            </a:r>
            <a:r>
              <a:rPr lang="en-GB" b="0" dirty="0">
                <a:solidFill>
                  <a:srgbClr val="3B3B3B"/>
                </a:solidFill>
                <a:effectLst/>
                <a:latin typeface="Consolas" panose="020B0609020204030204" pitchFamily="49" charset="0"/>
              </a:rPr>
              <a:t>(</a:t>
            </a:r>
            <a:r>
              <a:rPr lang="en-GB" b="0" dirty="0" err="1">
                <a:solidFill>
                  <a:srgbClr val="001080"/>
                </a:solidFill>
                <a:effectLst/>
                <a:latin typeface="Consolas" panose="020B0609020204030204" pitchFamily="49" charset="0"/>
              </a:rPr>
              <a:t>df</a:t>
            </a:r>
            <a:r>
              <a:rPr lang="en-GB" b="0" dirty="0">
                <a:solidFill>
                  <a:srgbClr val="3B3B3B"/>
                </a:solidFill>
                <a:effectLst/>
                <a:latin typeface="Consolas" panose="020B0609020204030204" pitchFamily="49" charset="0"/>
              </a:rPr>
              <a:t>)</a:t>
            </a:r>
          </a:p>
          <a:p>
            <a:pPr>
              <a:buNone/>
            </a:pPr>
            <a:br>
              <a:rPr lang="en-GB" b="0" dirty="0">
                <a:solidFill>
                  <a:srgbClr val="3B3B3B"/>
                </a:solidFill>
                <a:effectLst/>
                <a:latin typeface="Consolas" panose="020B0609020204030204" pitchFamily="49" charset="0"/>
              </a:rPr>
            </a:br>
            <a:r>
              <a:rPr lang="en-GB" b="0" dirty="0">
                <a:solidFill>
                  <a:srgbClr val="008000"/>
                </a:solidFill>
                <a:effectLst/>
                <a:latin typeface="Consolas" panose="020B0609020204030204" pitchFamily="49" charset="0"/>
              </a:rPr>
              <a:t># new row to add</a:t>
            </a:r>
            <a:endParaRPr lang="en-GB" b="0" dirty="0">
              <a:solidFill>
                <a:srgbClr val="3B3B3B"/>
              </a:solidFill>
              <a:effectLst/>
              <a:latin typeface="Consolas" panose="020B0609020204030204" pitchFamily="49" charset="0"/>
            </a:endParaRPr>
          </a:p>
          <a:p>
            <a:pPr>
              <a:buNone/>
            </a:pPr>
            <a:r>
              <a:rPr lang="en-GB" b="0" dirty="0" err="1">
                <a:solidFill>
                  <a:srgbClr val="001080"/>
                </a:solidFill>
                <a:effectLst/>
                <a:latin typeface="Consolas" panose="020B0609020204030204" pitchFamily="49" charset="0"/>
              </a:rPr>
              <a:t>new_row</a:t>
            </a:r>
            <a:r>
              <a:rPr lang="en-GB" b="0" dirty="0">
                <a:solidFill>
                  <a:srgbClr val="3B3B3B"/>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"Name"</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"Frank"</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"Age"</a:t>
            </a:r>
            <a:r>
              <a:rPr lang="en-GB" b="0" dirty="0">
                <a:solidFill>
                  <a:srgbClr val="3B3B3B"/>
                </a:solidFill>
                <a:effectLst/>
                <a:latin typeface="Consolas" panose="020B0609020204030204" pitchFamily="49" charset="0"/>
              </a:rPr>
              <a:t>: </a:t>
            </a:r>
            <a:r>
              <a:rPr lang="en-GB" b="0" dirty="0">
                <a:solidFill>
                  <a:srgbClr val="098658"/>
                </a:solidFill>
                <a:effectLst/>
                <a:latin typeface="Consolas" panose="020B0609020204030204" pitchFamily="49" charset="0"/>
              </a:rPr>
              <a:t>50</a:t>
            </a:r>
            <a:r>
              <a:rPr lang="en-GB" b="0" dirty="0">
                <a:solidFill>
                  <a:srgbClr val="3B3B3B"/>
                </a:solidFill>
                <a:effectLst/>
                <a:latin typeface="Consolas" panose="020B0609020204030204" pitchFamily="49" charset="0"/>
              </a:rPr>
              <a:t>}</a:t>
            </a:r>
          </a:p>
          <a:p>
            <a:pPr>
              <a:buNone/>
            </a:pPr>
            <a:r>
              <a:rPr lang="en-GB" b="0" dirty="0">
                <a:solidFill>
                  <a:srgbClr val="008000"/>
                </a:solidFill>
                <a:effectLst/>
                <a:latin typeface="Consolas" panose="020B0609020204030204" pitchFamily="49" charset="0"/>
              </a:rPr>
              <a:t># adding the new row</a:t>
            </a:r>
            <a:endParaRPr lang="en-GB" b="0" dirty="0">
              <a:solidFill>
                <a:srgbClr val="3B3B3B"/>
              </a:solidFill>
              <a:effectLst/>
              <a:latin typeface="Consolas" panose="020B0609020204030204" pitchFamily="49" charset="0"/>
            </a:endParaRPr>
          </a:p>
          <a:p>
            <a:pPr>
              <a:buNone/>
            </a:pPr>
            <a:r>
              <a:rPr lang="en-GB" b="0" dirty="0" err="1">
                <a:solidFill>
                  <a:srgbClr val="001080"/>
                </a:solidFill>
                <a:effectLst/>
                <a:latin typeface="Consolas" panose="020B0609020204030204" pitchFamily="49" charset="0"/>
              </a:rPr>
              <a:t>df</a:t>
            </a:r>
            <a:r>
              <a:rPr lang="en-GB" b="0" dirty="0">
                <a:solidFill>
                  <a:srgbClr val="3B3B3B"/>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3B3B3B"/>
                </a:solidFill>
                <a:effectLst/>
                <a:latin typeface="Consolas" panose="020B0609020204030204" pitchFamily="49" charset="0"/>
              </a:rPr>
              <a:t> </a:t>
            </a:r>
            <a:r>
              <a:rPr lang="en-GB" b="0" dirty="0" err="1">
                <a:solidFill>
                  <a:srgbClr val="267F99"/>
                </a:solidFill>
                <a:effectLst/>
                <a:latin typeface="Consolas" panose="020B0609020204030204" pitchFamily="49" charset="0"/>
              </a:rPr>
              <a:t>pd</a:t>
            </a:r>
            <a:r>
              <a:rPr lang="en-GB" b="0" dirty="0" err="1">
                <a:solidFill>
                  <a:srgbClr val="3B3B3B"/>
                </a:solidFill>
                <a:effectLst/>
                <a:latin typeface="Consolas" panose="020B0609020204030204" pitchFamily="49" charset="0"/>
              </a:rPr>
              <a:t>.</a:t>
            </a:r>
            <a:r>
              <a:rPr lang="en-GB" b="1" dirty="0" err="1">
                <a:solidFill>
                  <a:srgbClr val="795E26"/>
                </a:solidFill>
                <a:effectLst/>
                <a:latin typeface="Consolas" panose="020B0609020204030204" pitchFamily="49" charset="0"/>
              </a:rPr>
              <a:t>concat</a:t>
            </a:r>
            <a:r>
              <a:rPr lang="en-GB" b="0" dirty="0">
                <a:solidFill>
                  <a:srgbClr val="3B3B3B"/>
                </a:solidFill>
                <a:effectLst/>
                <a:latin typeface="Consolas" panose="020B0609020204030204" pitchFamily="49" charset="0"/>
              </a:rPr>
              <a:t>([</a:t>
            </a:r>
            <a:r>
              <a:rPr lang="en-GB" b="0" dirty="0" err="1">
                <a:solidFill>
                  <a:srgbClr val="001080"/>
                </a:solidFill>
                <a:effectLst/>
                <a:latin typeface="Consolas" panose="020B0609020204030204" pitchFamily="49" charset="0"/>
              </a:rPr>
              <a:t>df</a:t>
            </a:r>
            <a:r>
              <a:rPr lang="en-GB" b="0" dirty="0">
                <a:solidFill>
                  <a:srgbClr val="3B3B3B"/>
                </a:solidFill>
                <a:effectLst/>
                <a:latin typeface="Consolas" panose="020B0609020204030204" pitchFamily="49" charset="0"/>
              </a:rPr>
              <a:t>, </a:t>
            </a:r>
            <a:r>
              <a:rPr lang="en-GB" b="0" dirty="0" err="1">
                <a:solidFill>
                  <a:srgbClr val="267F99"/>
                </a:solidFill>
                <a:effectLst/>
                <a:latin typeface="Consolas" panose="020B0609020204030204" pitchFamily="49" charset="0"/>
              </a:rPr>
              <a:t>pd</a:t>
            </a:r>
            <a:r>
              <a:rPr lang="en-GB" b="0" dirty="0" err="1">
                <a:solidFill>
                  <a:srgbClr val="3B3B3B"/>
                </a:solidFill>
                <a:effectLst/>
                <a:latin typeface="Consolas" panose="020B0609020204030204" pitchFamily="49" charset="0"/>
              </a:rPr>
              <a:t>.</a:t>
            </a:r>
            <a:r>
              <a:rPr lang="en-GB" b="0" dirty="0" err="1">
                <a:solidFill>
                  <a:srgbClr val="267F99"/>
                </a:solidFill>
                <a:effectLst/>
                <a:latin typeface="Consolas" panose="020B0609020204030204" pitchFamily="49" charset="0"/>
              </a:rPr>
              <a:t>DataFrame</a:t>
            </a:r>
            <a:r>
              <a:rPr lang="en-GB" b="0" dirty="0">
                <a:solidFill>
                  <a:srgbClr val="3B3B3B"/>
                </a:solidFill>
                <a:effectLst/>
                <a:latin typeface="Consolas" panose="020B0609020204030204" pitchFamily="49" charset="0"/>
              </a:rPr>
              <a:t>([</a:t>
            </a:r>
            <a:r>
              <a:rPr lang="en-GB" b="0" dirty="0" err="1">
                <a:solidFill>
                  <a:srgbClr val="001080"/>
                </a:solidFill>
                <a:effectLst/>
                <a:latin typeface="Consolas" panose="020B0609020204030204" pitchFamily="49" charset="0"/>
              </a:rPr>
              <a:t>new_row</a:t>
            </a:r>
            <a:r>
              <a:rPr lang="en-GB" b="0" dirty="0">
                <a:solidFill>
                  <a:srgbClr val="3B3B3B"/>
                </a:solidFill>
                <a:effectLst/>
                <a:latin typeface="Consolas" panose="020B0609020204030204" pitchFamily="49" charset="0"/>
              </a:rPr>
              <a:t>], </a:t>
            </a:r>
            <a:r>
              <a:rPr lang="en-GB" b="0" dirty="0">
                <a:solidFill>
                  <a:srgbClr val="001080"/>
                </a:solidFill>
                <a:effectLst/>
                <a:latin typeface="Consolas" panose="020B0609020204030204" pitchFamily="49" charset="0"/>
              </a:rPr>
              <a:t>index</a:t>
            </a:r>
            <a:r>
              <a:rPr lang="en-GB" b="0" dirty="0">
                <a:solidFill>
                  <a:srgbClr val="000000"/>
                </a:solidFill>
                <a:effectLst/>
                <a:latin typeface="Consolas" panose="020B0609020204030204" pitchFamily="49" charset="0"/>
              </a:rPr>
              <a:t>=</a:t>
            </a:r>
            <a:r>
              <a:rPr lang="en-GB" b="0" dirty="0">
                <a:solidFill>
                  <a:srgbClr val="3B3B3B"/>
                </a:solidFill>
                <a:effectLst/>
                <a:latin typeface="Consolas" panose="020B0609020204030204" pitchFamily="49" charset="0"/>
              </a:rPr>
              <a:t>[</a:t>
            </a:r>
            <a:r>
              <a:rPr lang="en-GB" b="0" dirty="0">
                <a:solidFill>
                  <a:srgbClr val="A31515"/>
                </a:solidFill>
                <a:effectLst/>
                <a:latin typeface="Consolas" panose="020B0609020204030204" pitchFamily="49" charset="0"/>
              </a:rPr>
              <a:t>'f'</a:t>
            </a:r>
            <a:r>
              <a:rPr lang="en-GB" b="0" dirty="0">
                <a:solidFill>
                  <a:srgbClr val="3B3B3B"/>
                </a:solidFill>
                <a:effectLst/>
                <a:latin typeface="Consolas" panose="020B0609020204030204" pitchFamily="49" charset="0"/>
              </a:rPr>
              <a:t>])])</a:t>
            </a:r>
          </a:p>
          <a:p>
            <a:pPr>
              <a:buNone/>
            </a:pPr>
            <a:r>
              <a:rPr lang="en-GB" b="0" dirty="0">
                <a:solidFill>
                  <a:srgbClr val="795E26"/>
                </a:solidFill>
                <a:effectLst/>
                <a:latin typeface="Consolas" panose="020B0609020204030204" pitchFamily="49" charset="0"/>
              </a:rPr>
              <a:t>print</a:t>
            </a:r>
            <a:r>
              <a:rPr lang="en-GB" b="0" dirty="0">
                <a:solidFill>
                  <a:srgbClr val="3B3B3B"/>
                </a:solidFill>
                <a:effectLst/>
                <a:latin typeface="Consolas" panose="020B0609020204030204" pitchFamily="49" charset="0"/>
              </a:rPr>
              <a:t>(</a:t>
            </a:r>
            <a:r>
              <a:rPr lang="en-GB" b="0" dirty="0">
                <a:solidFill>
                  <a:srgbClr val="A31515"/>
                </a:solidFill>
                <a:effectLst/>
                <a:latin typeface="Consolas" panose="020B0609020204030204" pitchFamily="49" charset="0"/>
              </a:rPr>
              <a:t>"</a:t>
            </a:r>
            <a:r>
              <a:rPr lang="en-GB" b="0" dirty="0">
                <a:solidFill>
                  <a:srgbClr val="EE0000"/>
                </a:solidFill>
                <a:effectLst/>
                <a:latin typeface="Consolas" panose="020B0609020204030204" pitchFamily="49" charset="0"/>
              </a:rPr>
              <a:t>\</a:t>
            </a:r>
            <a:r>
              <a:rPr lang="en-GB" b="0" dirty="0" err="1">
                <a:solidFill>
                  <a:srgbClr val="EE0000"/>
                </a:solidFill>
                <a:effectLst/>
                <a:latin typeface="Consolas" panose="020B0609020204030204" pitchFamily="49" charset="0"/>
              </a:rPr>
              <a:t>n</a:t>
            </a:r>
            <a:r>
              <a:rPr lang="en-GB" b="0" dirty="0" err="1">
                <a:solidFill>
                  <a:srgbClr val="A31515"/>
                </a:solidFill>
                <a:effectLst/>
                <a:latin typeface="Consolas" panose="020B0609020204030204" pitchFamily="49" charset="0"/>
              </a:rPr>
              <a:t>DataFrame</a:t>
            </a:r>
            <a:r>
              <a:rPr lang="en-GB" b="0" dirty="0">
                <a:solidFill>
                  <a:srgbClr val="A31515"/>
                </a:solidFill>
                <a:effectLst/>
                <a:latin typeface="Consolas" panose="020B0609020204030204" pitchFamily="49" charset="0"/>
              </a:rPr>
              <a:t> after adding new row:"</a:t>
            </a:r>
            <a:r>
              <a:rPr lang="en-GB" b="0" dirty="0">
                <a:solidFill>
                  <a:srgbClr val="3B3B3B"/>
                </a:solidFill>
                <a:effectLst/>
                <a:latin typeface="Consolas" panose="020B0609020204030204" pitchFamily="49" charset="0"/>
              </a:rPr>
              <a:t>)</a:t>
            </a:r>
          </a:p>
          <a:p>
            <a:r>
              <a:rPr lang="en-GB" b="0" dirty="0">
                <a:solidFill>
                  <a:srgbClr val="795E26"/>
                </a:solidFill>
                <a:effectLst/>
                <a:latin typeface="Consolas" panose="020B0609020204030204" pitchFamily="49" charset="0"/>
              </a:rPr>
              <a:t>print</a:t>
            </a:r>
            <a:r>
              <a:rPr lang="en-GB" b="0" dirty="0">
                <a:solidFill>
                  <a:srgbClr val="3B3B3B"/>
                </a:solidFill>
                <a:effectLst/>
                <a:latin typeface="Consolas" panose="020B0609020204030204" pitchFamily="49" charset="0"/>
              </a:rPr>
              <a:t>(</a:t>
            </a:r>
            <a:r>
              <a:rPr lang="en-GB" b="0" dirty="0" err="1">
                <a:solidFill>
                  <a:srgbClr val="001080"/>
                </a:solidFill>
                <a:effectLst/>
                <a:latin typeface="Consolas" panose="020B0609020204030204" pitchFamily="49" charset="0"/>
              </a:rPr>
              <a:t>df</a:t>
            </a:r>
            <a:r>
              <a:rPr lang="en-GB" b="0" dirty="0">
                <a:solidFill>
                  <a:srgbClr val="3B3B3B"/>
                </a:solidFill>
                <a:effectLst/>
                <a:latin typeface="Consolas" panose="020B0609020204030204" pitchFamily="49" charset="0"/>
              </a:rPr>
              <a:t>)</a:t>
            </a:r>
          </a:p>
        </p:txBody>
      </p:sp>
      <p:pic>
        <p:nvPicPr>
          <p:cNvPr id="8" name="Picture 7">
            <a:extLst>
              <a:ext uri="{FF2B5EF4-FFF2-40B4-BE49-F238E27FC236}">
                <a16:creationId xmlns:a16="http://schemas.microsoft.com/office/drawing/2014/main" id="{4B861491-85F6-B26E-DBA1-BA472266AC92}"/>
              </a:ext>
            </a:extLst>
          </p:cNvPr>
          <p:cNvPicPr>
            <a:picLocks noChangeAspect="1"/>
          </p:cNvPicPr>
          <p:nvPr/>
        </p:nvPicPr>
        <p:blipFill>
          <a:blip r:embed="rId2"/>
          <a:stretch>
            <a:fillRect/>
          </a:stretch>
        </p:blipFill>
        <p:spPr>
          <a:xfrm>
            <a:off x="9357005" y="1944224"/>
            <a:ext cx="2071655" cy="1621936"/>
          </a:xfrm>
          <a:prstGeom prst="rect">
            <a:avLst/>
          </a:prstGeom>
        </p:spPr>
      </p:pic>
      <p:pic>
        <p:nvPicPr>
          <p:cNvPr id="10" name="Picture 9">
            <a:extLst>
              <a:ext uri="{FF2B5EF4-FFF2-40B4-BE49-F238E27FC236}">
                <a16:creationId xmlns:a16="http://schemas.microsoft.com/office/drawing/2014/main" id="{F12241FB-B1A8-65D6-BAF1-0E87B25B7D3B}"/>
              </a:ext>
            </a:extLst>
          </p:cNvPr>
          <p:cNvPicPr>
            <a:picLocks noChangeAspect="1"/>
          </p:cNvPicPr>
          <p:nvPr/>
        </p:nvPicPr>
        <p:blipFill>
          <a:blip r:embed="rId3"/>
          <a:stretch>
            <a:fillRect/>
          </a:stretch>
        </p:blipFill>
        <p:spPr>
          <a:xfrm>
            <a:off x="9206102" y="4075330"/>
            <a:ext cx="2222891" cy="2013038"/>
          </a:xfrm>
          <a:prstGeom prst="rect">
            <a:avLst/>
          </a:prstGeom>
        </p:spPr>
      </p:pic>
      <p:sp>
        <p:nvSpPr>
          <p:cNvPr id="5" name="Rectangle 4">
            <a:extLst>
              <a:ext uri="{FF2B5EF4-FFF2-40B4-BE49-F238E27FC236}">
                <a16:creationId xmlns:a16="http://schemas.microsoft.com/office/drawing/2014/main" id="{2F0BCED7-BEF5-750B-C99E-C0B4ABDFD949}"/>
              </a:ext>
            </a:extLst>
          </p:cNvPr>
          <p:cNvSpPr/>
          <p:nvPr/>
        </p:nvSpPr>
        <p:spPr>
          <a:xfrm>
            <a:off x="9479744" y="5746343"/>
            <a:ext cx="1948916" cy="314804"/>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29097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A9DB5-37FC-989E-8A5B-72DC03F39511}"/>
              </a:ext>
            </a:extLst>
          </p:cNvPr>
          <p:cNvSpPr>
            <a:spLocks noGrp="1"/>
          </p:cNvSpPr>
          <p:nvPr>
            <p:ph type="title"/>
          </p:nvPr>
        </p:nvSpPr>
        <p:spPr/>
        <p:txBody>
          <a:bodyPr/>
          <a:lstStyle/>
          <a:p>
            <a:r>
              <a:rPr lang="en-US" dirty="0"/>
              <a:t>Adding 1 row to </a:t>
            </a:r>
            <a:r>
              <a:rPr lang="en-US" dirty="0" err="1"/>
              <a:t>DataFrame</a:t>
            </a:r>
            <a:endParaRPr lang="en-GB" dirty="0"/>
          </a:p>
        </p:txBody>
      </p:sp>
      <p:sp>
        <p:nvSpPr>
          <p:cNvPr id="3" name="Content Placeholder 2">
            <a:extLst>
              <a:ext uri="{FF2B5EF4-FFF2-40B4-BE49-F238E27FC236}">
                <a16:creationId xmlns:a16="http://schemas.microsoft.com/office/drawing/2014/main" id="{74203C7B-15C6-E9A6-96BE-4AFD2DED24EB}"/>
              </a:ext>
            </a:extLst>
          </p:cNvPr>
          <p:cNvSpPr>
            <a:spLocks noGrp="1"/>
          </p:cNvSpPr>
          <p:nvPr>
            <p:ph idx="1"/>
          </p:nvPr>
        </p:nvSpPr>
        <p:spPr>
          <a:xfrm>
            <a:off x="582705" y="1550895"/>
            <a:ext cx="11291048" cy="1878106"/>
          </a:xfrm>
        </p:spPr>
        <p:txBody>
          <a:bodyPr/>
          <a:lstStyle/>
          <a:p>
            <a:r>
              <a:rPr lang="en-US" dirty="0"/>
              <a:t>Using .loc </a:t>
            </a:r>
          </a:p>
          <a:p>
            <a:pPr lvl="1"/>
            <a:r>
              <a:rPr lang="en-US" dirty="0"/>
              <a:t>new label </a:t>
            </a:r>
            <a:r>
              <a:rPr lang="en-US" dirty="0">
                <a:sym typeface="Wingdings" panose="05000000000000000000" pitchFamily="2" charset="2"/>
              </a:rPr>
              <a:t></a:t>
            </a:r>
            <a:r>
              <a:rPr lang="en-US" dirty="0"/>
              <a:t> new entry</a:t>
            </a:r>
          </a:p>
          <a:p>
            <a:pPr lvl="1"/>
            <a:r>
              <a:rPr lang="en-US" dirty="0"/>
              <a:t>existing label </a:t>
            </a:r>
            <a:r>
              <a:rPr lang="en-US" dirty="0">
                <a:sym typeface="Wingdings" panose="05000000000000000000" pitchFamily="2" charset="2"/>
              </a:rPr>
              <a:t></a:t>
            </a:r>
            <a:r>
              <a:rPr lang="en-US" dirty="0"/>
              <a:t> overwrite entry</a:t>
            </a:r>
          </a:p>
          <a:p>
            <a:endParaRPr lang="en-GB" dirty="0"/>
          </a:p>
        </p:txBody>
      </p:sp>
      <p:sp>
        <p:nvSpPr>
          <p:cNvPr id="4" name="Slide Number Placeholder 3">
            <a:extLst>
              <a:ext uri="{FF2B5EF4-FFF2-40B4-BE49-F238E27FC236}">
                <a16:creationId xmlns:a16="http://schemas.microsoft.com/office/drawing/2014/main" id="{CD796B2B-057D-8355-3181-A983711C1359}"/>
              </a:ext>
            </a:extLst>
          </p:cNvPr>
          <p:cNvSpPr>
            <a:spLocks noGrp="1"/>
          </p:cNvSpPr>
          <p:nvPr>
            <p:ph type="sldNum" sz="quarter" idx="12"/>
          </p:nvPr>
        </p:nvSpPr>
        <p:spPr/>
        <p:txBody>
          <a:bodyPr/>
          <a:lstStyle/>
          <a:p>
            <a:fld id="{FE1B3154-47D9-4402-8EDB-E791933DC0B9}" type="slidenum">
              <a:rPr lang="nl-BE" smtClean="0"/>
              <a:pPr/>
              <a:t>5</a:t>
            </a:fld>
            <a:endParaRPr lang="nl-BE"/>
          </a:p>
        </p:txBody>
      </p:sp>
      <p:sp>
        <p:nvSpPr>
          <p:cNvPr id="6" name="TextBox 5">
            <a:extLst>
              <a:ext uri="{FF2B5EF4-FFF2-40B4-BE49-F238E27FC236}">
                <a16:creationId xmlns:a16="http://schemas.microsoft.com/office/drawing/2014/main" id="{30FE58CB-42AC-F6A9-3CD5-BC00B1BCCD06}"/>
              </a:ext>
            </a:extLst>
          </p:cNvPr>
          <p:cNvSpPr txBox="1"/>
          <p:nvPr/>
        </p:nvSpPr>
        <p:spPr>
          <a:xfrm>
            <a:off x="784860" y="3136184"/>
            <a:ext cx="9019540" cy="2585323"/>
          </a:xfrm>
          <a:prstGeom prst="rect">
            <a:avLst/>
          </a:prstGeom>
          <a:noFill/>
        </p:spPr>
        <p:txBody>
          <a:bodyPr wrap="square">
            <a:spAutoFit/>
          </a:bodyPr>
          <a:lstStyle/>
          <a:p>
            <a:pPr>
              <a:buNone/>
            </a:pPr>
            <a:r>
              <a:rPr lang="en-GB" b="0" dirty="0">
                <a:solidFill>
                  <a:srgbClr val="008000"/>
                </a:solidFill>
                <a:effectLst/>
                <a:latin typeface="Consolas" panose="020B0609020204030204" pitchFamily="49" charset="0"/>
              </a:rPr>
              <a:t>#alternative method using loc</a:t>
            </a:r>
            <a:endParaRPr lang="en-GB" b="0" dirty="0">
              <a:solidFill>
                <a:srgbClr val="3B3B3B"/>
              </a:solidFill>
              <a:effectLst/>
              <a:latin typeface="Consolas" panose="020B0609020204030204" pitchFamily="49" charset="0"/>
            </a:endParaRPr>
          </a:p>
          <a:p>
            <a:pPr>
              <a:buNone/>
            </a:pPr>
            <a:r>
              <a:rPr lang="en-GB" b="0" dirty="0" err="1">
                <a:solidFill>
                  <a:srgbClr val="001080"/>
                </a:solidFill>
                <a:effectLst/>
                <a:latin typeface="Consolas" panose="020B0609020204030204" pitchFamily="49" charset="0"/>
              </a:rPr>
              <a:t>df</a:t>
            </a:r>
            <a:r>
              <a:rPr lang="en-GB" b="0" dirty="0" err="1">
                <a:solidFill>
                  <a:srgbClr val="3B3B3B"/>
                </a:solidFill>
                <a:effectLst/>
                <a:latin typeface="Consolas" panose="020B0609020204030204" pitchFamily="49" charset="0"/>
              </a:rPr>
              <a:t>.</a:t>
            </a:r>
            <a:r>
              <a:rPr lang="en-GB" b="0" dirty="0" err="1">
                <a:solidFill>
                  <a:srgbClr val="001080"/>
                </a:solidFill>
                <a:effectLst/>
                <a:latin typeface="Consolas" panose="020B0609020204030204" pitchFamily="49" charset="0"/>
              </a:rPr>
              <a:t>loc</a:t>
            </a:r>
            <a:r>
              <a:rPr lang="en-GB" b="0" dirty="0">
                <a:solidFill>
                  <a:srgbClr val="3B3B3B"/>
                </a:solidFill>
                <a:effectLst/>
                <a:latin typeface="Consolas" panose="020B0609020204030204" pitchFamily="49" charset="0"/>
              </a:rPr>
              <a:t>[</a:t>
            </a:r>
            <a:r>
              <a:rPr lang="en-GB" b="0" dirty="0">
                <a:solidFill>
                  <a:srgbClr val="A31515"/>
                </a:solidFill>
                <a:effectLst/>
                <a:latin typeface="Consolas" panose="020B0609020204030204" pitchFamily="49" charset="0"/>
              </a:rPr>
              <a:t>'g'</a:t>
            </a:r>
            <a:r>
              <a:rPr lang="en-GB" b="0" dirty="0">
                <a:solidFill>
                  <a:srgbClr val="3B3B3B"/>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"Name"</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"Grace"</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"Age"</a:t>
            </a:r>
            <a:r>
              <a:rPr lang="en-GB" b="0" dirty="0">
                <a:solidFill>
                  <a:srgbClr val="3B3B3B"/>
                </a:solidFill>
                <a:effectLst/>
                <a:latin typeface="Consolas" panose="020B0609020204030204" pitchFamily="49" charset="0"/>
              </a:rPr>
              <a:t>: </a:t>
            </a:r>
            <a:r>
              <a:rPr lang="en-GB" b="0" dirty="0">
                <a:solidFill>
                  <a:srgbClr val="098658"/>
                </a:solidFill>
                <a:effectLst/>
                <a:latin typeface="Consolas" panose="020B0609020204030204" pitchFamily="49" charset="0"/>
              </a:rPr>
              <a:t>55</a:t>
            </a:r>
            <a:r>
              <a:rPr lang="en-GB" b="0" dirty="0">
                <a:solidFill>
                  <a:srgbClr val="3B3B3B"/>
                </a:solidFill>
                <a:effectLst/>
                <a:latin typeface="Consolas" panose="020B0609020204030204" pitchFamily="49" charset="0"/>
              </a:rPr>
              <a:t>}</a:t>
            </a:r>
          </a:p>
          <a:p>
            <a:pPr>
              <a:buNone/>
            </a:pPr>
            <a:r>
              <a:rPr lang="en-GB" b="0" dirty="0">
                <a:solidFill>
                  <a:srgbClr val="795E26"/>
                </a:solidFill>
                <a:effectLst/>
                <a:latin typeface="Consolas" panose="020B0609020204030204" pitchFamily="49" charset="0"/>
              </a:rPr>
              <a:t>print</a:t>
            </a:r>
            <a:r>
              <a:rPr lang="en-GB" b="0" dirty="0">
                <a:solidFill>
                  <a:srgbClr val="3B3B3B"/>
                </a:solidFill>
                <a:effectLst/>
                <a:latin typeface="Consolas" panose="020B0609020204030204" pitchFamily="49" charset="0"/>
              </a:rPr>
              <a:t>(</a:t>
            </a:r>
            <a:r>
              <a:rPr lang="en-GB" b="0" dirty="0">
                <a:solidFill>
                  <a:srgbClr val="A31515"/>
                </a:solidFill>
                <a:effectLst/>
                <a:latin typeface="Consolas" panose="020B0609020204030204" pitchFamily="49" charset="0"/>
              </a:rPr>
              <a:t>"</a:t>
            </a:r>
            <a:r>
              <a:rPr lang="en-GB" b="0" dirty="0">
                <a:solidFill>
                  <a:srgbClr val="EE0000"/>
                </a:solidFill>
                <a:effectLst/>
                <a:latin typeface="Consolas" panose="020B0609020204030204" pitchFamily="49" charset="0"/>
              </a:rPr>
              <a:t>\</a:t>
            </a:r>
            <a:r>
              <a:rPr lang="en-GB" b="0" dirty="0" err="1">
                <a:solidFill>
                  <a:srgbClr val="EE0000"/>
                </a:solidFill>
                <a:effectLst/>
                <a:latin typeface="Consolas" panose="020B0609020204030204" pitchFamily="49" charset="0"/>
              </a:rPr>
              <a:t>n</a:t>
            </a:r>
            <a:r>
              <a:rPr lang="en-GB" b="0" dirty="0" err="1">
                <a:solidFill>
                  <a:srgbClr val="A31515"/>
                </a:solidFill>
                <a:effectLst/>
                <a:latin typeface="Consolas" panose="020B0609020204030204" pitchFamily="49" charset="0"/>
              </a:rPr>
              <a:t>DataFrame</a:t>
            </a:r>
            <a:r>
              <a:rPr lang="en-GB" b="0" dirty="0">
                <a:solidFill>
                  <a:srgbClr val="A31515"/>
                </a:solidFill>
                <a:effectLst/>
                <a:latin typeface="Consolas" panose="020B0609020204030204" pitchFamily="49" charset="0"/>
              </a:rPr>
              <a:t> after adding new row using loc:"</a:t>
            </a:r>
            <a:r>
              <a:rPr lang="en-GB" b="0" dirty="0">
                <a:solidFill>
                  <a:srgbClr val="3B3B3B"/>
                </a:solidFill>
                <a:effectLst/>
                <a:latin typeface="Consolas" panose="020B0609020204030204" pitchFamily="49" charset="0"/>
              </a:rPr>
              <a:t>)</a:t>
            </a:r>
          </a:p>
          <a:p>
            <a:pPr>
              <a:buNone/>
            </a:pPr>
            <a:r>
              <a:rPr lang="en-GB" b="0" dirty="0">
                <a:solidFill>
                  <a:srgbClr val="795E26"/>
                </a:solidFill>
                <a:effectLst/>
                <a:latin typeface="Consolas" panose="020B0609020204030204" pitchFamily="49" charset="0"/>
              </a:rPr>
              <a:t>print</a:t>
            </a:r>
            <a:r>
              <a:rPr lang="en-GB" b="0" dirty="0">
                <a:solidFill>
                  <a:srgbClr val="3B3B3B"/>
                </a:solidFill>
                <a:effectLst/>
                <a:latin typeface="Consolas" panose="020B0609020204030204" pitchFamily="49" charset="0"/>
              </a:rPr>
              <a:t>(</a:t>
            </a:r>
            <a:r>
              <a:rPr lang="en-GB" b="0" dirty="0" err="1">
                <a:solidFill>
                  <a:srgbClr val="001080"/>
                </a:solidFill>
                <a:effectLst/>
                <a:latin typeface="Consolas" panose="020B0609020204030204" pitchFamily="49" charset="0"/>
              </a:rPr>
              <a:t>df</a:t>
            </a:r>
            <a:r>
              <a:rPr lang="en-GB" b="0" dirty="0">
                <a:solidFill>
                  <a:srgbClr val="3B3B3B"/>
                </a:solidFill>
                <a:effectLst/>
                <a:latin typeface="Consolas" panose="020B0609020204030204" pitchFamily="49" charset="0"/>
              </a:rPr>
              <a:t>)</a:t>
            </a:r>
          </a:p>
          <a:p>
            <a:pPr>
              <a:buNone/>
            </a:pPr>
            <a:br>
              <a:rPr lang="en-GB" b="0" dirty="0">
                <a:solidFill>
                  <a:srgbClr val="3B3B3B"/>
                </a:solidFill>
                <a:effectLst/>
                <a:latin typeface="Consolas" panose="020B0609020204030204" pitchFamily="49" charset="0"/>
              </a:rPr>
            </a:br>
            <a:r>
              <a:rPr lang="en-GB" b="0" dirty="0">
                <a:solidFill>
                  <a:srgbClr val="008000"/>
                </a:solidFill>
                <a:effectLst/>
                <a:latin typeface="Consolas" panose="020B0609020204030204" pitchFamily="49" charset="0"/>
              </a:rPr>
              <a:t># alternative method using loc with existing index</a:t>
            </a:r>
            <a:endParaRPr lang="en-GB" b="0" dirty="0">
              <a:solidFill>
                <a:srgbClr val="3B3B3B"/>
              </a:solidFill>
              <a:effectLst/>
              <a:latin typeface="Consolas" panose="020B0609020204030204" pitchFamily="49" charset="0"/>
            </a:endParaRPr>
          </a:p>
          <a:p>
            <a:pPr>
              <a:buNone/>
            </a:pPr>
            <a:r>
              <a:rPr lang="en-GB" b="0" dirty="0" err="1">
                <a:solidFill>
                  <a:srgbClr val="001080"/>
                </a:solidFill>
                <a:effectLst/>
                <a:latin typeface="Consolas" panose="020B0609020204030204" pitchFamily="49" charset="0"/>
              </a:rPr>
              <a:t>df</a:t>
            </a:r>
            <a:r>
              <a:rPr lang="en-GB" b="0" dirty="0" err="1">
                <a:solidFill>
                  <a:srgbClr val="3B3B3B"/>
                </a:solidFill>
                <a:effectLst/>
                <a:latin typeface="Consolas" panose="020B0609020204030204" pitchFamily="49" charset="0"/>
              </a:rPr>
              <a:t>.</a:t>
            </a:r>
            <a:r>
              <a:rPr lang="en-GB" b="0" dirty="0" err="1">
                <a:solidFill>
                  <a:srgbClr val="001080"/>
                </a:solidFill>
                <a:effectLst/>
                <a:latin typeface="Consolas" panose="020B0609020204030204" pitchFamily="49" charset="0"/>
              </a:rPr>
              <a:t>loc</a:t>
            </a:r>
            <a:r>
              <a:rPr lang="en-GB" b="0" dirty="0">
                <a:solidFill>
                  <a:srgbClr val="3B3B3B"/>
                </a:solidFill>
                <a:effectLst/>
                <a:latin typeface="Consolas" panose="020B0609020204030204" pitchFamily="49" charset="0"/>
              </a:rPr>
              <a:t>[</a:t>
            </a:r>
            <a:r>
              <a:rPr lang="en-GB" b="0" dirty="0">
                <a:solidFill>
                  <a:srgbClr val="A31515"/>
                </a:solidFill>
                <a:effectLst/>
                <a:latin typeface="Consolas" panose="020B0609020204030204" pitchFamily="49" charset="0"/>
              </a:rPr>
              <a:t>'f'</a:t>
            </a:r>
            <a:r>
              <a:rPr lang="en-GB" b="0" dirty="0">
                <a:solidFill>
                  <a:srgbClr val="3B3B3B"/>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"Name"</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"Hank"</a:t>
            </a:r>
            <a:r>
              <a:rPr lang="en-GB" b="0" dirty="0">
                <a:solidFill>
                  <a:srgbClr val="3B3B3B"/>
                </a:solidFill>
                <a:effectLst/>
                <a:latin typeface="Consolas" panose="020B0609020204030204" pitchFamily="49" charset="0"/>
              </a:rPr>
              <a:t>, </a:t>
            </a:r>
            <a:r>
              <a:rPr lang="en-GB" b="0" dirty="0">
                <a:solidFill>
                  <a:srgbClr val="A31515"/>
                </a:solidFill>
                <a:effectLst/>
                <a:latin typeface="Consolas" panose="020B0609020204030204" pitchFamily="49" charset="0"/>
              </a:rPr>
              <a:t>"Age"</a:t>
            </a:r>
            <a:r>
              <a:rPr lang="en-GB" b="0" dirty="0">
                <a:solidFill>
                  <a:srgbClr val="3B3B3B"/>
                </a:solidFill>
                <a:effectLst/>
                <a:latin typeface="Consolas" panose="020B0609020204030204" pitchFamily="49" charset="0"/>
              </a:rPr>
              <a:t>: </a:t>
            </a:r>
            <a:r>
              <a:rPr lang="en-GB" b="0" dirty="0">
                <a:solidFill>
                  <a:srgbClr val="098658"/>
                </a:solidFill>
                <a:effectLst/>
                <a:latin typeface="Consolas" panose="020B0609020204030204" pitchFamily="49" charset="0"/>
              </a:rPr>
              <a:t>60</a:t>
            </a:r>
            <a:r>
              <a:rPr lang="en-GB" b="0" dirty="0">
                <a:solidFill>
                  <a:srgbClr val="3B3B3B"/>
                </a:solidFill>
                <a:effectLst/>
                <a:latin typeface="Consolas" panose="020B0609020204030204" pitchFamily="49" charset="0"/>
              </a:rPr>
              <a:t>}</a:t>
            </a:r>
          </a:p>
          <a:p>
            <a:pPr>
              <a:buNone/>
            </a:pPr>
            <a:r>
              <a:rPr lang="en-GB" b="0" dirty="0">
                <a:solidFill>
                  <a:srgbClr val="795E26"/>
                </a:solidFill>
                <a:effectLst/>
                <a:latin typeface="Consolas" panose="020B0609020204030204" pitchFamily="49" charset="0"/>
              </a:rPr>
              <a:t>print</a:t>
            </a:r>
            <a:r>
              <a:rPr lang="en-GB" b="0" dirty="0">
                <a:solidFill>
                  <a:srgbClr val="3B3B3B"/>
                </a:solidFill>
                <a:effectLst/>
                <a:latin typeface="Consolas" panose="020B0609020204030204" pitchFamily="49" charset="0"/>
              </a:rPr>
              <a:t>(</a:t>
            </a:r>
            <a:r>
              <a:rPr lang="en-GB" b="0" dirty="0">
                <a:solidFill>
                  <a:srgbClr val="A31515"/>
                </a:solidFill>
                <a:effectLst/>
                <a:latin typeface="Consolas" panose="020B0609020204030204" pitchFamily="49" charset="0"/>
              </a:rPr>
              <a:t>"</a:t>
            </a:r>
            <a:r>
              <a:rPr lang="en-GB" b="0" dirty="0">
                <a:solidFill>
                  <a:srgbClr val="EE0000"/>
                </a:solidFill>
                <a:effectLst/>
                <a:latin typeface="Consolas" panose="020B0609020204030204" pitchFamily="49" charset="0"/>
              </a:rPr>
              <a:t>\</a:t>
            </a:r>
            <a:r>
              <a:rPr lang="en-GB" b="0" dirty="0" err="1">
                <a:solidFill>
                  <a:srgbClr val="EE0000"/>
                </a:solidFill>
                <a:effectLst/>
                <a:latin typeface="Consolas" panose="020B0609020204030204" pitchFamily="49" charset="0"/>
              </a:rPr>
              <a:t>n</a:t>
            </a:r>
            <a:r>
              <a:rPr lang="en-GB" b="0" dirty="0" err="1">
                <a:solidFill>
                  <a:srgbClr val="A31515"/>
                </a:solidFill>
                <a:effectLst/>
                <a:latin typeface="Consolas" panose="020B0609020204030204" pitchFamily="49" charset="0"/>
              </a:rPr>
              <a:t>DataFrame</a:t>
            </a:r>
            <a:r>
              <a:rPr lang="en-GB" b="0" dirty="0">
                <a:solidFill>
                  <a:srgbClr val="A31515"/>
                </a:solidFill>
                <a:effectLst/>
                <a:latin typeface="Consolas" panose="020B0609020204030204" pitchFamily="49" charset="0"/>
              </a:rPr>
              <a:t> after adding new row using existing index loc:"</a:t>
            </a:r>
            <a:r>
              <a:rPr lang="en-GB" b="0" dirty="0">
                <a:solidFill>
                  <a:srgbClr val="3B3B3B"/>
                </a:solidFill>
                <a:effectLst/>
                <a:latin typeface="Consolas" panose="020B0609020204030204" pitchFamily="49" charset="0"/>
              </a:rPr>
              <a:t>)</a:t>
            </a:r>
          </a:p>
          <a:p>
            <a:r>
              <a:rPr lang="en-GB" b="0" dirty="0">
                <a:solidFill>
                  <a:srgbClr val="795E26"/>
                </a:solidFill>
                <a:effectLst/>
                <a:latin typeface="Consolas" panose="020B0609020204030204" pitchFamily="49" charset="0"/>
              </a:rPr>
              <a:t>print</a:t>
            </a:r>
            <a:r>
              <a:rPr lang="en-GB" b="0" dirty="0">
                <a:solidFill>
                  <a:srgbClr val="3B3B3B"/>
                </a:solidFill>
                <a:effectLst/>
                <a:latin typeface="Consolas" panose="020B0609020204030204" pitchFamily="49" charset="0"/>
              </a:rPr>
              <a:t>(</a:t>
            </a:r>
            <a:r>
              <a:rPr lang="en-GB" b="0" dirty="0" err="1">
                <a:solidFill>
                  <a:srgbClr val="001080"/>
                </a:solidFill>
                <a:effectLst/>
                <a:latin typeface="Consolas" panose="020B0609020204030204" pitchFamily="49" charset="0"/>
              </a:rPr>
              <a:t>df</a:t>
            </a:r>
            <a:r>
              <a:rPr lang="en-GB" b="0" dirty="0">
                <a:solidFill>
                  <a:srgbClr val="3B3B3B"/>
                </a:solidFill>
                <a:effectLst/>
                <a:latin typeface="Consolas" panose="020B0609020204030204" pitchFamily="49" charset="0"/>
              </a:rPr>
              <a:t>)</a:t>
            </a:r>
          </a:p>
        </p:txBody>
      </p:sp>
      <p:pic>
        <p:nvPicPr>
          <p:cNvPr id="9" name="Picture 8">
            <a:extLst>
              <a:ext uri="{FF2B5EF4-FFF2-40B4-BE49-F238E27FC236}">
                <a16:creationId xmlns:a16="http://schemas.microsoft.com/office/drawing/2014/main" id="{5B82E42D-4CE7-DA1F-FEF3-B68C81A7CFA5}"/>
              </a:ext>
            </a:extLst>
          </p:cNvPr>
          <p:cNvPicPr>
            <a:picLocks noChangeAspect="1"/>
          </p:cNvPicPr>
          <p:nvPr/>
        </p:nvPicPr>
        <p:blipFill>
          <a:blip r:embed="rId2"/>
          <a:stretch>
            <a:fillRect/>
          </a:stretch>
        </p:blipFill>
        <p:spPr>
          <a:xfrm>
            <a:off x="9540576" y="1827221"/>
            <a:ext cx="2018232" cy="2236623"/>
          </a:xfrm>
          <a:prstGeom prst="rect">
            <a:avLst/>
          </a:prstGeom>
        </p:spPr>
      </p:pic>
      <p:pic>
        <p:nvPicPr>
          <p:cNvPr id="11" name="Picture 10">
            <a:extLst>
              <a:ext uri="{FF2B5EF4-FFF2-40B4-BE49-F238E27FC236}">
                <a16:creationId xmlns:a16="http://schemas.microsoft.com/office/drawing/2014/main" id="{16641D8F-BEAB-58C5-0E65-DBA6F735CCBD}"/>
              </a:ext>
            </a:extLst>
          </p:cNvPr>
          <p:cNvPicPr>
            <a:picLocks noChangeAspect="1"/>
          </p:cNvPicPr>
          <p:nvPr/>
        </p:nvPicPr>
        <p:blipFill>
          <a:blip r:embed="rId3"/>
          <a:stretch>
            <a:fillRect/>
          </a:stretch>
        </p:blipFill>
        <p:spPr>
          <a:xfrm>
            <a:off x="9609892" y="4428845"/>
            <a:ext cx="2143424" cy="2210108"/>
          </a:xfrm>
          <a:prstGeom prst="rect">
            <a:avLst/>
          </a:prstGeom>
        </p:spPr>
      </p:pic>
      <p:sp>
        <p:nvSpPr>
          <p:cNvPr id="12" name="Rectangle 11">
            <a:extLst>
              <a:ext uri="{FF2B5EF4-FFF2-40B4-BE49-F238E27FC236}">
                <a16:creationId xmlns:a16="http://schemas.microsoft.com/office/drawing/2014/main" id="{3947504B-4E6F-7B99-0E6E-7CA983B3EA77}"/>
              </a:ext>
            </a:extLst>
          </p:cNvPr>
          <p:cNvSpPr/>
          <p:nvPr/>
        </p:nvSpPr>
        <p:spPr>
          <a:xfrm>
            <a:off x="9609892" y="3749040"/>
            <a:ext cx="1948916" cy="314804"/>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50E68E83-5832-7DA1-AAFC-401834781680}"/>
              </a:ext>
            </a:extLst>
          </p:cNvPr>
          <p:cNvSpPr/>
          <p:nvPr/>
        </p:nvSpPr>
        <p:spPr>
          <a:xfrm>
            <a:off x="9609892" y="6041546"/>
            <a:ext cx="1948916" cy="314804"/>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64785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04C20-2A90-1D9A-679D-7D641C130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2DC4A-9A99-8727-BD14-2A5882BDA0D5}"/>
              </a:ext>
            </a:extLst>
          </p:cNvPr>
          <p:cNvSpPr>
            <a:spLocks noGrp="1"/>
          </p:cNvSpPr>
          <p:nvPr>
            <p:ph type="title"/>
          </p:nvPr>
        </p:nvSpPr>
        <p:spPr/>
        <p:txBody>
          <a:bodyPr/>
          <a:lstStyle/>
          <a:p>
            <a:r>
              <a:rPr lang="en-US" dirty="0"/>
              <a:t>Adding 1 row to </a:t>
            </a:r>
            <a:r>
              <a:rPr lang="en-US" dirty="0" err="1"/>
              <a:t>DataFrame</a:t>
            </a:r>
            <a:endParaRPr lang="en-GB" dirty="0"/>
          </a:p>
        </p:txBody>
      </p:sp>
      <p:sp>
        <p:nvSpPr>
          <p:cNvPr id="3" name="Content Placeholder 2">
            <a:extLst>
              <a:ext uri="{FF2B5EF4-FFF2-40B4-BE49-F238E27FC236}">
                <a16:creationId xmlns:a16="http://schemas.microsoft.com/office/drawing/2014/main" id="{A6F2A8C8-C926-D5C7-5EC9-25624F9C9235}"/>
              </a:ext>
            </a:extLst>
          </p:cNvPr>
          <p:cNvSpPr>
            <a:spLocks noGrp="1"/>
          </p:cNvSpPr>
          <p:nvPr>
            <p:ph idx="1"/>
          </p:nvPr>
        </p:nvSpPr>
        <p:spPr>
          <a:xfrm>
            <a:off x="582705" y="1550895"/>
            <a:ext cx="11291048" cy="1080162"/>
          </a:xfrm>
        </p:spPr>
        <p:txBody>
          <a:bodyPr/>
          <a:lstStyle/>
          <a:p>
            <a:r>
              <a:rPr lang="en-US" dirty="0"/>
              <a:t>Using </a:t>
            </a:r>
            <a:r>
              <a:rPr lang="en-US" dirty="0" err="1"/>
              <a:t>iloc</a:t>
            </a:r>
            <a:r>
              <a:rPr lang="en-US" dirty="0"/>
              <a:t> throws error </a:t>
            </a:r>
            <a:r>
              <a:rPr lang="en-US" dirty="0">
                <a:sym typeface="Wingdings" panose="05000000000000000000" pitchFamily="2" charset="2"/>
              </a:rPr>
              <a:t></a:t>
            </a:r>
            <a:r>
              <a:rPr lang="en-US" dirty="0"/>
              <a:t> only works with existing rows</a:t>
            </a:r>
          </a:p>
          <a:p>
            <a:endParaRPr lang="en-GB" dirty="0"/>
          </a:p>
        </p:txBody>
      </p:sp>
      <p:sp>
        <p:nvSpPr>
          <p:cNvPr id="4" name="Slide Number Placeholder 3">
            <a:extLst>
              <a:ext uri="{FF2B5EF4-FFF2-40B4-BE49-F238E27FC236}">
                <a16:creationId xmlns:a16="http://schemas.microsoft.com/office/drawing/2014/main" id="{79FD2F20-828C-C1BE-30A8-173E3A59C6ED}"/>
              </a:ext>
            </a:extLst>
          </p:cNvPr>
          <p:cNvSpPr>
            <a:spLocks noGrp="1"/>
          </p:cNvSpPr>
          <p:nvPr>
            <p:ph type="sldNum" sz="quarter" idx="12"/>
          </p:nvPr>
        </p:nvSpPr>
        <p:spPr/>
        <p:txBody>
          <a:bodyPr/>
          <a:lstStyle/>
          <a:p>
            <a:fld id="{FE1B3154-47D9-4402-8EDB-E791933DC0B9}" type="slidenum">
              <a:rPr lang="nl-BE" smtClean="0"/>
              <a:pPr/>
              <a:t>6</a:t>
            </a:fld>
            <a:endParaRPr lang="nl-BE"/>
          </a:p>
        </p:txBody>
      </p:sp>
      <p:pic>
        <p:nvPicPr>
          <p:cNvPr id="6" name="Picture 5">
            <a:extLst>
              <a:ext uri="{FF2B5EF4-FFF2-40B4-BE49-F238E27FC236}">
                <a16:creationId xmlns:a16="http://schemas.microsoft.com/office/drawing/2014/main" id="{E2281579-02DC-7DCA-F9CF-F1BEE6CDF76E}"/>
              </a:ext>
            </a:extLst>
          </p:cNvPr>
          <p:cNvPicPr>
            <a:picLocks noChangeAspect="1"/>
          </p:cNvPicPr>
          <p:nvPr/>
        </p:nvPicPr>
        <p:blipFill>
          <a:blip r:embed="rId2"/>
          <a:stretch>
            <a:fillRect/>
          </a:stretch>
        </p:blipFill>
        <p:spPr>
          <a:xfrm>
            <a:off x="757031" y="3194690"/>
            <a:ext cx="7487695" cy="581106"/>
          </a:xfrm>
          <a:prstGeom prst="rect">
            <a:avLst/>
          </a:prstGeom>
        </p:spPr>
      </p:pic>
      <p:sp>
        <p:nvSpPr>
          <p:cNvPr id="10" name="TextBox 9">
            <a:extLst>
              <a:ext uri="{FF2B5EF4-FFF2-40B4-BE49-F238E27FC236}">
                <a16:creationId xmlns:a16="http://schemas.microsoft.com/office/drawing/2014/main" id="{0616898E-5214-3575-7578-03FB92A842F8}"/>
              </a:ext>
            </a:extLst>
          </p:cNvPr>
          <p:cNvSpPr txBox="1"/>
          <p:nvPr/>
        </p:nvSpPr>
        <p:spPr>
          <a:xfrm>
            <a:off x="890269" y="2505670"/>
            <a:ext cx="7221220" cy="646331"/>
          </a:xfrm>
          <a:prstGeom prst="rect">
            <a:avLst/>
          </a:prstGeom>
          <a:noFill/>
        </p:spPr>
        <p:txBody>
          <a:bodyPr wrap="square">
            <a:spAutoFit/>
          </a:bodyPr>
          <a:lstStyle/>
          <a:p>
            <a:pPr>
              <a:buNone/>
            </a:pPr>
            <a:r>
              <a:rPr lang="en-US" b="0" dirty="0">
                <a:solidFill>
                  <a:srgbClr val="008000"/>
                </a:solidFill>
                <a:effectLst/>
                <a:latin typeface="Consolas" panose="020B0609020204030204" pitchFamily="49" charset="0"/>
              </a:rPr>
              <a:t>#adding a new row using </a:t>
            </a:r>
            <a:r>
              <a:rPr lang="en-US" b="0" dirty="0" err="1">
                <a:solidFill>
                  <a:srgbClr val="008000"/>
                </a:solidFill>
                <a:effectLst/>
                <a:latin typeface="Consolas" panose="020B0609020204030204" pitchFamily="49" charset="0"/>
              </a:rPr>
              <a:t>iloc</a:t>
            </a:r>
            <a:r>
              <a:rPr lang="en-US" b="0" dirty="0">
                <a:solidFill>
                  <a:srgbClr val="008000"/>
                </a:solidFill>
                <a:effectLst/>
                <a:latin typeface="Consolas" panose="020B0609020204030204" pitchFamily="49" charset="0"/>
              </a:rPr>
              <a:t> will raise an </a:t>
            </a:r>
            <a:r>
              <a:rPr lang="en-US" b="0" dirty="0" err="1">
                <a:solidFill>
                  <a:srgbClr val="008000"/>
                </a:solidFill>
                <a:effectLst/>
                <a:latin typeface="Consolas" panose="020B0609020204030204" pitchFamily="49" charset="0"/>
              </a:rPr>
              <a:t>IndexError</a:t>
            </a:r>
            <a:endParaRPr lang="en-US" b="0" dirty="0">
              <a:solidFill>
                <a:srgbClr val="3B3B3B"/>
              </a:solidFill>
              <a:effectLst/>
              <a:latin typeface="Consolas" panose="020B0609020204030204" pitchFamily="49" charset="0"/>
            </a:endParaRPr>
          </a:p>
          <a:p>
            <a:r>
              <a:rPr lang="en-US" b="0" dirty="0" err="1">
                <a:solidFill>
                  <a:srgbClr val="001080"/>
                </a:solidFill>
                <a:effectLst/>
                <a:latin typeface="Consolas" panose="020B0609020204030204" pitchFamily="49" charset="0"/>
              </a:rPr>
              <a:t>df</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iloc</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7</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"Name"</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"Ivy"</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"Age"</a:t>
            </a:r>
            <a:r>
              <a:rPr lang="en-US" b="0" dirty="0">
                <a:solidFill>
                  <a:srgbClr val="3B3B3B"/>
                </a:solidFill>
                <a:effectLst/>
                <a:latin typeface="Consolas" panose="020B0609020204030204" pitchFamily="49" charset="0"/>
              </a:rPr>
              <a:t>: </a:t>
            </a:r>
            <a:r>
              <a:rPr lang="en-US" b="0" dirty="0">
                <a:solidFill>
                  <a:srgbClr val="098658"/>
                </a:solidFill>
                <a:effectLst/>
                <a:latin typeface="Consolas" panose="020B0609020204030204" pitchFamily="49" charset="0"/>
              </a:rPr>
              <a:t>65</a:t>
            </a:r>
            <a:r>
              <a:rPr lang="en-US" b="0" dirty="0">
                <a:solidFill>
                  <a:srgbClr val="3B3B3B"/>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F7C5F46D-C91A-8A45-6D73-3E3B51C4D17B}"/>
              </a:ext>
            </a:extLst>
          </p:cNvPr>
          <p:cNvSpPr txBox="1"/>
          <p:nvPr/>
        </p:nvSpPr>
        <p:spPr>
          <a:xfrm>
            <a:off x="890269" y="4540607"/>
            <a:ext cx="7633971" cy="646331"/>
          </a:xfrm>
          <a:prstGeom prst="rect">
            <a:avLst/>
          </a:prstGeom>
          <a:noFill/>
        </p:spPr>
        <p:txBody>
          <a:bodyPr wrap="square">
            <a:spAutoFit/>
          </a:bodyPr>
          <a:lstStyle/>
          <a:p>
            <a:pPr>
              <a:buNone/>
            </a:pPr>
            <a:r>
              <a:rPr lang="en-US" b="0" dirty="0">
                <a:solidFill>
                  <a:srgbClr val="008000"/>
                </a:solidFill>
                <a:effectLst/>
                <a:latin typeface="Consolas" panose="020B0609020204030204" pitchFamily="49" charset="0"/>
              </a:rPr>
              <a:t>#using </a:t>
            </a:r>
            <a:r>
              <a:rPr lang="en-US" dirty="0">
                <a:solidFill>
                  <a:srgbClr val="008000"/>
                </a:solidFill>
                <a:latin typeface="Consolas" panose="020B0609020204030204" pitchFamily="49" charset="0"/>
              </a:rPr>
              <a:t>an existing index will overwrite the row</a:t>
            </a:r>
            <a:endParaRPr lang="en-US" b="0" dirty="0">
              <a:solidFill>
                <a:srgbClr val="3B3B3B"/>
              </a:solidFill>
              <a:effectLst/>
              <a:latin typeface="Consolas" panose="020B0609020204030204" pitchFamily="49" charset="0"/>
            </a:endParaRPr>
          </a:p>
          <a:p>
            <a:r>
              <a:rPr lang="en-US" b="0" dirty="0" err="1">
                <a:solidFill>
                  <a:srgbClr val="001080"/>
                </a:solidFill>
                <a:effectLst/>
                <a:latin typeface="Consolas" panose="020B0609020204030204" pitchFamily="49" charset="0"/>
              </a:rPr>
              <a:t>df</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iloc</a:t>
            </a:r>
            <a:r>
              <a:rPr lang="en-US" b="0" dirty="0">
                <a:solidFill>
                  <a:srgbClr val="3B3B3B"/>
                </a:solidFill>
                <a:effectLst/>
                <a:latin typeface="Consolas" panose="020B0609020204030204" pitchFamily="49" charset="0"/>
              </a:rPr>
              <a:t>[</a:t>
            </a:r>
            <a:r>
              <a:rPr lang="en-US" dirty="0">
                <a:solidFill>
                  <a:srgbClr val="098658"/>
                </a:solidFill>
                <a:latin typeface="Consolas" panose="020B0609020204030204" pitchFamily="49" charset="0"/>
              </a:rPr>
              <a:t>3</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"Name"</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"Ivy"</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"Age"</a:t>
            </a:r>
            <a:r>
              <a:rPr lang="en-US" b="0" dirty="0">
                <a:solidFill>
                  <a:srgbClr val="3B3B3B"/>
                </a:solidFill>
                <a:effectLst/>
                <a:latin typeface="Consolas" panose="020B0609020204030204" pitchFamily="49" charset="0"/>
              </a:rPr>
              <a:t>: </a:t>
            </a:r>
            <a:r>
              <a:rPr lang="en-US" b="0" dirty="0">
                <a:solidFill>
                  <a:srgbClr val="098658"/>
                </a:solidFill>
                <a:effectLst/>
                <a:latin typeface="Consolas" panose="020B0609020204030204" pitchFamily="49" charset="0"/>
              </a:rPr>
              <a:t>65</a:t>
            </a:r>
            <a:r>
              <a:rPr lang="en-US" b="0" dirty="0">
                <a:solidFill>
                  <a:srgbClr val="3B3B3B"/>
                </a:solidFill>
                <a:effectLst/>
                <a:latin typeface="Consolas" panose="020B0609020204030204" pitchFamily="49" charset="0"/>
              </a:rPr>
              <a:t>}</a:t>
            </a:r>
          </a:p>
        </p:txBody>
      </p:sp>
      <p:pic>
        <p:nvPicPr>
          <p:cNvPr id="14" name="Picture 13">
            <a:extLst>
              <a:ext uri="{FF2B5EF4-FFF2-40B4-BE49-F238E27FC236}">
                <a16:creationId xmlns:a16="http://schemas.microsoft.com/office/drawing/2014/main" id="{C3607AB8-AE0C-77B3-AF01-3DE93F5936A6}"/>
              </a:ext>
            </a:extLst>
          </p:cNvPr>
          <p:cNvPicPr>
            <a:picLocks noChangeAspect="1"/>
          </p:cNvPicPr>
          <p:nvPr/>
        </p:nvPicPr>
        <p:blipFill>
          <a:blip r:embed="rId3"/>
          <a:stretch>
            <a:fillRect/>
          </a:stretch>
        </p:blipFill>
        <p:spPr>
          <a:xfrm>
            <a:off x="8524240" y="4242442"/>
            <a:ext cx="2039468" cy="2268806"/>
          </a:xfrm>
          <a:prstGeom prst="rect">
            <a:avLst/>
          </a:prstGeom>
        </p:spPr>
      </p:pic>
      <p:sp>
        <p:nvSpPr>
          <p:cNvPr id="15" name="Rectangle 14">
            <a:extLst>
              <a:ext uri="{FF2B5EF4-FFF2-40B4-BE49-F238E27FC236}">
                <a16:creationId xmlns:a16="http://schemas.microsoft.com/office/drawing/2014/main" id="{49D10A9C-D1CC-2E24-CB13-6DC72006024A}"/>
              </a:ext>
            </a:extLst>
          </p:cNvPr>
          <p:cNvSpPr/>
          <p:nvPr/>
        </p:nvSpPr>
        <p:spPr>
          <a:xfrm>
            <a:off x="8524240" y="5327701"/>
            <a:ext cx="1948916" cy="314804"/>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30281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72D51-F044-8D18-7ACD-3BC3D5AB3E8E}"/>
              </a:ext>
            </a:extLst>
          </p:cNvPr>
          <p:cNvSpPr>
            <a:spLocks noGrp="1"/>
          </p:cNvSpPr>
          <p:nvPr>
            <p:ph type="title"/>
          </p:nvPr>
        </p:nvSpPr>
        <p:spPr/>
        <p:txBody>
          <a:bodyPr/>
          <a:lstStyle/>
          <a:p>
            <a:r>
              <a:rPr lang="nl-BE" err="1"/>
              <a:t>Combining</a:t>
            </a:r>
            <a:r>
              <a:rPr lang="nl-BE"/>
              <a:t> multiple datasets</a:t>
            </a:r>
            <a:endParaRPr lang="en-BE"/>
          </a:p>
        </p:txBody>
      </p:sp>
      <p:sp>
        <p:nvSpPr>
          <p:cNvPr id="3" name="Content Placeholder 2">
            <a:extLst>
              <a:ext uri="{FF2B5EF4-FFF2-40B4-BE49-F238E27FC236}">
                <a16:creationId xmlns:a16="http://schemas.microsoft.com/office/drawing/2014/main" id="{7BDED898-743C-DACF-BB59-E836A8E398FD}"/>
              </a:ext>
            </a:extLst>
          </p:cNvPr>
          <p:cNvSpPr>
            <a:spLocks noGrp="1"/>
          </p:cNvSpPr>
          <p:nvPr>
            <p:ph idx="1"/>
          </p:nvPr>
        </p:nvSpPr>
        <p:spPr/>
        <p:txBody>
          <a:bodyPr/>
          <a:lstStyle/>
          <a:p>
            <a:r>
              <a:rPr lang="en-US" dirty="0"/>
              <a:t>Real-world data often comes in multiple pieces. You need to know how to grab those pieces and combine them into one dataset and make it ready for analysis.</a:t>
            </a:r>
          </a:p>
          <a:p>
            <a:r>
              <a:rPr lang="en-US" dirty="0"/>
              <a:t>What the pieces are (pandas Series or </a:t>
            </a:r>
            <a:r>
              <a:rPr lang="en-US" dirty="0" err="1"/>
              <a:t>DataFrames</a:t>
            </a:r>
            <a:r>
              <a:rPr lang="en-US" dirty="0"/>
              <a:t>) may differ</a:t>
            </a:r>
          </a:p>
          <a:p>
            <a:r>
              <a:rPr lang="en-US" dirty="0"/>
              <a:t>We start with </a:t>
            </a:r>
            <a:r>
              <a:rPr lang="en-US" b="1" dirty="0"/>
              <a:t>2 Series</a:t>
            </a:r>
            <a:r>
              <a:rPr lang="en-US" dirty="0"/>
              <a:t>:				to create </a:t>
            </a:r>
            <a:r>
              <a:rPr lang="en-US" b="1" dirty="0"/>
              <a:t>1 </a:t>
            </a:r>
            <a:r>
              <a:rPr lang="en-US" b="1" dirty="0" err="1"/>
              <a:t>DataFrame</a:t>
            </a:r>
            <a:r>
              <a:rPr lang="en-US" dirty="0"/>
              <a:t>:</a:t>
            </a:r>
            <a:endParaRPr lang="en-BE" dirty="0"/>
          </a:p>
        </p:txBody>
      </p:sp>
      <p:sp>
        <p:nvSpPr>
          <p:cNvPr id="4" name="Slide Number Placeholder 3">
            <a:extLst>
              <a:ext uri="{FF2B5EF4-FFF2-40B4-BE49-F238E27FC236}">
                <a16:creationId xmlns:a16="http://schemas.microsoft.com/office/drawing/2014/main" id="{D668D2F5-A766-9C91-E4C7-B2A0377F8212}"/>
              </a:ext>
            </a:extLst>
          </p:cNvPr>
          <p:cNvSpPr>
            <a:spLocks noGrp="1"/>
          </p:cNvSpPr>
          <p:nvPr>
            <p:ph type="sldNum" sz="quarter" idx="12"/>
          </p:nvPr>
        </p:nvSpPr>
        <p:spPr/>
        <p:txBody>
          <a:bodyPr/>
          <a:lstStyle/>
          <a:p>
            <a:fld id="{FE1B3154-47D9-4402-8EDB-E791933DC0B9}" type="slidenum">
              <a:rPr lang="nl-BE" smtClean="0"/>
              <a:pPr/>
              <a:t>7</a:t>
            </a:fld>
            <a:endParaRPr lang="nl-BE"/>
          </a:p>
        </p:txBody>
      </p:sp>
      <p:pic>
        <p:nvPicPr>
          <p:cNvPr id="6" name="Picture 5">
            <a:extLst>
              <a:ext uri="{FF2B5EF4-FFF2-40B4-BE49-F238E27FC236}">
                <a16:creationId xmlns:a16="http://schemas.microsoft.com/office/drawing/2014/main" id="{98F0667A-5039-80F6-268D-AF0777F882AD}"/>
              </a:ext>
            </a:extLst>
          </p:cNvPr>
          <p:cNvPicPr>
            <a:picLocks noChangeAspect="1"/>
          </p:cNvPicPr>
          <p:nvPr/>
        </p:nvPicPr>
        <p:blipFill>
          <a:blip r:embed="rId3"/>
          <a:stretch>
            <a:fillRect/>
          </a:stretch>
        </p:blipFill>
        <p:spPr>
          <a:xfrm>
            <a:off x="3302555" y="4238434"/>
            <a:ext cx="2172003" cy="943107"/>
          </a:xfrm>
          <a:prstGeom prst="rect">
            <a:avLst/>
          </a:prstGeom>
        </p:spPr>
      </p:pic>
      <p:pic>
        <p:nvPicPr>
          <p:cNvPr id="8" name="Picture 7">
            <a:extLst>
              <a:ext uri="{FF2B5EF4-FFF2-40B4-BE49-F238E27FC236}">
                <a16:creationId xmlns:a16="http://schemas.microsoft.com/office/drawing/2014/main" id="{149593E0-9210-28A1-3276-711F4146BBF9}"/>
              </a:ext>
            </a:extLst>
          </p:cNvPr>
          <p:cNvPicPr>
            <a:picLocks noChangeAspect="1"/>
          </p:cNvPicPr>
          <p:nvPr/>
        </p:nvPicPr>
        <p:blipFill>
          <a:blip r:embed="rId4"/>
          <a:stretch>
            <a:fillRect/>
          </a:stretch>
        </p:blipFill>
        <p:spPr>
          <a:xfrm>
            <a:off x="945291" y="4138548"/>
            <a:ext cx="1929081" cy="1328924"/>
          </a:xfrm>
          <a:prstGeom prst="rect">
            <a:avLst/>
          </a:prstGeom>
        </p:spPr>
      </p:pic>
      <p:sp>
        <p:nvSpPr>
          <p:cNvPr id="9" name="TextBox 8">
            <a:extLst>
              <a:ext uri="{FF2B5EF4-FFF2-40B4-BE49-F238E27FC236}">
                <a16:creationId xmlns:a16="http://schemas.microsoft.com/office/drawing/2014/main" id="{5BB76523-9947-F605-D918-8F5ECFE4BC68}"/>
              </a:ext>
            </a:extLst>
          </p:cNvPr>
          <p:cNvSpPr txBox="1"/>
          <p:nvPr/>
        </p:nvSpPr>
        <p:spPr>
          <a:xfrm>
            <a:off x="3236958" y="3861911"/>
            <a:ext cx="2269660" cy="369332"/>
          </a:xfrm>
          <a:prstGeom prst="rect">
            <a:avLst/>
          </a:prstGeom>
          <a:noFill/>
        </p:spPr>
        <p:txBody>
          <a:bodyPr wrap="none" rtlCol="0">
            <a:spAutoFit/>
          </a:bodyPr>
          <a:lstStyle/>
          <a:p>
            <a:r>
              <a:rPr lang="en-US" b="1" dirty="0">
                <a:solidFill>
                  <a:srgbClr val="446785"/>
                </a:solidFill>
              </a:rPr>
              <a:t>city_2022_population</a:t>
            </a:r>
            <a:endParaRPr lang="en-BE" b="1" dirty="0">
              <a:solidFill>
                <a:srgbClr val="446785"/>
              </a:solidFill>
            </a:endParaRPr>
          </a:p>
        </p:txBody>
      </p:sp>
      <p:sp>
        <p:nvSpPr>
          <p:cNvPr id="10" name="TextBox 9">
            <a:extLst>
              <a:ext uri="{FF2B5EF4-FFF2-40B4-BE49-F238E27FC236}">
                <a16:creationId xmlns:a16="http://schemas.microsoft.com/office/drawing/2014/main" id="{C8516BC4-7181-4601-D6F4-E80E36478D93}"/>
              </a:ext>
            </a:extLst>
          </p:cNvPr>
          <p:cNvSpPr txBox="1"/>
          <p:nvPr/>
        </p:nvSpPr>
        <p:spPr>
          <a:xfrm>
            <a:off x="942469" y="3869102"/>
            <a:ext cx="1066061" cy="369332"/>
          </a:xfrm>
          <a:prstGeom prst="rect">
            <a:avLst/>
          </a:prstGeom>
          <a:noFill/>
        </p:spPr>
        <p:txBody>
          <a:bodyPr wrap="none" rtlCol="0">
            <a:spAutoFit/>
          </a:bodyPr>
          <a:lstStyle/>
          <a:p>
            <a:r>
              <a:rPr lang="en-US" b="1" dirty="0" err="1">
                <a:solidFill>
                  <a:srgbClr val="446785"/>
                </a:solidFill>
              </a:rPr>
              <a:t>city_rank</a:t>
            </a:r>
            <a:endParaRPr lang="en-BE" b="1" dirty="0">
              <a:solidFill>
                <a:srgbClr val="446785"/>
              </a:solidFill>
            </a:endParaRPr>
          </a:p>
        </p:txBody>
      </p:sp>
      <p:pic>
        <p:nvPicPr>
          <p:cNvPr id="12" name="Picture 11">
            <a:extLst>
              <a:ext uri="{FF2B5EF4-FFF2-40B4-BE49-F238E27FC236}">
                <a16:creationId xmlns:a16="http://schemas.microsoft.com/office/drawing/2014/main" id="{EF58295F-CD57-E257-1934-84358AAA5901}"/>
              </a:ext>
            </a:extLst>
          </p:cNvPr>
          <p:cNvPicPr>
            <a:picLocks noChangeAspect="1"/>
          </p:cNvPicPr>
          <p:nvPr/>
        </p:nvPicPr>
        <p:blipFill>
          <a:blip r:embed="rId5"/>
          <a:stretch>
            <a:fillRect/>
          </a:stretch>
        </p:blipFill>
        <p:spPr>
          <a:xfrm>
            <a:off x="6998069" y="4125691"/>
            <a:ext cx="2333951" cy="1105054"/>
          </a:xfrm>
          <a:prstGeom prst="rect">
            <a:avLst/>
          </a:prstGeom>
        </p:spPr>
      </p:pic>
      <p:pic>
        <p:nvPicPr>
          <p:cNvPr id="27" name="Picture 26">
            <a:extLst>
              <a:ext uri="{FF2B5EF4-FFF2-40B4-BE49-F238E27FC236}">
                <a16:creationId xmlns:a16="http://schemas.microsoft.com/office/drawing/2014/main" id="{167B472E-C5F1-4AA7-BA46-A5D7510DD067}"/>
              </a:ext>
            </a:extLst>
          </p:cNvPr>
          <p:cNvPicPr>
            <a:picLocks noChangeAspect="1"/>
          </p:cNvPicPr>
          <p:nvPr/>
        </p:nvPicPr>
        <p:blipFill>
          <a:blip r:embed="rId6"/>
          <a:stretch>
            <a:fillRect/>
          </a:stretch>
        </p:blipFill>
        <p:spPr>
          <a:xfrm>
            <a:off x="942469" y="5712659"/>
            <a:ext cx="11163912" cy="369332"/>
          </a:xfrm>
          <a:prstGeom prst="rect">
            <a:avLst/>
          </a:prstGeom>
        </p:spPr>
      </p:pic>
      <p:sp>
        <p:nvSpPr>
          <p:cNvPr id="7" name="TextBox 6">
            <a:extLst>
              <a:ext uri="{FF2B5EF4-FFF2-40B4-BE49-F238E27FC236}">
                <a16:creationId xmlns:a16="http://schemas.microsoft.com/office/drawing/2014/main" id="{C8B3C461-EBC5-76A4-501C-B64D991B182A}"/>
              </a:ext>
            </a:extLst>
          </p:cNvPr>
          <p:cNvSpPr txBox="1"/>
          <p:nvPr/>
        </p:nvSpPr>
        <p:spPr>
          <a:xfrm>
            <a:off x="6998069" y="3769216"/>
            <a:ext cx="1068369" cy="369332"/>
          </a:xfrm>
          <a:prstGeom prst="rect">
            <a:avLst/>
          </a:prstGeom>
          <a:noFill/>
        </p:spPr>
        <p:txBody>
          <a:bodyPr wrap="none" rtlCol="0">
            <a:spAutoFit/>
          </a:bodyPr>
          <a:lstStyle/>
          <a:p>
            <a:r>
              <a:rPr lang="en-US" b="1" dirty="0" err="1">
                <a:solidFill>
                  <a:srgbClr val="446785"/>
                </a:solidFill>
              </a:rPr>
              <a:t>city_data</a:t>
            </a:r>
            <a:endParaRPr lang="en-BE" b="1" dirty="0">
              <a:solidFill>
                <a:srgbClr val="446785"/>
              </a:solidFill>
            </a:endParaRPr>
          </a:p>
        </p:txBody>
      </p:sp>
    </p:spTree>
    <p:extLst>
      <p:ext uri="{BB962C8B-B14F-4D97-AF65-F5344CB8AC3E}">
        <p14:creationId xmlns:p14="http://schemas.microsoft.com/office/powerpoint/2010/main" val="1552677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CA7DE-235A-8182-48EC-05BADC26A72B}"/>
              </a:ext>
            </a:extLst>
          </p:cNvPr>
          <p:cNvSpPr>
            <a:spLocks noGrp="1"/>
          </p:cNvSpPr>
          <p:nvPr>
            <p:ph type="title"/>
          </p:nvPr>
        </p:nvSpPr>
        <p:spPr/>
        <p:txBody>
          <a:bodyPr/>
          <a:lstStyle/>
          <a:p>
            <a:r>
              <a:rPr lang="nl-BE" dirty="0" err="1"/>
              <a:t>Combining</a:t>
            </a:r>
            <a:r>
              <a:rPr lang="nl-BE" dirty="0"/>
              <a:t> multiple datasets</a:t>
            </a:r>
            <a:endParaRPr lang="en-BE" dirty="0"/>
          </a:p>
        </p:txBody>
      </p:sp>
      <p:sp>
        <p:nvSpPr>
          <p:cNvPr id="3" name="Content Placeholder 2">
            <a:extLst>
              <a:ext uri="{FF2B5EF4-FFF2-40B4-BE49-F238E27FC236}">
                <a16:creationId xmlns:a16="http://schemas.microsoft.com/office/drawing/2014/main" id="{ED5B1874-AD4C-5EF3-6426-AD3354C574B2}"/>
              </a:ext>
            </a:extLst>
          </p:cNvPr>
          <p:cNvSpPr>
            <a:spLocks noGrp="1"/>
          </p:cNvSpPr>
          <p:nvPr>
            <p:ph idx="1"/>
          </p:nvPr>
        </p:nvSpPr>
        <p:spPr/>
        <p:txBody>
          <a:bodyPr/>
          <a:lstStyle/>
          <a:p>
            <a:r>
              <a:rPr lang="en-US" dirty="0"/>
              <a:t>Next up is combining 2 </a:t>
            </a:r>
            <a:r>
              <a:rPr lang="en-US" dirty="0" err="1"/>
              <a:t>DataFrames</a:t>
            </a:r>
            <a:r>
              <a:rPr lang="en-US" dirty="0"/>
              <a:t> with identical columns</a:t>
            </a:r>
          </a:p>
          <a:p>
            <a:r>
              <a:rPr lang="en-US" dirty="0"/>
              <a:t>In this example we concatenate 2 </a:t>
            </a:r>
            <a:r>
              <a:rPr lang="en-US" dirty="0" err="1"/>
              <a:t>DataFrames</a:t>
            </a:r>
            <a:r>
              <a:rPr lang="en-US" dirty="0"/>
              <a:t> into a new one</a:t>
            </a:r>
            <a:endParaRPr lang="en-BE" dirty="0"/>
          </a:p>
        </p:txBody>
      </p:sp>
      <p:sp>
        <p:nvSpPr>
          <p:cNvPr id="4" name="Slide Number Placeholder 3">
            <a:extLst>
              <a:ext uri="{FF2B5EF4-FFF2-40B4-BE49-F238E27FC236}">
                <a16:creationId xmlns:a16="http://schemas.microsoft.com/office/drawing/2014/main" id="{564660BF-05C8-E546-FE79-3F8C14B6F2F5}"/>
              </a:ext>
            </a:extLst>
          </p:cNvPr>
          <p:cNvSpPr>
            <a:spLocks noGrp="1"/>
          </p:cNvSpPr>
          <p:nvPr>
            <p:ph type="sldNum" sz="quarter" idx="12"/>
          </p:nvPr>
        </p:nvSpPr>
        <p:spPr/>
        <p:txBody>
          <a:bodyPr/>
          <a:lstStyle/>
          <a:p>
            <a:fld id="{FE1B3154-47D9-4402-8EDB-E791933DC0B9}" type="slidenum">
              <a:rPr lang="nl-BE" smtClean="0"/>
              <a:pPr/>
              <a:t>8</a:t>
            </a:fld>
            <a:endParaRPr lang="nl-BE"/>
          </a:p>
        </p:txBody>
      </p:sp>
      <p:pic>
        <p:nvPicPr>
          <p:cNvPr id="5" name="Picture 4">
            <a:extLst>
              <a:ext uri="{FF2B5EF4-FFF2-40B4-BE49-F238E27FC236}">
                <a16:creationId xmlns:a16="http://schemas.microsoft.com/office/drawing/2014/main" id="{007E825A-DA0F-E9FC-ECEC-41403080BF25}"/>
              </a:ext>
            </a:extLst>
          </p:cNvPr>
          <p:cNvPicPr>
            <a:picLocks noChangeAspect="1"/>
          </p:cNvPicPr>
          <p:nvPr/>
        </p:nvPicPr>
        <p:blipFill>
          <a:blip r:embed="rId3"/>
          <a:stretch>
            <a:fillRect/>
          </a:stretch>
        </p:blipFill>
        <p:spPr>
          <a:xfrm>
            <a:off x="882658" y="2943191"/>
            <a:ext cx="2333951" cy="1105054"/>
          </a:xfrm>
          <a:prstGeom prst="rect">
            <a:avLst/>
          </a:prstGeom>
        </p:spPr>
      </p:pic>
      <p:pic>
        <p:nvPicPr>
          <p:cNvPr id="9" name="Picture 8">
            <a:extLst>
              <a:ext uri="{FF2B5EF4-FFF2-40B4-BE49-F238E27FC236}">
                <a16:creationId xmlns:a16="http://schemas.microsoft.com/office/drawing/2014/main" id="{4EEBCB52-04F4-B81B-3760-3B0B49DF9DA1}"/>
              </a:ext>
            </a:extLst>
          </p:cNvPr>
          <p:cNvPicPr>
            <a:picLocks noChangeAspect="1"/>
          </p:cNvPicPr>
          <p:nvPr/>
        </p:nvPicPr>
        <p:blipFill>
          <a:blip r:embed="rId4"/>
          <a:stretch>
            <a:fillRect/>
          </a:stretch>
        </p:blipFill>
        <p:spPr>
          <a:xfrm>
            <a:off x="4068569" y="2943191"/>
            <a:ext cx="2772162" cy="819264"/>
          </a:xfrm>
          <a:prstGeom prst="rect">
            <a:avLst/>
          </a:prstGeom>
        </p:spPr>
      </p:pic>
      <p:pic>
        <p:nvPicPr>
          <p:cNvPr id="13" name="Picture 12">
            <a:extLst>
              <a:ext uri="{FF2B5EF4-FFF2-40B4-BE49-F238E27FC236}">
                <a16:creationId xmlns:a16="http://schemas.microsoft.com/office/drawing/2014/main" id="{7241C316-F0AC-845C-3061-44A0FF941C27}"/>
              </a:ext>
            </a:extLst>
          </p:cNvPr>
          <p:cNvPicPr>
            <a:picLocks noChangeAspect="1"/>
          </p:cNvPicPr>
          <p:nvPr/>
        </p:nvPicPr>
        <p:blipFill>
          <a:blip r:embed="rId5"/>
          <a:stretch>
            <a:fillRect/>
          </a:stretch>
        </p:blipFill>
        <p:spPr>
          <a:xfrm>
            <a:off x="4140543" y="5152078"/>
            <a:ext cx="2829320" cy="1657581"/>
          </a:xfrm>
          <a:prstGeom prst="rect">
            <a:avLst/>
          </a:prstGeom>
        </p:spPr>
      </p:pic>
      <p:pic>
        <p:nvPicPr>
          <p:cNvPr id="24" name="Picture 23">
            <a:extLst>
              <a:ext uri="{FF2B5EF4-FFF2-40B4-BE49-F238E27FC236}">
                <a16:creationId xmlns:a16="http://schemas.microsoft.com/office/drawing/2014/main" id="{E3D4B703-8976-3A4F-A2F8-B1E8989E7C97}"/>
              </a:ext>
            </a:extLst>
          </p:cNvPr>
          <p:cNvPicPr>
            <a:picLocks noChangeAspect="1"/>
          </p:cNvPicPr>
          <p:nvPr/>
        </p:nvPicPr>
        <p:blipFill>
          <a:blip r:embed="rId6"/>
          <a:stretch>
            <a:fillRect/>
          </a:stretch>
        </p:blipFill>
        <p:spPr>
          <a:xfrm>
            <a:off x="882658" y="4299389"/>
            <a:ext cx="9018303" cy="366733"/>
          </a:xfrm>
          <a:prstGeom prst="rect">
            <a:avLst/>
          </a:prstGeom>
        </p:spPr>
      </p:pic>
      <p:sp>
        <p:nvSpPr>
          <p:cNvPr id="10" name="TextBox 9">
            <a:extLst>
              <a:ext uri="{FF2B5EF4-FFF2-40B4-BE49-F238E27FC236}">
                <a16:creationId xmlns:a16="http://schemas.microsoft.com/office/drawing/2014/main" id="{0FF4D29A-0146-B87A-25A0-726DCF03E157}"/>
              </a:ext>
            </a:extLst>
          </p:cNvPr>
          <p:cNvSpPr txBox="1"/>
          <p:nvPr/>
        </p:nvSpPr>
        <p:spPr>
          <a:xfrm>
            <a:off x="882658" y="2599783"/>
            <a:ext cx="1068369" cy="369332"/>
          </a:xfrm>
          <a:prstGeom prst="rect">
            <a:avLst/>
          </a:prstGeom>
          <a:noFill/>
        </p:spPr>
        <p:txBody>
          <a:bodyPr wrap="none" rtlCol="0">
            <a:spAutoFit/>
          </a:bodyPr>
          <a:lstStyle/>
          <a:p>
            <a:r>
              <a:rPr lang="en-US" b="1" dirty="0" err="1">
                <a:solidFill>
                  <a:srgbClr val="446785"/>
                </a:solidFill>
              </a:rPr>
              <a:t>city_data</a:t>
            </a:r>
            <a:endParaRPr lang="en-BE" b="1" dirty="0">
              <a:solidFill>
                <a:srgbClr val="446785"/>
              </a:solidFill>
            </a:endParaRPr>
          </a:p>
        </p:txBody>
      </p:sp>
      <p:sp>
        <p:nvSpPr>
          <p:cNvPr id="11" name="TextBox 10">
            <a:extLst>
              <a:ext uri="{FF2B5EF4-FFF2-40B4-BE49-F238E27FC236}">
                <a16:creationId xmlns:a16="http://schemas.microsoft.com/office/drawing/2014/main" id="{BFFEBFDC-909F-64E9-665C-9D20285D81B3}"/>
              </a:ext>
            </a:extLst>
          </p:cNvPr>
          <p:cNvSpPr txBox="1"/>
          <p:nvPr/>
        </p:nvSpPr>
        <p:spPr>
          <a:xfrm>
            <a:off x="4068569" y="2573859"/>
            <a:ext cx="1863459" cy="369332"/>
          </a:xfrm>
          <a:prstGeom prst="rect">
            <a:avLst/>
          </a:prstGeom>
          <a:noFill/>
        </p:spPr>
        <p:txBody>
          <a:bodyPr wrap="none" rtlCol="0">
            <a:spAutoFit/>
          </a:bodyPr>
          <a:lstStyle/>
          <a:p>
            <a:r>
              <a:rPr lang="en-US" b="1" dirty="0" err="1">
                <a:solidFill>
                  <a:srgbClr val="446785"/>
                </a:solidFill>
              </a:rPr>
              <a:t>further_city_data</a:t>
            </a:r>
            <a:endParaRPr lang="en-BE" b="1" dirty="0">
              <a:solidFill>
                <a:srgbClr val="446785"/>
              </a:solidFill>
            </a:endParaRPr>
          </a:p>
        </p:txBody>
      </p:sp>
      <p:sp>
        <p:nvSpPr>
          <p:cNvPr id="12" name="TextBox 11">
            <a:extLst>
              <a:ext uri="{FF2B5EF4-FFF2-40B4-BE49-F238E27FC236}">
                <a16:creationId xmlns:a16="http://schemas.microsoft.com/office/drawing/2014/main" id="{486716F2-3BB0-9824-DD00-05B63C3F472E}"/>
              </a:ext>
            </a:extLst>
          </p:cNvPr>
          <p:cNvSpPr txBox="1"/>
          <p:nvPr/>
        </p:nvSpPr>
        <p:spPr>
          <a:xfrm>
            <a:off x="4068569" y="4782746"/>
            <a:ext cx="1409810" cy="369332"/>
          </a:xfrm>
          <a:prstGeom prst="rect">
            <a:avLst/>
          </a:prstGeom>
          <a:noFill/>
        </p:spPr>
        <p:txBody>
          <a:bodyPr wrap="none" rtlCol="0">
            <a:spAutoFit/>
          </a:bodyPr>
          <a:lstStyle/>
          <a:p>
            <a:r>
              <a:rPr lang="en-US" b="1" dirty="0" err="1">
                <a:solidFill>
                  <a:srgbClr val="446785"/>
                </a:solidFill>
              </a:rPr>
              <a:t>all_city_data</a:t>
            </a:r>
            <a:endParaRPr lang="en-BE" b="1" dirty="0">
              <a:solidFill>
                <a:srgbClr val="446785"/>
              </a:solidFill>
            </a:endParaRPr>
          </a:p>
        </p:txBody>
      </p:sp>
    </p:spTree>
    <p:extLst>
      <p:ext uri="{BB962C8B-B14F-4D97-AF65-F5344CB8AC3E}">
        <p14:creationId xmlns:p14="http://schemas.microsoft.com/office/powerpoint/2010/main" val="2300828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8101D-5B97-DE75-041E-60781F775B97}"/>
              </a:ext>
            </a:extLst>
          </p:cNvPr>
          <p:cNvSpPr>
            <a:spLocks noGrp="1"/>
          </p:cNvSpPr>
          <p:nvPr>
            <p:ph type="title"/>
          </p:nvPr>
        </p:nvSpPr>
        <p:spPr/>
        <p:txBody>
          <a:bodyPr/>
          <a:lstStyle/>
          <a:p>
            <a:r>
              <a:rPr lang="nl-BE" err="1"/>
              <a:t>Combining</a:t>
            </a:r>
            <a:r>
              <a:rPr lang="nl-BE"/>
              <a:t> multiple datasets</a:t>
            </a:r>
            <a:endParaRPr lang="en-BE"/>
          </a:p>
        </p:txBody>
      </p:sp>
      <p:sp>
        <p:nvSpPr>
          <p:cNvPr id="3" name="Content Placeholder 2">
            <a:extLst>
              <a:ext uri="{FF2B5EF4-FFF2-40B4-BE49-F238E27FC236}">
                <a16:creationId xmlns:a16="http://schemas.microsoft.com/office/drawing/2014/main" id="{809DC215-28AA-D296-3E39-9CAF1237B805}"/>
              </a:ext>
            </a:extLst>
          </p:cNvPr>
          <p:cNvSpPr>
            <a:spLocks noGrp="1"/>
          </p:cNvSpPr>
          <p:nvPr>
            <p:ph idx="1"/>
          </p:nvPr>
        </p:nvSpPr>
        <p:spPr/>
        <p:txBody>
          <a:bodyPr/>
          <a:lstStyle/>
          <a:p>
            <a:r>
              <a:rPr lang="en-US" dirty="0"/>
              <a:t>What happens when they share a key, but have different columns?</a:t>
            </a:r>
            <a:endParaRPr lang="en-BE" dirty="0"/>
          </a:p>
        </p:txBody>
      </p:sp>
      <p:sp>
        <p:nvSpPr>
          <p:cNvPr id="4" name="Slide Number Placeholder 3">
            <a:extLst>
              <a:ext uri="{FF2B5EF4-FFF2-40B4-BE49-F238E27FC236}">
                <a16:creationId xmlns:a16="http://schemas.microsoft.com/office/drawing/2014/main" id="{9BEA6C84-A965-8793-AE0F-CADAEE551EF5}"/>
              </a:ext>
            </a:extLst>
          </p:cNvPr>
          <p:cNvSpPr>
            <a:spLocks noGrp="1"/>
          </p:cNvSpPr>
          <p:nvPr>
            <p:ph type="sldNum" sz="quarter" idx="12"/>
          </p:nvPr>
        </p:nvSpPr>
        <p:spPr>
          <a:xfrm>
            <a:off x="9003261" y="6340308"/>
            <a:ext cx="2743200" cy="365125"/>
          </a:xfrm>
        </p:spPr>
        <p:txBody>
          <a:bodyPr/>
          <a:lstStyle/>
          <a:p>
            <a:fld id="{FE1B3154-47D9-4402-8EDB-E791933DC0B9}" type="slidenum">
              <a:rPr lang="nl-BE" smtClean="0"/>
              <a:pPr/>
              <a:t>9</a:t>
            </a:fld>
            <a:endParaRPr lang="nl-BE"/>
          </a:p>
        </p:txBody>
      </p:sp>
      <p:pic>
        <p:nvPicPr>
          <p:cNvPr id="7" name="Picture 6">
            <a:extLst>
              <a:ext uri="{FF2B5EF4-FFF2-40B4-BE49-F238E27FC236}">
                <a16:creationId xmlns:a16="http://schemas.microsoft.com/office/drawing/2014/main" id="{2EBE0E80-92AE-7AC4-E578-544E7D56EF3C}"/>
              </a:ext>
            </a:extLst>
          </p:cNvPr>
          <p:cNvPicPr>
            <a:picLocks noChangeAspect="1"/>
          </p:cNvPicPr>
          <p:nvPr/>
        </p:nvPicPr>
        <p:blipFill>
          <a:blip r:embed="rId3"/>
          <a:stretch>
            <a:fillRect/>
          </a:stretch>
        </p:blipFill>
        <p:spPr>
          <a:xfrm>
            <a:off x="711486" y="4713201"/>
            <a:ext cx="2829320" cy="1657581"/>
          </a:xfrm>
          <a:prstGeom prst="rect">
            <a:avLst/>
          </a:prstGeom>
        </p:spPr>
      </p:pic>
      <p:pic>
        <p:nvPicPr>
          <p:cNvPr id="11" name="Picture 10">
            <a:extLst>
              <a:ext uri="{FF2B5EF4-FFF2-40B4-BE49-F238E27FC236}">
                <a16:creationId xmlns:a16="http://schemas.microsoft.com/office/drawing/2014/main" id="{A5BFC247-5583-9B40-23CA-CC52C4D74E72}"/>
              </a:ext>
            </a:extLst>
          </p:cNvPr>
          <p:cNvPicPr>
            <a:picLocks noChangeAspect="1"/>
          </p:cNvPicPr>
          <p:nvPr/>
        </p:nvPicPr>
        <p:blipFill>
          <a:blip r:embed="rId4"/>
          <a:stretch>
            <a:fillRect/>
          </a:stretch>
        </p:blipFill>
        <p:spPr>
          <a:xfrm>
            <a:off x="3853963" y="2990274"/>
            <a:ext cx="7626551" cy="343538"/>
          </a:xfrm>
          <a:prstGeom prst="rect">
            <a:avLst/>
          </a:prstGeom>
        </p:spPr>
      </p:pic>
      <p:cxnSp>
        <p:nvCxnSpPr>
          <p:cNvPr id="18" name="Straight Arrow Connector 17">
            <a:extLst>
              <a:ext uri="{FF2B5EF4-FFF2-40B4-BE49-F238E27FC236}">
                <a16:creationId xmlns:a16="http://schemas.microsoft.com/office/drawing/2014/main" id="{E9652E0B-C80C-C6FE-2B03-08DCDBC30F0A}"/>
              </a:ext>
            </a:extLst>
          </p:cNvPr>
          <p:cNvCxnSpPr>
            <a:cxnSpLocks/>
          </p:cNvCxnSpPr>
          <p:nvPr/>
        </p:nvCxnSpPr>
        <p:spPr>
          <a:xfrm>
            <a:off x="4611075" y="3376366"/>
            <a:ext cx="1918062" cy="588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6E351E6-6761-6BCB-9EFC-36D61BB15586}"/>
              </a:ext>
            </a:extLst>
          </p:cNvPr>
          <p:cNvSpPr txBox="1"/>
          <p:nvPr/>
        </p:nvSpPr>
        <p:spPr>
          <a:xfrm>
            <a:off x="3695682" y="6017142"/>
            <a:ext cx="3669466" cy="646331"/>
          </a:xfrm>
          <a:prstGeom prst="rect">
            <a:avLst/>
          </a:prstGeom>
          <a:noFill/>
        </p:spPr>
        <p:txBody>
          <a:bodyPr wrap="none" rtlCol="0">
            <a:spAutoFit/>
          </a:bodyPr>
          <a:lstStyle/>
          <a:p>
            <a:r>
              <a:rPr lang="en-US" dirty="0">
                <a:solidFill>
                  <a:srgbClr val="FF0000"/>
                </a:solidFill>
              </a:rPr>
              <a:t>All rows are kept.</a:t>
            </a:r>
            <a:br>
              <a:rPr lang="en-US" dirty="0">
                <a:solidFill>
                  <a:srgbClr val="FF0000"/>
                </a:solidFill>
              </a:rPr>
            </a:br>
            <a:r>
              <a:rPr lang="en-US" dirty="0" err="1">
                <a:solidFill>
                  <a:srgbClr val="FF0000"/>
                </a:solidFill>
              </a:rPr>
              <a:t>NaN</a:t>
            </a:r>
            <a:r>
              <a:rPr lang="en-US" dirty="0">
                <a:solidFill>
                  <a:srgbClr val="FF0000"/>
                </a:solidFill>
              </a:rPr>
              <a:t> appears when no data available</a:t>
            </a:r>
            <a:endParaRPr lang="en-BE" dirty="0">
              <a:solidFill>
                <a:srgbClr val="FF0000"/>
              </a:solidFill>
            </a:endParaRPr>
          </a:p>
        </p:txBody>
      </p:sp>
      <p:sp>
        <p:nvSpPr>
          <p:cNvPr id="5" name="TextBox 4">
            <a:extLst>
              <a:ext uri="{FF2B5EF4-FFF2-40B4-BE49-F238E27FC236}">
                <a16:creationId xmlns:a16="http://schemas.microsoft.com/office/drawing/2014/main" id="{D3F5149D-9447-B11F-2AE4-EB1AA20B9DF4}"/>
              </a:ext>
            </a:extLst>
          </p:cNvPr>
          <p:cNvSpPr txBox="1"/>
          <p:nvPr/>
        </p:nvSpPr>
        <p:spPr>
          <a:xfrm>
            <a:off x="612571" y="4343869"/>
            <a:ext cx="1409810" cy="369332"/>
          </a:xfrm>
          <a:prstGeom prst="rect">
            <a:avLst/>
          </a:prstGeom>
          <a:noFill/>
        </p:spPr>
        <p:txBody>
          <a:bodyPr wrap="none" rtlCol="0">
            <a:spAutoFit/>
          </a:bodyPr>
          <a:lstStyle/>
          <a:p>
            <a:r>
              <a:rPr lang="en-US" b="1" dirty="0" err="1">
                <a:solidFill>
                  <a:srgbClr val="446785"/>
                </a:solidFill>
              </a:rPr>
              <a:t>all_city_data</a:t>
            </a:r>
            <a:endParaRPr lang="en-BE" b="1" dirty="0">
              <a:solidFill>
                <a:srgbClr val="446785"/>
              </a:solidFill>
            </a:endParaRPr>
          </a:p>
        </p:txBody>
      </p:sp>
      <p:sp>
        <p:nvSpPr>
          <p:cNvPr id="8" name="TextBox 7">
            <a:extLst>
              <a:ext uri="{FF2B5EF4-FFF2-40B4-BE49-F238E27FC236}">
                <a16:creationId xmlns:a16="http://schemas.microsoft.com/office/drawing/2014/main" id="{01C6329A-4DD6-A439-3D0F-8B5C524DD5AC}"/>
              </a:ext>
            </a:extLst>
          </p:cNvPr>
          <p:cNvSpPr txBox="1"/>
          <p:nvPr/>
        </p:nvSpPr>
        <p:spPr>
          <a:xfrm>
            <a:off x="612571" y="2009613"/>
            <a:ext cx="1529521" cy="369332"/>
          </a:xfrm>
          <a:prstGeom prst="rect">
            <a:avLst/>
          </a:prstGeom>
          <a:noFill/>
        </p:spPr>
        <p:txBody>
          <a:bodyPr wrap="none" rtlCol="0">
            <a:spAutoFit/>
          </a:bodyPr>
          <a:lstStyle/>
          <a:p>
            <a:r>
              <a:rPr lang="en-US" b="1" dirty="0" err="1">
                <a:solidFill>
                  <a:srgbClr val="446785"/>
                </a:solidFill>
              </a:rPr>
              <a:t>city_countries</a:t>
            </a:r>
            <a:endParaRPr lang="en-BE" b="1" dirty="0">
              <a:solidFill>
                <a:srgbClr val="446785"/>
              </a:solidFill>
            </a:endParaRPr>
          </a:p>
        </p:txBody>
      </p:sp>
      <p:sp>
        <p:nvSpPr>
          <p:cNvPr id="14" name="TextBox 13">
            <a:extLst>
              <a:ext uri="{FF2B5EF4-FFF2-40B4-BE49-F238E27FC236}">
                <a16:creationId xmlns:a16="http://schemas.microsoft.com/office/drawing/2014/main" id="{23B82D0D-514C-36B6-368D-FDC99D8935A0}"/>
              </a:ext>
            </a:extLst>
          </p:cNvPr>
          <p:cNvSpPr txBox="1"/>
          <p:nvPr/>
        </p:nvSpPr>
        <p:spPr>
          <a:xfrm>
            <a:off x="6568571" y="3764169"/>
            <a:ext cx="679994" cy="369332"/>
          </a:xfrm>
          <a:prstGeom prst="rect">
            <a:avLst/>
          </a:prstGeom>
          <a:noFill/>
        </p:spPr>
        <p:txBody>
          <a:bodyPr wrap="none" rtlCol="0">
            <a:spAutoFit/>
          </a:bodyPr>
          <a:lstStyle/>
          <a:p>
            <a:r>
              <a:rPr lang="en-US" b="1" dirty="0">
                <a:solidFill>
                  <a:srgbClr val="446785"/>
                </a:solidFill>
              </a:rPr>
              <a:t>cities</a:t>
            </a:r>
            <a:endParaRPr lang="en-BE" b="1" dirty="0">
              <a:solidFill>
                <a:srgbClr val="446785"/>
              </a:solidFill>
            </a:endParaRPr>
          </a:p>
        </p:txBody>
      </p:sp>
      <p:pic>
        <p:nvPicPr>
          <p:cNvPr id="17" name="Picture 16">
            <a:extLst>
              <a:ext uri="{FF2B5EF4-FFF2-40B4-BE49-F238E27FC236}">
                <a16:creationId xmlns:a16="http://schemas.microsoft.com/office/drawing/2014/main" id="{45393937-CF2E-C3AF-2E78-FF883639901F}"/>
              </a:ext>
            </a:extLst>
          </p:cNvPr>
          <p:cNvPicPr>
            <a:picLocks noChangeAspect="1"/>
          </p:cNvPicPr>
          <p:nvPr/>
        </p:nvPicPr>
        <p:blipFill>
          <a:blip r:embed="rId5"/>
          <a:stretch>
            <a:fillRect/>
          </a:stretch>
        </p:blipFill>
        <p:spPr>
          <a:xfrm>
            <a:off x="7342637" y="3764169"/>
            <a:ext cx="4010585" cy="2934109"/>
          </a:xfrm>
          <a:prstGeom prst="rect">
            <a:avLst/>
          </a:prstGeom>
        </p:spPr>
      </p:pic>
      <p:pic>
        <p:nvPicPr>
          <p:cNvPr id="20" name="Picture 19">
            <a:extLst>
              <a:ext uri="{FF2B5EF4-FFF2-40B4-BE49-F238E27FC236}">
                <a16:creationId xmlns:a16="http://schemas.microsoft.com/office/drawing/2014/main" id="{D570401A-CD40-87F4-56AD-288FDC9E1F9C}"/>
              </a:ext>
            </a:extLst>
          </p:cNvPr>
          <p:cNvPicPr>
            <a:picLocks noChangeAspect="1"/>
          </p:cNvPicPr>
          <p:nvPr/>
        </p:nvPicPr>
        <p:blipFill>
          <a:blip r:embed="rId6"/>
          <a:stretch>
            <a:fillRect/>
          </a:stretch>
        </p:blipFill>
        <p:spPr>
          <a:xfrm>
            <a:off x="661421" y="2330195"/>
            <a:ext cx="2105319" cy="1876687"/>
          </a:xfrm>
          <a:prstGeom prst="rect">
            <a:avLst/>
          </a:prstGeom>
        </p:spPr>
      </p:pic>
      <p:sp>
        <p:nvSpPr>
          <p:cNvPr id="6" name="Rectangle 5">
            <a:extLst>
              <a:ext uri="{FF2B5EF4-FFF2-40B4-BE49-F238E27FC236}">
                <a16:creationId xmlns:a16="http://schemas.microsoft.com/office/drawing/2014/main" id="{1D279642-71C8-BCDE-0EE7-2E6F3B5CBBA7}"/>
              </a:ext>
            </a:extLst>
          </p:cNvPr>
          <p:cNvSpPr/>
          <p:nvPr/>
        </p:nvSpPr>
        <p:spPr>
          <a:xfrm>
            <a:off x="7419811" y="4529064"/>
            <a:ext cx="3928053" cy="322729"/>
          </a:xfrm>
          <a:prstGeom prst="rect">
            <a:avLst/>
          </a:prstGeom>
          <a:noFill/>
          <a:ln w="28575">
            <a:solidFill>
              <a:srgbClr val="4584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23C1BC1F-5BF7-EAFA-06AF-55DCB1A235B5}"/>
              </a:ext>
            </a:extLst>
          </p:cNvPr>
          <p:cNvSpPr/>
          <p:nvPr/>
        </p:nvSpPr>
        <p:spPr>
          <a:xfrm>
            <a:off x="711486" y="5541252"/>
            <a:ext cx="2730406" cy="233906"/>
          </a:xfrm>
          <a:prstGeom prst="rect">
            <a:avLst/>
          </a:prstGeom>
          <a:noFill/>
          <a:ln w="28575">
            <a:solidFill>
              <a:srgbClr val="4584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53203762-0241-163A-A8A2-C82A7B43EBF5}"/>
              </a:ext>
            </a:extLst>
          </p:cNvPr>
          <p:cNvSpPr/>
          <p:nvPr/>
        </p:nvSpPr>
        <p:spPr>
          <a:xfrm>
            <a:off x="711486" y="3158247"/>
            <a:ext cx="2055254" cy="217988"/>
          </a:xfrm>
          <a:prstGeom prst="rect">
            <a:avLst/>
          </a:prstGeom>
          <a:noFill/>
          <a:ln w="28575">
            <a:solidFill>
              <a:srgbClr val="4584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BA3B7EE4-063F-9062-3EFC-709C33896A2D}"/>
              </a:ext>
            </a:extLst>
          </p:cNvPr>
          <p:cNvSpPr/>
          <p:nvPr/>
        </p:nvSpPr>
        <p:spPr>
          <a:xfrm>
            <a:off x="8534400" y="6392141"/>
            <a:ext cx="468861" cy="21517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94510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80">
                                          <p:stCondLst>
                                            <p:cond delay="0"/>
                                          </p:stCondLst>
                                        </p:cTn>
                                        <p:tgtEl>
                                          <p:spTgt spid="22"/>
                                        </p:tgtEl>
                                      </p:cBhvr>
                                    </p:animEffect>
                                    <p:anim calcmode="lin" valueType="num">
                                      <p:cBhvr>
                                        <p:cTn id="8"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13" dur="26">
                                          <p:stCondLst>
                                            <p:cond delay="650"/>
                                          </p:stCondLst>
                                        </p:cTn>
                                        <p:tgtEl>
                                          <p:spTgt spid="22"/>
                                        </p:tgtEl>
                                      </p:cBhvr>
                                      <p:to x="100000" y="60000"/>
                                    </p:animScale>
                                    <p:animScale>
                                      <p:cBhvr>
                                        <p:cTn id="14" dur="166" decel="50000">
                                          <p:stCondLst>
                                            <p:cond delay="676"/>
                                          </p:stCondLst>
                                        </p:cTn>
                                        <p:tgtEl>
                                          <p:spTgt spid="22"/>
                                        </p:tgtEl>
                                      </p:cBhvr>
                                      <p:to x="100000" y="100000"/>
                                    </p:animScale>
                                    <p:animScale>
                                      <p:cBhvr>
                                        <p:cTn id="15" dur="26">
                                          <p:stCondLst>
                                            <p:cond delay="1312"/>
                                          </p:stCondLst>
                                        </p:cTn>
                                        <p:tgtEl>
                                          <p:spTgt spid="22"/>
                                        </p:tgtEl>
                                      </p:cBhvr>
                                      <p:to x="100000" y="80000"/>
                                    </p:animScale>
                                    <p:animScale>
                                      <p:cBhvr>
                                        <p:cTn id="16" dur="166" decel="50000">
                                          <p:stCondLst>
                                            <p:cond delay="1338"/>
                                          </p:stCondLst>
                                        </p:cTn>
                                        <p:tgtEl>
                                          <p:spTgt spid="22"/>
                                        </p:tgtEl>
                                      </p:cBhvr>
                                      <p:to x="100000" y="100000"/>
                                    </p:animScale>
                                    <p:animScale>
                                      <p:cBhvr>
                                        <p:cTn id="17" dur="26">
                                          <p:stCondLst>
                                            <p:cond delay="1642"/>
                                          </p:stCondLst>
                                        </p:cTn>
                                        <p:tgtEl>
                                          <p:spTgt spid="22"/>
                                        </p:tgtEl>
                                      </p:cBhvr>
                                      <p:to x="100000" y="90000"/>
                                    </p:animScale>
                                    <p:animScale>
                                      <p:cBhvr>
                                        <p:cTn id="18" dur="166" decel="50000">
                                          <p:stCondLst>
                                            <p:cond delay="1668"/>
                                          </p:stCondLst>
                                        </p:cTn>
                                        <p:tgtEl>
                                          <p:spTgt spid="22"/>
                                        </p:tgtEl>
                                      </p:cBhvr>
                                      <p:to x="100000" y="100000"/>
                                    </p:animScale>
                                    <p:animScale>
                                      <p:cBhvr>
                                        <p:cTn id="19" dur="26">
                                          <p:stCondLst>
                                            <p:cond delay="1808"/>
                                          </p:stCondLst>
                                        </p:cTn>
                                        <p:tgtEl>
                                          <p:spTgt spid="22"/>
                                        </p:tgtEl>
                                      </p:cBhvr>
                                      <p:to x="100000" y="95000"/>
                                    </p:animScale>
                                    <p:animScale>
                                      <p:cBhvr>
                                        <p:cTn id="20" dur="166" decel="50000">
                                          <p:stCondLst>
                                            <p:cond delay="1834"/>
                                          </p:stCondLst>
                                        </p:cTn>
                                        <p:tgtEl>
                                          <p:spTgt spid="2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1DB15-7A71-BFA8-1EF8-53F4DC95D52E}"/>
              </a:ext>
            </a:extLst>
          </p:cNvPr>
          <p:cNvSpPr>
            <a:spLocks noGrp="1"/>
          </p:cNvSpPr>
          <p:nvPr>
            <p:ph type="title"/>
          </p:nvPr>
        </p:nvSpPr>
        <p:spPr/>
        <p:txBody>
          <a:bodyPr/>
          <a:lstStyle/>
          <a:p>
            <a:r>
              <a:rPr lang="nl-BE" err="1"/>
              <a:t>Combining</a:t>
            </a:r>
            <a:r>
              <a:rPr lang="nl-BE"/>
              <a:t> multiple datasets</a:t>
            </a:r>
            <a:endParaRPr lang="en-BE"/>
          </a:p>
        </p:txBody>
      </p:sp>
      <p:sp>
        <p:nvSpPr>
          <p:cNvPr id="3" name="Content Placeholder 2">
            <a:extLst>
              <a:ext uri="{FF2B5EF4-FFF2-40B4-BE49-F238E27FC236}">
                <a16:creationId xmlns:a16="http://schemas.microsoft.com/office/drawing/2014/main" id="{05340103-3887-0290-0F47-82BB2F993B36}"/>
              </a:ext>
            </a:extLst>
          </p:cNvPr>
          <p:cNvSpPr>
            <a:spLocks noGrp="1"/>
          </p:cNvSpPr>
          <p:nvPr>
            <p:ph idx="1"/>
          </p:nvPr>
        </p:nvSpPr>
        <p:spPr/>
        <p:txBody>
          <a:bodyPr/>
          <a:lstStyle/>
          <a:p>
            <a:r>
              <a:rPr lang="en-US" dirty="0"/>
              <a:t>We can prevent the Na’s by using datasets with combinable data (~key)</a:t>
            </a:r>
            <a:endParaRPr lang="en-BE" dirty="0"/>
          </a:p>
        </p:txBody>
      </p:sp>
      <p:sp>
        <p:nvSpPr>
          <p:cNvPr id="4" name="Slide Number Placeholder 3">
            <a:extLst>
              <a:ext uri="{FF2B5EF4-FFF2-40B4-BE49-F238E27FC236}">
                <a16:creationId xmlns:a16="http://schemas.microsoft.com/office/drawing/2014/main" id="{7A153962-4722-C247-4778-55F936F6E43D}"/>
              </a:ext>
            </a:extLst>
          </p:cNvPr>
          <p:cNvSpPr>
            <a:spLocks noGrp="1"/>
          </p:cNvSpPr>
          <p:nvPr>
            <p:ph type="sldNum" sz="quarter" idx="12"/>
          </p:nvPr>
        </p:nvSpPr>
        <p:spPr/>
        <p:txBody>
          <a:bodyPr/>
          <a:lstStyle/>
          <a:p>
            <a:fld id="{FE1B3154-47D9-4402-8EDB-E791933DC0B9}" type="slidenum">
              <a:rPr lang="nl-BE" smtClean="0"/>
              <a:pPr/>
              <a:t>10</a:t>
            </a:fld>
            <a:endParaRPr lang="nl-BE"/>
          </a:p>
        </p:txBody>
      </p:sp>
      <p:pic>
        <p:nvPicPr>
          <p:cNvPr id="6" name="Picture 5">
            <a:extLst>
              <a:ext uri="{FF2B5EF4-FFF2-40B4-BE49-F238E27FC236}">
                <a16:creationId xmlns:a16="http://schemas.microsoft.com/office/drawing/2014/main" id="{BBB68E17-ABF7-7AB9-814D-D2DFCC533EBB}"/>
              </a:ext>
            </a:extLst>
          </p:cNvPr>
          <p:cNvPicPr>
            <a:picLocks noChangeAspect="1"/>
          </p:cNvPicPr>
          <p:nvPr/>
        </p:nvPicPr>
        <p:blipFill>
          <a:blip r:embed="rId3"/>
          <a:stretch>
            <a:fillRect/>
          </a:stretch>
        </p:blipFill>
        <p:spPr>
          <a:xfrm>
            <a:off x="445600" y="2633387"/>
            <a:ext cx="3372321" cy="1590897"/>
          </a:xfrm>
          <a:prstGeom prst="rect">
            <a:avLst/>
          </a:prstGeom>
        </p:spPr>
      </p:pic>
      <p:cxnSp>
        <p:nvCxnSpPr>
          <p:cNvPr id="18" name="Straight Arrow Connector 17">
            <a:extLst>
              <a:ext uri="{FF2B5EF4-FFF2-40B4-BE49-F238E27FC236}">
                <a16:creationId xmlns:a16="http://schemas.microsoft.com/office/drawing/2014/main" id="{10B11263-E012-6DC2-F3BC-EEBC466D564B}"/>
              </a:ext>
            </a:extLst>
          </p:cNvPr>
          <p:cNvCxnSpPr>
            <a:cxnSpLocks/>
          </p:cNvCxnSpPr>
          <p:nvPr/>
        </p:nvCxnSpPr>
        <p:spPr>
          <a:xfrm>
            <a:off x="4917440" y="2840307"/>
            <a:ext cx="1270921" cy="8693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6688FBBA-E7E5-BD24-6E40-559F1EA345D1}"/>
              </a:ext>
            </a:extLst>
          </p:cNvPr>
          <p:cNvPicPr>
            <a:picLocks noChangeAspect="1"/>
          </p:cNvPicPr>
          <p:nvPr/>
        </p:nvPicPr>
        <p:blipFill>
          <a:blip r:embed="rId4"/>
          <a:stretch>
            <a:fillRect/>
          </a:stretch>
        </p:blipFill>
        <p:spPr>
          <a:xfrm>
            <a:off x="522800" y="4900383"/>
            <a:ext cx="2829320" cy="1638529"/>
          </a:xfrm>
          <a:prstGeom prst="rect">
            <a:avLst/>
          </a:prstGeom>
        </p:spPr>
      </p:pic>
      <p:pic>
        <p:nvPicPr>
          <p:cNvPr id="25" name="Picture 24">
            <a:extLst>
              <a:ext uri="{FF2B5EF4-FFF2-40B4-BE49-F238E27FC236}">
                <a16:creationId xmlns:a16="http://schemas.microsoft.com/office/drawing/2014/main" id="{A982F0D9-5354-900D-3A4B-920B84A5B255}"/>
              </a:ext>
            </a:extLst>
          </p:cNvPr>
          <p:cNvPicPr>
            <a:picLocks noChangeAspect="1"/>
          </p:cNvPicPr>
          <p:nvPr/>
        </p:nvPicPr>
        <p:blipFill>
          <a:blip r:embed="rId5"/>
          <a:stretch>
            <a:fillRect/>
          </a:stretch>
        </p:blipFill>
        <p:spPr>
          <a:xfrm>
            <a:off x="6554734" y="3694229"/>
            <a:ext cx="5077534" cy="1648055"/>
          </a:xfrm>
          <a:prstGeom prst="rect">
            <a:avLst/>
          </a:prstGeom>
        </p:spPr>
      </p:pic>
      <p:pic>
        <p:nvPicPr>
          <p:cNvPr id="27" name="Picture 26">
            <a:extLst>
              <a:ext uri="{FF2B5EF4-FFF2-40B4-BE49-F238E27FC236}">
                <a16:creationId xmlns:a16="http://schemas.microsoft.com/office/drawing/2014/main" id="{F1B4D360-B052-CD91-0599-AB73C46EF662}"/>
              </a:ext>
            </a:extLst>
          </p:cNvPr>
          <p:cNvPicPr>
            <a:picLocks noChangeAspect="1"/>
          </p:cNvPicPr>
          <p:nvPr/>
        </p:nvPicPr>
        <p:blipFill>
          <a:blip r:embed="rId6"/>
          <a:stretch>
            <a:fillRect/>
          </a:stretch>
        </p:blipFill>
        <p:spPr>
          <a:xfrm>
            <a:off x="4136168" y="2501827"/>
            <a:ext cx="8055832" cy="338480"/>
          </a:xfrm>
          <a:prstGeom prst="rect">
            <a:avLst/>
          </a:prstGeom>
        </p:spPr>
      </p:pic>
      <p:sp>
        <p:nvSpPr>
          <p:cNvPr id="5" name="TextBox 4">
            <a:extLst>
              <a:ext uri="{FF2B5EF4-FFF2-40B4-BE49-F238E27FC236}">
                <a16:creationId xmlns:a16="http://schemas.microsoft.com/office/drawing/2014/main" id="{51ABFFB2-0DAB-3EFB-6E75-89724C5EEA80}"/>
              </a:ext>
            </a:extLst>
          </p:cNvPr>
          <p:cNvSpPr txBox="1"/>
          <p:nvPr/>
        </p:nvSpPr>
        <p:spPr>
          <a:xfrm>
            <a:off x="470303" y="4518257"/>
            <a:ext cx="1409810" cy="369332"/>
          </a:xfrm>
          <a:prstGeom prst="rect">
            <a:avLst/>
          </a:prstGeom>
          <a:noFill/>
        </p:spPr>
        <p:txBody>
          <a:bodyPr wrap="none" rtlCol="0">
            <a:spAutoFit/>
          </a:bodyPr>
          <a:lstStyle/>
          <a:p>
            <a:r>
              <a:rPr lang="en-US" b="1" dirty="0" err="1">
                <a:solidFill>
                  <a:srgbClr val="446785"/>
                </a:solidFill>
              </a:rPr>
              <a:t>all_city_data</a:t>
            </a:r>
            <a:endParaRPr lang="en-BE" b="1" dirty="0">
              <a:solidFill>
                <a:srgbClr val="446785"/>
              </a:solidFill>
            </a:endParaRPr>
          </a:p>
        </p:txBody>
      </p:sp>
      <p:sp>
        <p:nvSpPr>
          <p:cNvPr id="7" name="TextBox 6">
            <a:extLst>
              <a:ext uri="{FF2B5EF4-FFF2-40B4-BE49-F238E27FC236}">
                <a16:creationId xmlns:a16="http://schemas.microsoft.com/office/drawing/2014/main" id="{46C93D71-C34A-00FD-5AD6-0B1A9553312F}"/>
              </a:ext>
            </a:extLst>
          </p:cNvPr>
          <p:cNvSpPr txBox="1"/>
          <p:nvPr/>
        </p:nvSpPr>
        <p:spPr>
          <a:xfrm>
            <a:off x="445600" y="2301735"/>
            <a:ext cx="1824089" cy="369332"/>
          </a:xfrm>
          <a:prstGeom prst="rect">
            <a:avLst/>
          </a:prstGeom>
          <a:noFill/>
        </p:spPr>
        <p:txBody>
          <a:bodyPr wrap="none" rtlCol="0">
            <a:spAutoFit/>
          </a:bodyPr>
          <a:lstStyle/>
          <a:p>
            <a:r>
              <a:rPr lang="en-US" b="1" err="1">
                <a:solidFill>
                  <a:srgbClr val="446785"/>
                </a:solidFill>
              </a:rPr>
              <a:t>capital_countries</a:t>
            </a:r>
            <a:endParaRPr lang="en-BE" b="1">
              <a:solidFill>
                <a:srgbClr val="446785"/>
              </a:solidFill>
            </a:endParaRPr>
          </a:p>
        </p:txBody>
      </p:sp>
      <p:sp>
        <p:nvSpPr>
          <p:cNvPr id="16" name="TextBox 15">
            <a:extLst>
              <a:ext uri="{FF2B5EF4-FFF2-40B4-BE49-F238E27FC236}">
                <a16:creationId xmlns:a16="http://schemas.microsoft.com/office/drawing/2014/main" id="{9BC3288E-6AF1-DD2B-6F86-8E438E275229}"/>
              </a:ext>
            </a:extLst>
          </p:cNvPr>
          <p:cNvSpPr txBox="1"/>
          <p:nvPr/>
        </p:nvSpPr>
        <p:spPr>
          <a:xfrm>
            <a:off x="5701028" y="3666406"/>
            <a:ext cx="912045" cy="369332"/>
          </a:xfrm>
          <a:prstGeom prst="rect">
            <a:avLst/>
          </a:prstGeom>
          <a:noFill/>
        </p:spPr>
        <p:txBody>
          <a:bodyPr wrap="none" rtlCol="0">
            <a:spAutoFit/>
          </a:bodyPr>
          <a:lstStyle/>
          <a:p>
            <a:r>
              <a:rPr lang="en-US" b="1">
                <a:solidFill>
                  <a:srgbClr val="446785"/>
                </a:solidFill>
              </a:rPr>
              <a:t>capitals</a:t>
            </a:r>
            <a:endParaRPr lang="en-BE" b="1">
              <a:solidFill>
                <a:srgbClr val="446785"/>
              </a:solidFill>
            </a:endParaRPr>
          </a:p>
        </p:txBody>
      </p:sp>
    </p:spTree>
    <p:extLst>
      <p:ext uri="{BB962C8B-B14F-4D97-AF65-F5344CB8AC3E}">
        <p14:creationId xmlns:p14="http://schemas.microsoft.com/office/powerpoint/2010/main" val="1551661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160A3-2D3E-9C5E-17DD-876B7D099DF8}"/>
              </a:ext>
            </a:extLst>
          </p:cNvPr>
          <p:cNvSpPr>
            <a:spLocks noGrp="1"/>
          </p:cNvSpPr>
          <p:nvPr>
            <p:ph type="title"/>
          </p:nvPr>
        </p:nvSpPr>
        <p:spPr/>
        <p:txBody>
          <a:bodyPr/>
          <a:lstStyle/>
          <a:p>
            <a:r>
              <a:rPr lang="en-US"/>
              <a:t>Merge</a:t>
            </a:r>
            <a:endParaRPr lang="en-BE"/>
          </a:p>
        </p:txBody>
      </p:sp>
      <p:sp>
        <p:nvSpPr>
          <p:cNvPr id="3" name="Content Placeholder 2">
            <a:extLst>
              <a:ext uri="{FF2B5EF4-FFF2-40B4-BE49-F238E27FC236}">
                <a16:creationId xmlns:a16="http://schemas.microsoft.com/office/drawing/2014/main" id="{ADFBF52E-E0DB-AE0C-84CD-CF179B9432A3}"/>
              </a:ext>
            </a:extLst>
          </p:cNvPr>
          <p:cNvSpPr>
            <a:spLocks noGrp="1"/>
          </p:cNvSpPr>
          <p:nvPr>
            <p:ph idx="1"/>
          </p:nvPr>
        </p:nvSpPr>
        <p:spPr/>
        <p:txBody>
          <a:bodyPr/>
          <a:lstStyle/>
          <a:p>
            <a:r>
              <a:rPr lang="en-US" dirty="0"/>
              <a:t>Merging means that you combine two datasets that don’t share a key column</a:t>
            </a:r>
          </a:p>
          <a:p>
            <a:r>
              <a:rPr lang="en-US" dirty="0"/>
              <a:t>You choose a column in one </a:t>
            </a:r>
            <a:r>
              <a:rPr lang="en-US" dirty="0" err="1"/>
              <a:t>DataFrame</a:t>
            </a:r>
            <a:r>
              <a:rPr lang="en-US" dirty="0"/>
              <a:t> to link with the key of the other </a:t>
            </a:r>
            <a:r>
              <a:rPr lang="en-US" dirty="0" err="1"/>
              <a:t>DataFrame</a:t>
            </a:r>
            <a:endParaRPr lang="en-US" dirty="0"/>
          </a:p>
        </p:txBody>
      </p:sp>
      <p:sp>
        <p:nvSpPr>
          <p:cNvPr id="4" name="Slide Number Placeholder 3">
            <a:extLst>
              <a:ext uri="{FF2B5EF4-FFF2-40B4-BE49-F238E27FC236}">
                <a16:creationId xmlns:a16="http://schemas.microsoft.com/office/drawing/2014/main" id="{4BA02BA4-5D48-5EC0-0B9B-A838C9F5F8E7}"/>
              </a:ext>
            </a:extLst>
          </p:cNvPr>
          <p:cNvSpPr>
            <a:spLocks noGrp="1"/>
          </p:cNvSpPr>
          <p:nvPr>
            <p:ph type="sldNum" sz="quarter" idx="12"/>
          </p:nvPr>
        </p:nvSpPr>
        <p:spPr/>
        <p:txBody>
          <a:bodyPr/>
          <a:lstStyle/>
          <a:p>
            <a:fld id="{FE1B3154-47D9-4402-8EDB-E791933DC0B9}" type="slidenum">
              <a:rPr lang="nl-BE" smtClean="0"/>
              <a:pPr/>
              <a:t>11</a:t>
            </a:fld>
            <a:endParaRPr lang="nl-BE"/>
          </a:p>
        </p:txBody>
      </p:sp>
      <p:pic>
        <p:nvPicPr>
          <p:cNvPr id="5" name="Picture 4">
            <a:extLst>
              <a:ext uri="{FF2B5EF4-FFF2-40B4-BE49-F238E27FC236}">
                <a16:creationId xmlns:a16="http://schemas.microsoft.com/office/drawing/2014/main" id="{1E0DB792-856E-97C0-4EF5-574166F931D3}"/>
              </a:ext>
            </a:extLst>
          </p:cNvPr>
          <p:cNvPicPr>
            <a:picLocks noChangeAspect="1"/>
          </p:cNvPicPr>
          <p:nvPr/>
        </p:nvPicPr>
        <p:blipFill>
          <a:blip r:embed="rId2"/>
          <a:stretch>
            <a:fillRect/>
          </a:stretch>
        </p:blipFill>
        <p:spPr>
          <a:xfrm>
            <a:off x="7194520" y="3735092"/>
            <a:ext cx="3124636" cy="1390844"/>
          </a:xfrm>
          <a:prstGeom prst="rect">
            <a:avLst/>
          </a:prstGeom>
        </p:spPr>
      </p:pic>
      <p:pic>
        <p:nvPicPr>
          <p:cNvPr id="6" name="Picture 5">
            <a:extLst>
              <a:ext uri="{FF2B5EF4-FFF2-40B4-BE49-F238E27FC236}">
                <a16:creationId xmlns:a16="http://schemas.microsoft.com/office/drawing/2014/main" id="{94214749-EA49-2861-85CC-CE35454196AA}"/>
              </a:ext>
            </a:extLst>
          </p:cNvPr>
          <p:cNvPicPr>
            <a:picLocks noChangeAspect="1"/>
          </p:cNvPicPr>
          <p:nvPr/>
        </p:nvPicPr>
        <p:blipFill>
          <a:blip r:embed="rId3"/>
          <a:stretch>
            <a:fillRect/>
          </a:stretch>
        </p:blipFill>
        <p:spPr>
          <a:xfrm>
            <a:off x="1240052" y="3668408"/>
            <a:ext cx="4020111" cy="2915057"/>
          </a:xfrm>
          <a:prstGeom prst="rect">
            <a:avLst/>
          </a:prstGeom>
        </p:spPr>
      </p:pic>
      <p:cxnSp>
        <p:nvCxnSpPr>
          <p:cNvPr id="8" name="Connector: Elbow 7">
            <a:extLst>
              <a:ext uri="{FF2B5EF4-FFF2-40B4-BE49-F238E27FC236}">
                <a16:creationId xmlns:a16="http://schemas.microsoft.com/office/drawing/2014/main" id="{6005FFC1-E58A-E527-030A-98E282FD4B84}"/>
              </a:ext>
            </a:extLst>
          </p:cNvPr>
          <p:cNvCxnSpPr>
            <a:cxnSpLocks/>
          </p:cNvCxnSpPr>
          <p:nvPr/>
        </p:nvCxnSpPr>
        <p:spPr>
          <a:xfrm>
            <a:off x="4508500" y="3469338"/>
            <a:ext cx="2686020" cy="68556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2300E02-FA6B-BB97-9776-9EADCF35955F}"/>
              </a:ext>
            </a:extLst>
          </p:cNvPr>
          <p:cNvCxnSpPr/>
          <p:nvPr/>
        </p:nvCxnSpPr>
        <p:spPr>
          <a:xfrm>
            <a:off x="4508500" y="3469338"/>
            <a:ext cx="0" cy="265754"/>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95A4AE5-7F8D-9AE8-E143-3485B59F1A56}"/>
              </a:ext>
            </a:extLst>
          </p:cNvPr>
          <p:cNvSpPr txBox="1"/>
          <p:nvPr/>
        </p:nvSpPr>
        <p:spPr>
          <a:xfrm>
            <a:off x="1152105" y="3342994"/>
            <a:ext cx="679994" cy="369332"/>
          </a:xfrm>
          <a:prstGeom prst="rect">
            <a:avLst/>
          </a:prstGeom>
          <a:noFill/>
        </p:spPr>
        <p:txBody>
          <a:bodyPr wrap="none" rtlCol="0">
            <a:spAutoFit/>
          </a:bodyPr>
          <a:lstStyle/>
          <a:p>
            <a:r>
              <a:rPr lang="en-US" b="1" dirty="0">
                <a:solidFill>
                  <a:srgbClr val="446785"/>
                </a:solidFill>
              </a:rPr>
              <a:t>cities</a:t>
            </a:r>
            <a:endParaRPr lang="en-BE" b="1" dirty="0">
              <a:solidFill>
                <a:srgbClr val="446785"/>
              </a:solidFill>
            </a:endParaRPr>
          </a:p>
        </p:txBody>
      </p:sp>
      <p:sp>
        <p:nvSpPr>
          <p:cNvPr id="9" name="TextBox 8">
            <a:extLst>
              <a:ext uri="{FF2B5EF4-FFF2-40B4-BE49-F238E27FC236}">
                <a16:creationId xmlns:a16="http://schemas.microsoft.com/office/drawing/2014/main" id="{B4EF86A7-6220-CCB6-D054-61C9F54C3DC3}"/>
              </a:ext>
            </a:extLst>
          </p:cNvPr>
          <p:cNvSpPr txBox="1"/>
          <p:nvPr/>
        </p:nvSpPr>
        <p:spPr>
          <a:xfrm>
            <a:off x="7070243" y="3417549"/>
            <a:ext cx="1072666" cy="369332"/>
          </a:xfrm>
          <a:prstGeom prst="rect">
            <a:avLst/>
          </a:prstGeom>
          <a:noFill/>
        </p:spPr>
        <p:txBody>
          <a:bodyPr wrap="none" rtlCol="0">
            <a:spAutoFit/>
          </a:bodyPr>
          <a:lstStyle/>
          <a:p>
            <a:r>
              <a:rPr lang="en-US" b="1" dirty="0">
                <a:solidFill>
                  <a:srgbClr val="446785"/>
                </a:solidFill>
              </a:rPr>
              <a:t>countries</a:t>
            </a:r>
            <a:endParaRPr lang="en-BE" b="1" dirty="0">
              <a:solidFill>
                <a:srgbClr val="446785"/>
              </a:solidFill>
            </a:endParaRPr>
          </a:p>
        </p:txBody>
      </p:sp>
    </p:spTree>
    <p:extLst>
      <p:ext uri="{BB962C8B-B14F-4D97-AF65-F5344CB8AC3E}">
        <p14:creationId xmlns:p14="http://schemas.microsoft.com/office/powerpoint/2010/main" val="688716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7E959-FB49-4C6A-0026-A53D6ED11EC0}"/>
              </a:ext>
            </a:extLst>
          </p:cNvPr>
          <p:cNvSpPr>
            <a:spLocks noGrp="1"/>
          </p:cNvSpPr>
          <p:nvPr>
            <p:ph type="title"/>
          </p:nvPr>
        </p:nvSpPr>
        <p:spPr/>
        <p:txBody>
          <a:bodyPr/>
          <a:lstStyle/>
          <a:p>
            <a:r>
              <a:rPr lang="en-US"/>
              <a:t>Merge syntax</a:t>
            </a:r>
            <a:endParaRPr lang="en-BE"/>
          </a:p>
        </p:txBody>
      </p:sp>
      <p:sp>
        <p:nvSpPr>
          <p:cNvPr id="3" name="Content Placeholder 2">
            <a:extLst>
              <a:ext uri="{FF2B5EF4-FFF2-40B4-BE49-F238E27FC236}">
                <a16:creationId xmlns:a16="http://schemas.microsoft.com/office/drawing/2014/main" id="{B029A51B-E1FA-B4B4-C2C0-8B06C4BA4341}"/>
              </a:ext>
            </a:extLst>
          </p:cNvPr>
          <p:cNvSpPr>
            <a:spLocks noGrp="1"/>
          </p:cNvSpPr>
          <p:nvPr>
            <p:ph idx="1"/>
          </p:nvPr>
        </p:nvSpPr>
        <p:spPr>
          <a:xfrm>
            <a:off x="582705" y="2578806"/>
            <a:ext cx="11291048" cy="3598157"/>
          </a:xfrm>
        </p:spPr>
        <p:txBody>
          <a:bodyPr>
            <a:normAutofit fontScale="77500" lnSpcReduction="20000"/>
          </a:bodyPr>
          <a:lstStyle/>
          <a:p>
            <a:r>
              <a:rPr lang="en-US" dirty="0"/>
              <a:t>In the example:</a:t>
            </a:r>
          </a:p>
          <a:p>
            <a:pPr lvl="1"/>
            <a:r>
              <a:rPr lang="en-US" dirty="0" err="1"/>
              <a:t>DataFrame</a:t>
            </a:r>
            <a:r>
              <a:rPr lang="en-US" dirty="0"/>
              <a:t> countries contains the index</a:t>
            </a:r>
          </a:p>
          <a:p>
            <a:pPr lvl="1"/>
            <a:r>
              <a:rPr lang="en-US" dirty="0" err="1"/>
              <a:t>DataFrame</a:t>
            </a:r>
            <a:r>
              <a:rPr lang="en-US" dirty="0"/>
              <a:t> cities contains a column ‘country’</a:t>
            </a:r>
          </a:p>
          <a:p>
            <a:r>
              <a:rPr lang="en-US" dirty="0"/>
              <a:t>Begin by selecting both </a:t>
            </a:r>
            <a:r>
              <a:rPr lang="en-US" dirty="0" err="1"/>
              <a:t>DataFrames</a:t>
            </a:r>
            <a:r>
              <a:rPr lang="en-US" dirty="0"/>
              <a:t>. The order is important!</a:t>
            </a:r>
          </a:p>
          <a:p>
            <a:r>
              <a:rPr lang="en-US" dirty="0"/>
              <a:t>With “</a:t>
            </a:r>
            <a:r>
              <a:rPr lang="en-US" dirty="0" err="1"/>
              <a:t>left_index</a:t>
            </a:r>
            <a:r>
              <a:rPr lang="en-US" dirty="0"/>
              <a:t>” or “</a:t>
            </a:r>
            <a:r>
              <a:rPr lang="en-US" dirty="0" err="1"/>
              <a:t>right_index</a:t>
            </a:r>
            <a:r>
              <a:rPr lang="en-US" dirty="0"/>
              <a:t>” you decide which of the 2 </a:t>
            </a:r>
            <a:r>
              <a:rPr lang="en-US" dirty="0" err="1"/>
              <a:t>DataFrames</a:t>
            </a:r>
            <a:r>
              <a:rPr lang="en-US" dirty="0"/>
              <a:t> contains the index</a:t>
            </a:r>
          </a:p>
          <a:p>
            <a:pPr lvl="1"/>
            <a:r>
              <a:rPr lang="en-US" dirty="0" err="1"/>
              <a:t>pd.merge</a:t>
            </a:r>
            <a:r>
              <a:rPr lang="en-US" dirty="0"/>
              <a:t> (countries, </a:t>
            </a:r>
            <a:r>
              <a:rPr lang="en-US" b="1" dirty="0">
                <a:solidFill>
                  <a:srgbClr val="4584B6"/>
                </a:solidFill>
              </a:rPr>
              <a:t>cities</a:t>
            </a:r>
            <a:r>
              <a:rPr lang="en-US" dirty="0"/>
              <a:t>) </a:t>
            </a:r>
            <a:r>
              <a:rPr lang="en-US" dirty="0">
                <a:sym typeface="Wingdings" panose="05000000000000000000" pitchFamily="2" charset="2"/>
              </a:rPr>
              <a:t> </a:t>
            </a:r>
            <a:r>
              <a:rPr lang="en-US" dirty="0" err="1">
                <a:sym typeface="Wingdings" panose="05000000000000000000" pitchFamily="2" charset="2"/>
              </a:rPr>
              <a:t>left_index</a:t>
            </a:r>
            <a:r>
              <a:rPr lang="en-US" dirty="0">
                <a:sym typeface="Wingdings" panose="05000000000000000000" pitchFamily="2" charset="2"/>
              </a:rPr>
              <a:t> = True</a:t>
            </a:r>
          </a:p>
          <a:p>
            <a:pPr lvl="1"/>
            <a:r>
              <a:rPr lang="en-US" dirty="0" err="1">
                <a:sym typeface="Wingdings" panose="05000000000000000000" pitchFamily="2" charset="2"/>
              </a:rPr>
              <a:t>pd.merge</a:t>
            </a:r>
            <a:r>
              <a:rPr lang="en-US" dirty="0">
                <a:sym typeface="Wingdings" panose="05000000000000000000" pitchFamily="2" charset="2"/>
              </a:rPr>
              <a:t> (</a:t>
            </a:r>
            <a:r>
              <a:rPr lang="en-US" b="1" dirty="0">
                <a:solidFill>
                  <a:srgbClr val="4584B6"/>
                </a:solidFill>
                <a:sym typeface="Wingdings" panose="05000000000000000000" pitchFamily="2" charset="2"/>
              </a:rPr>
              <a:t>cities</a:t>
            </a:r>
            <a:r>
              <a:rPr lang="en-US" dirty="0">
                <a:sym typeface="Wingdings" panose="05000000000000000000" pitchFamily="2" charset="2"/>
              </a:rPr>
              <a:t>, countries)  </a:t>
            </a:r>
            <a:r>
              <a:rPr lang="en-US" dirty="0" err="1">
                <a:sym typeface="Wingdings" panose="05000000000000000000" pitchFamily="2" charset="2"/>
              </a:rPr>
              <a:t>right_index</a:t>
            </a:r>
            <a:r>
              <a:rPr lang="en-US" dirty="0">
                <a:sym typeface="Wingdings" panose="05000000000000000000" pitchFamily="2" charset="2"/>
              </a:rPr>
              <a:t> = True</a:t>
            </a:r>
            <a:endParaRPr lang="en-US" dirty="0"/>
          </a:p>
          <a:p>
            <a:r>
              <a:rPr lang="en-US" dirty="0"/>
              <a:t>With “</a:t>
            </a:r>
            <a:r>
              <a:rPr lang="en-US" dirty="0" err="1"/>
              <a:t>left_on</a:t>
            </a:r>
            <a:r>
              <a:rPr lang="en-US" dirty="0"/>
              <a:t>” or “</a:t>
            </a:r>
            <a:r>
              <a:rPr lang="en-US" dirty="0" err="1"/>
              <a:t>right_on</a:t>
            </a:r>
            <a:r>
              <a:rPr lang="en-US" dirty="0"/>
              <a:t>” you decide with which column in the other </a:t>
            </a:r>
            <a:r>
              <a:rPr lang="en-US" dirty="0" err="1"/>
              <a:t>DataFrame</a:t>
            </a:r>
            <a:r>
              <a:rPr lang="en-US" dirty="0"/>
              <a:t> (right of left) the index column must merge</a:t>
            </a:r>
          </a:p>
          <a:p>
            <a:pPr lvl="1"/>
            <a:r>
              <a:rPr lang="en-US" dirty="0" err="1"/>
              <a:t>pd.merge</a:t>
            </a:r>
            <a:r>
              <a:rPr lang="en-US" dirty="0"/>
              <a:t> (</a:t>
            </a:r>
            <a:r>
              <a:rPr lang="en-US" b="1" dirty="0">
                <a:solidFill>
                  <a:srgbClr val="4584B6"/>
                </a:solidFill>
              </a:rPr>
              <a:t>countries</a:t>
            </a:r>
            <a:r>
              <a:rPr lang="en-US" dirty="0"/>
              <a:t>, cities, </a:t>
            </a:r>
            <a:r>
              <a:rPr lang="en-US" dirty="0" err="1">
                <a:sym typeface="Wingdings" panose="05000000000000000000" pitchFamily="2" charset="2"/>
              </a:rPr>
              <a:t>left_index</a:t>
            </a:r>
            <a:r>
              <a:rPr lang="en-US" dirty="0">
                <a:sym typeface="Wingdings" panose="05000000000000000000" pitchFamily="2" charset="2"/>
              </a:rPr>
              <a:t> = True)  </a:t>
            </a:r>
            <a:r>
              <a:rPr lang="en-US" dirty="0" err="1">
                <a:sym typeface="Wingdings" panose="05000000000000000000" pitchFamily="2" charset="2"/>
              </a:rPr>
              <a:t>right_on</a:t>
            </a:r>
            <a:r>
              <a:rPr lang="en-US" dirty="0">
                <a:sym typeface="Wingdings" panose="05000000000000000000" pitchFamily="2" charset="2"/>
              </a:rPr>
              <a:t> = country’</a:t>
            </a:r>
          </a:p>
          <a:p>
            <a:pPr lvl="1"/>
            <a:r>
              <a:rPr lang="en-US" dirty="0" err="1">
                <a:sym typeface="Wingdings" panose="05000000000000000000" pitchFamily="2" charset="2"/>
              </a:rPr>
              <a:t>pd.merge</a:t>
            </a:r>
            <a:r>
              <a:rPr lang="en-US" dirty="0">
                <a:sym typeface="Wingdings" panose="05000000000000000000" pitchFamily="2" charset="2"/>
              </a:rPr>
              <a:t> (cities, </a:t>
            </a:r>
            <a:r>
              <a:rPr lang="en-US" b="1" dirty="0">
                <a:solidFill>
                  <a:srgbClr val="4584B6"/>
                </a:solidFill>
                <a:sym typeface="Wingdings" panose="05000000000000000000" pitchFamily="2" charset="2"/>
              </a:rPr>
              <a:t>countries</a:t>
            </a:r>
            <a:r>
              <a:rPr lang="en-US" dirty="0">
                <a:sym typeface="Wingdings" panose="05000000000000000000" pitchFamily="2" charset="2"/>
              </a:rPr>
              <a:t>, </a:t>
            </a:r>
            <a:r>
              <a:rPr lang="en-US" dirty="0" err="1">
                <a:sym typeface="Wingdings" panose="05000000000000000000" pitchFamily="2" charset="2"/>
              </a:rPr>
              <a:t>right_index</a:t>
            </a:r>
            <a:r>
              <a:rPr lang="en-US" dirty="0">
                <a:sym typeface="Wingdings" panose="05000000000000000000" pitchFamily="2" charset="2"/>
              </a:rPr>
              <a:t> = True)  </a:t>
            </a:r>
            <a:r>
              <a:rPr lang="en-US" dirty="0" err="1">
                <a:sym typeface="Wingdings" panose="05000000000000000000" pitchFamily="2" charset="2"/>
              </a:rPr>
              <a:t>left_on</a:t>
            </a:r>
            <a:r>
              <a:rPr lang="en-US" dirty="0">
                <a:sym typeface="Wingdings" panose="05000000000000000000" pitchFamily="2" charset="2"/>
              </a:rPr>
              <a:t> = ‘country’</a:t>
            </a:r>
            <a:endParaRPr lang="en-US" dirty="0"/>
          </a:p>
          <a:p>
            <a:pPr lvl="1"/>
            <a:endParaRPr lang="en-US" dirty="0"/>
          </a:p>
          <a:p>
            <a:endParaRPr lang="en-BE" dirty="0"/>
          </a:p>
        </p:txBody>
      </p:sp>
      <p:sp>
        <p:nvSpPr>
          <p:cNvPr id="4" name="Slide Number Placeholder 3">
            <a:extLst>
              <a:ext uri="{FF2B5EF4-FFF2-40B4-BE49-F238E27FC236}">
                <a16:creationId xmlns:a16="http://schemas.microsoft.com/office/drawing/2014/main" id="{3F7DF0A4-36AB-D829-8DDD-7A448814BB37}"/>
              </a:ext>
            </a:extLst>
          </p:cNvPr>
          <p:cNvSpPr>
            <a:spLocks noGrp="1"/>
          </p:cNvSpPr>
          <p:nvPr>
            <p:ph type="sldNum" sz="quarter" idx="12"/>
          </p:nvPr>
        </p:nvSpPr>
        <p:spPr/>
        <p:txBody>
          <a:bodyPr/>
          <a:lstStyle/>
          <a:p>
            <a:fld id="{FE1B3154-47D9-4402-8EDB-E791933DC0B9}" type="slidenum">
              <a:rPr lang="nl-BE" smtClean="0"/>
              <a:pPr/>
              <a:t>12</a:t>
            </a:fld>
            <a:endParaRPr lang="nl-BE"/>
          </a:p>
        </p:txBody>
      </p:sp>
      <p:pic>
        <p:nvPicPr>
          <p:cNvPr id="9" name="Picture 8">
            <a:extLst>
              <a:ext uri="{FF2B5EF4-FFF2-40B4-BE49-F238E27FC236}">
                <a16:creationId xmlns:a16="http://schemas.microsoft.com/office/drawing/2014/main" id="{103B7114-833B-02C6-15D8-87E1ED42D2A2}"/>
              </a:ext>
            </a:extLst>
          </p:cNvPr>
          <p:cNvPicPr>
            <a:picLocks noChangeAspect="1"/>
          </p:cNvPicPr>
          <p:nvPr/>
        </p:nvPicPr>
        <p:blipFill>
          <a:blip r:embed="rId2"/>
          <a:stretch>
            <a:fillRect/>
          </a:stretch>
        </p:blipFill>
        <p:spPr>
          <a:xfrm>
            <a:off x="773191" y="1599702"/>
            <a:ext cx="7252178" cy="664542"/>
          </a:xfrm>
          <a:prstGeom prst="rect">
            <a:avLst/>
          </a:prstGeom>
        </p:spPr>
      </p:pic>
    </p:spTree>
    <p:extLst>
      <p:ext uri="{BB962C8B-B14F-4D97-AF65-F5344CB8AC3E}">
        <p14:creationId xmlns:p14="http://schemas.microsoft.com/office/powerpoint/2010/main" val="3629820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F253-CD21-7227-926E-33BA22BEC64C}"/>
              </a:ext>
            </a:extLst>
          </p:cNvPr>
          <p:cNvSpPr>
            <a:spLocks noGrp="1"/>
          </p:cNvSpPr>
          <p:nvPr>
            <p:ph type="title"/>
          </p:nvPr>
        </p:nvSpPr>
        <p:spPr/>
        <p:txBody>
          <a:bodyPr/>
          <a:lstStyle/>
          <a:p>
            <a:r>
              <a:rPr lang="nl-BE" dirty="0" err="1"/>
              <a:t>Merge</a:t>
            </a:r>
            <a:r>
              <a:rPr lang="nl-BE" dirty="0"/>
              <a:t> </a:t>
            </a:r>
            <a:r>
              <a:rPr lang="nl-BE" dirty="0" err="1"/>
              <a:t>example</a:t>
            </a:r>
            <a:endParaRPr lang="en-BE" dirty="0"/>
          </a:p>
        </p:txBody>
      </p:sp>
      <p:sp>
        <p:nvSpPr>
          <p:cNvPr id="4" name="Slide Number Placeholder 3">
            <a:extLst>
              <a:ext uri="{FF2B5EF4-FFF2-40B4-BE49-F238E27FC236}">
                <a16:creationId xmlns:a16="http://schemas.microsoft.com/office/drawing/2014/main" id="{0DAD7765-F74F-7FA2-CBF4-51547251642B}"/>
              </a:ext>
            </a:extLst>
          </p:cNvPr>
          <p:cNvSpPr>
            <a:spLocks noGrp="1"/>
          </p:cNvSpPr>
          <p:nvPr>
            <p:ph type="sldNum" sz="quarter" idx="12"/>
          </p:nvPr>
        </p:nvSpPr>
        <p:spPr>
          <a:xfrm>
            <a:off x="9413240" y="6492875"/>
            <a:ext cx="2743200" cy="365125"/>
          </a:xfrm>
        </p:spPr>
        <p:txBody>
          <a:bodyPr/>
          <a:lstStyle/>
          <a:p>
            <a:fld id="{FE1B3154-47D9-4402-8EDB-E791933DC0B9}" type="slidenum">
              <a:rPr lang="nl-BE" smtClean="0"/>
              <a:pPr/>
              <a:t>13</a:t>
            </a:fld>
            <a:endParaRPr lang="nl-BE"/>
          </a:p>
        </p:txBody>
      </p:sp>
      <p:pic>
        <p:nvPicPr>
          <p:cNvPr id="7" name="Picture 6">
            <a:extLst>
              <a:ext uri="{FF2B5EF4-FFF2-40B4-BE49-F238E27FC236}">
                <a16:creationId xmlns:a16="http://schemas.microsoft.com/office/drawing/2014/main" id="{5D294D7D-F633-38FD-C186-B39C58EEB190}"/>
              </a:ext>
            </a:extLst>
          </p:cNvPr>
          <p:cNvPicPr>
            <a:picLocks noChangeAspect="1"/>
          </p:cNvPicPr>
          <p:nvPr/>
        </p:nvPicPr>
        <p:blipFill>
          <a:blip r:embed="rId3"/>
          <a:stretch>
            <a:fillRect/>
          </a:stretch>
        </p:blipFill>
        <p:spPr>
          <a:xfrm>
            <a:off x="475574" y="3718117"/>
            <a:ext cx="4020111" cy="2915057"/>
          </a:xfrm>
          <a:prstGeom prst="rect">
            <a:avLst/>
          </a:prstGeom>
        </p:spPr>
      </p:pic>
      <p:pic>
        <p:nvPicPr>
          <p:cNvPr id="9" name="Picture 8">
            <a:extLst>
              <a:ext uri="{FF2B5EF4-FFF2-40B4-BE49-F238E27FC236}">
                <a16:creationId xmlns:a16="http://schemas.microsoft.com/office/drawing/2014/main" id="{ADB7F52E-5106-90E1-72D6-5DFFC001E0FB}"/>
              </a:ext>
            </a:extLst>
          </p:cNvPr>
          <p:cNvPicPr>
            <a:picLocks noChangeAspect="1"/>
          </p:cNvPicPr>
          <p:nvPr/>
        </p:nvPicPr>
        <p:blipFill>
          <a:blip r:embed="rId4"/>
          <a:stretch>
            <a:fillRect/>
          </a:stretch>
        </p:blipFill>
        <p:spPr>
          <a:xfrm>
            <a:off x="5539690" y="3891732"/>
            <a:ext cx="6268325" cy="1362265"/>
          </a:xfrm>
          <a:prstGeom prst="rect">
            <a:avLst/>
          </a:prstGeom>
        </p:spPr>
      </p:pic>
      <p:cxnSp>
        <p:nvCxnSpPr>
          <p:cNvPr id="18" name="Straight Arrow Connector 17">
            <a:extLst>
              <a:ext uri="{FF2B5EF4-FFF2-40B4-BE49-F238E27FC236}">
                <a16:creationId xmlns:a16="http://schemas.microsoft.com/office/drawing/2014/main" id="{0B527B80-4A1E-8BAF-EA85-EF28A31B5966}"/>
              </a:ext>
            </a:extLst>
          </p:cNvPr>
          <p:cNvCxnSpPr>
            <a:cxnSpLocks/>
          </p:cNvCxnSpPr>
          <p:nvPr/>
        </p:nvCxnSpPr>
        <p:spPr>
          <a:xfrm>
            <a:off x="8701558" y="3079863"/>
            <a:ext cx="0" cy="811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BAFC51F-B60A-2524-022E-4F070245A35A}"/>
              </a:ext>
            </a:extLst>
          </p:cNvPr>
          <p:cNvSpPr txBox="1"/>
          <p:nvPr/>
        </p:nvSpPr>
        <p:spPr>
          <a:xfrm>
            <a:off x="475574" y="3409302"/>
            <a:ext cx="679994" cy="369332"/>
          </a:xfrm>
          <a:prstGeom prst="rect">
            <a:avLst/>
          </a:prstGeom>
          <a:noFill/>
        </p:spPr>
        <p:txBody>
          <a:bodyPr wrap="none" rtlCol="0">
            <a:spAutoFit/>
          </a:bodyPr>
          <a:lstStyle/>
          <a:p>
            <a:r>
              <a:rPr lang="en-US" b="1" dirty="0">
                <a:solidFill>
                  <a:srgbClr val="446785"/>
                </a:solidFill>
              </a:rPr>
              <a:t>cities</a:t>
            </a:r>
            <a:endParaRPr lang="en-BE" b="1" dirty="0">
              <a:solidFill>
                <a:srgbClr val="446785"/>
              </a:solidFill>
            </a:endParaRPr>
          </a:p>
        </p:txBody>
      </p:sp>
      <p:sp>
        <p:nvSpPr>
          <p:cNvPr id="8" name="TextBox 7">
            <a:extLst>
              <a:ext uri="{FF2B5EF4-FFF2-40B4-BE49-F238E27FC236}">
                <a16:creationId xmlns:a16="http://schemas.microsoft.com/office/drawing/2014/main" id="{ABA2735F-6EAA-A45B-EE3B-014CCCE1D09A}"/>
              </a:ext>
            </a:extLst>
          </p:cNvPr>
          <p:cNvSpPr txBox="1"/>
          <p:nvPr/>
        </p:nvSpPr>
        <p:spPr>
          <a:xfrm>
            <a:off x="460974" y="1703854"/>
            <a:ext cx="1072666" cy="369332"/>
          </a:xfrm>
          <a:prstGeom prst="rect">
            <a:avLst/>
          </a:prstGeom>
          <a:noFill/>
        </p:spPr>
        <p:txBody>
          <a:bodyPr wrap="none" rtlCol="0">
            <a:spAutoFit/>
          </a:bodyPr>
          <a:lstStyle/>
          <a:p>
            <a:r>
              <a:rPr lang="en-US" b="1" dirty="0">
                <a:solidFill>
                  <a:srgbClr val="446785"/>
                </a:solidFill>
              </a:rPr>
              <a:t>countries</a:t>
            </a:r>
            <a:endParaRPr lang="en-BE" b="1" dirty="0">
              <a:solidFill>
                <a:srgbClr val="446785"/>
              </a:solidFill>
            </a:endParaRPr>
          </a:p>
        </p:txBody>
      </p:sp>
      <p:pic>
        <p:nvPicPr>
          <p:cNvPr id="13" name="Picture 12">
            <a:extLst>
              <a:ext uri="{FF2B5EF4-FFF2-40B4-BE49-F238E27FC236}">
                <a16:creationId xmlns:a16="http://schemas.microsoft.com/office/drawing/2014/main" id="{3280CDC8-79A7-C918-6A9F-45E2BC565E37}"/>
              </a:ext>
            </a:extLst>
          </p:cNvPr>
          <p:cNvPicPr>
            <a:picLocks noChangeAspect="1"/>
          </p:cNvPicPr>
          <p:nvPr/>
        </p:nvPicPr>
        <p:blipFill>
          <a:blip r:embed="rId5"/>
          <a:stretch>
            <a:fillRect/>
          </a:stretch>
        </p:blipFill>
        <p:spPr>
          <a:xfrm>
            <a:off x="4655309" y="2617698"/>
            <a:ext cx="6933666" cy="447596"/>
          </a:xfrm>
          <a:prstGeom prst="rect">
            <a:avLst/>
          </a:prstGeom>
        </p:spPr>
      </p:pic>
      <p:pic>
        <p:nvPicPr>
          <p:cNvPr id="14" name="Picture 13">
            <a:extLst>
              <a:ext uri="{FF2B5EF4-FFF2-40B4-BE49-F238E27FC236}">
                <a16:creationId xmlns:a16="http://schemas.microsoft.com/office/drawing/2014/main" id="{DF860F36-A39D-2BA3-DA98-9EFC2DBA6D35}"/>
              </a:ext>
            </a:extLst>
          </p:cNvPr>
          <p:cNvPicPr>
            <a:picLocks noChangeAspect="1"/>
          </p:cNvPicPr>
          <p:nvPr/>
        </p:nvPicPr>
        <p:blipFill>
          <a:blip r:embed="rId6"/>
          <a:stretch>
            <a:fillRect/>
          </a:stretch>
        </p:blipFill>
        <p:spPr>
          <a:xfrm>
            <a:off x="531571" y="2015940"/>
            <a:ext cx="2958872" cy="1317059"/>
          </a:xfrm>
          <a:prstGeom prst="rect">
            <a:avLst/>
          </a:prstGeom>
        </p:spPr>
      </p:pic>
      <p:sp>
        <p:nvSpPr>
          <p:cNvPr id="10" name="TextBox 9">
            <a:extLst>
              <a:ext uri="{FF2B5EF4-FFF2-40B4-BE49-F238E27FC236}">
                <a16:creationId xmlns:a16="http://schemas.microsoft.com/office/drawing/2014/main" id="{08B513D4-49DF-7B0B-85B2-46958490FFAD}"/>
              </a:ext>
            </a:extLst>
          </p:cNvPr>
          <p:cNvSpPr txBox="1"/>
          <p:nvPr/>
        </p:nvSpPr>
        <p:spPr>
          <a:xfrm>
            <a:off x="5539690" y="5569545"/>
            <a:ext cx="6408470" cy="923330"/>
          </a:xfrm>
          <a:prstGeom prst="rect">
            <a:avLst/>
          </a:prstGeom>
          <a:noFill/>
        </p:spPr>
        <p:txBody>
          <a:bodyPr wrap="square">
            <a:spAutoFit/>
          </a:bodyPr>
          <a:lstStyle/>
          <a:p>
            <a:pPr marL="285750" indent="-285750">
              <a:buFont typeface="Arial" panose="020B0604020202020204" pitchFamily="34" charset="0"/>
              <a:buChar char="•"/>
            </a:pPr>
            <a:r>
              <a:rPr lang="en-US"/>
              <a:t>Notice how “Belgium” is not retained as it doesn’t have a corresponding row in cities</a:t>
            </a:r>
          </a:p>
          <a:p>
            <a:pPr marL="285750" indent="-285750">
              <a:buFont typeface="Arial" panose="020B0604020202020204" pitchFamily="34" charset="0"/>
              <a:buChar char="•"/>
            </a:pPr>
            <a:r>
              <a:rPr lang="en-US"/>
              <a:t>Same for Algiers, Kabul, … they don’t exist in countries</a:t>
            </a:r>
            <a:endParaRPr lang="en-BE"/>
          </a:p>
        </p:txBody>
      </p:sp>
    </p:spTree>
    <p:extLst>
      <p:ext uri="{BB962C8B-B14F-4D97-AF65-F5344CB8AC3E}">
        <p14:creationId xmlns:p14="http://schemas.microsoft.com/office/powerpoint/2010/main" val="3255349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16E1-C62F-D383-B01C-036D0F1495F0}"/>
              </a:ext>
            </a:extLst>
          </p:cNvPr>
          <p:cNvSpPr>
            <a:spLocks noGrp="1"/>
          </p:cNvSpPr>
          <p:nvPr>
            <p:ph type="title"/>
          </p:nvPr>
        </p:nvSpPr>
        <p:spPr/>
        <p:txBody>
          <a:bodyPr/>
          <a:lstStyle/>
          <a:p>
            <a:r>
              <a:rPr lang="en-US"/>
              <a:t>Merge as inner join</a:t>
            </a:r>
            <a:endParaRPr lang="en-BE"/>
          </a:p>
        </p:txBody>
      </p:sp>
      <p:sp>
        <p:nvSpPr>
          <p:cNvPr id="3" name="Content Placeholder 2">
            <a:extLst>
              <a:ext uri="{FF2B5EF4-FFF2-40B4-BE49-F238E27FC236}">
                <a16:creationId xmlns:a16="http://schemas.microsoft.com/office/drawing/2014/main" id="{791C1A3B-837E-6DC9-D123-95A9B8B205B6}"/>
              </a:ext>
            </a:extLst>
          </p:cNvPr>
          <p:cNvSpPr>
            <a:spLocks noGrp="1"/>
          </p:cNvSpPr>
          <p:nvPr>
            <p:ph idx="1"/>
          </p:nvPr>
        </p:nvSpPr>
        <p:spPr>
          <a:xfrm>
            <a:off x="582704" y="1550894"/>
            <a:ext cx="11467056" cy="4626069"/>
          </a:xfrm>
        </p:spPr>
        <p:txBody>
          <a:bodyPr/>
          <a:lstStyle/>
          <a:p>
            <a:r>
              <a:rPr lang="en-US" dirty="0"/>
              <a:t>Do watch out: we merged two </a:t>
            </a:r>
            <a:r>
              <a:rPr lang="en-US" dirty="0" err="1"/>
              <a:t>DataFrames</a:t>
            </a:r>
            <a:r>
              <a:rPr lang="en-US" dirty="0"/>
              <a:t> with 4 and 10 rows, and got a 4 row </a:t>
            </a:r>
            <a:r>
              <a:rPr lang="en-US" dirty="0" err="1"/>
              <a:t>DataFrame</a:t>
            </a:r>
            <a:r>
              <a:rPr lang="en-US" dirty="0"/>
              <a:t> as result!</a:t>
            </a:r>
          </a:p>
          <a:p>
            <a:endParaRPr lang="en-US" dirty="0"/>
          </a:p>
          <a:p>
            <a:r>
              <a:rPr lang="en-US" dirty="0"/>
              <a:t>This is because we inner joined. </a:t>
            </a:r>
            <a:br>
              <a:rPr lang="en-US" dirty="0"/>
            </a:br>
            <a:r>
              <a:rPr lang="en-US" dirty="0"/>
              <a:t>You’ll lose rows that don’t have a match in the other </a:t>
            </a:r>
            <a:r>
              <a:rPr lang="en-US" dirty="0" err="1"/>
              <a:t>DataFrame’s</a:t>
            </a:r>
            <a:r>
              <a:rPr lang="en-US" dirty="0"/>
              <a:t> key column.  </a:t>
            </a:r>
          </a:p>
          <a:p>
            <a:endParaRPr lang="en-US" dirty="0"/>
          </a:p>
          <a:p>
            <a:r>
              <a:rPr lang="en-US" dirty="0"/>
              <a:t>Also note: all columns were kept, even those that now only contain </a:t>
            </a:r>
            <a:r>
              <a:rPr lang="en-US" dirty="0" err="1"/>
              <a:t>NaN</a:t>
            </a:r>
            <a:r>
              <a:rPr lang="en-US" dirty="0"/>
              <a:t>-values.</a:t>
            </a:r>
          </a:p>
        </p:txBody>
      </p:sp>
      <p:sp>
        <p:nvSpPr>
          <p:cNvPr id="4" name="Slide Number Placeholder 3">
            <a:extLst>
              <a:ext uri="{FF2B5EF4-FFF2-40B4-BE49-F238E27FC236}">
                <a16:creationId xmlns:a16="http://schemas.microsoft.com/office/drawing/2014/main" id="{2C307ECD-F37E-EFEF-07C1-E64C24B502E7}"/>
              </a:ext>
            </a:extLst>
          </p:cNvPr>
          <p:cNvSpPr>
            <a:spLocks noGrp="1"/>
          </p:cNvSpPr>
          <p:nvPr>
            <p:ph type="sldNum" sz="quarter" idx="12"/>
          </p:nvPr>
        </p:nvSpPr>
        <p:spPr/>
        <p:txBody>
          <a:bodyPr/>
          <a:lstStyle/>
          <a:p>
            <a:fld id="{FE1B3154-47D9-4402-8EDB-E791933DC0B9}" type="slidenum">
              <a:rPr lang="nl-BE" smtClean="0"/>
              <a:pPr/>
              <a:t>14</a:t>
            </a:fld>
            <a:endParaRPr lang="nl-BE"/>
          </a:p>
        </p:txBody>
      </p:sp>
    </p:spTree>
    <p:extLst>
      <p:ext uri="{BB962C8B-B14F-4D97-AF65-F5344CB8AC3E}">
        <p14:creationId xmlns:p14="http://schemas.microsoft.com/office/powerpoint/2010/main" val="3627504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16378-6591-8FD0-C39D-76FA6D7011E0}"/>
              </a:ext>
            </a:extLst>
          </p:cNvPr>
          <p:cNvSpPr>
            <a:spLocks noGrp="1"/>
          </p:cNvSpPr>
          <p:nvPr>
            <p:ph type="title"/>
          </p:nvPr>
        </p:nvSpPr>
        <p:spPr/>
        <p:txBody>
          <a:bodyPr/>
          <a:lstStyle/>
          <a:p>
            <a:r>
              <a:rPr lang="en-US"/>
              <a:t>Merge left and right</a:t>
            </a:r>
          </a:p>
        </p:txBody>
      </p:sp>
      <p:sp>
        <p:nvSpPr>
          <p:cNvPr id="3" name="Content Placeholder 2">
            <a:extLst>
              <a:ext uri="{FF2B5EF4-FFF2-40B4-BE49-F238E27FC236}">
                <a16:creationId xmlns:a16="http://schemas.microsoft.com/office/drawing/2014/main" id="{D7035AC3-DD7A-436E-B73E-AD9576EF60EA}"/>
              </a:ext>
            </a:extLst>
          </p:cNvPr>
          <p:cNvSpPr>
            <a:spLocks noGrp="1"/>
          </p:cNvSpPr>
          <p:nvPr>
            <p:ph idx="1"/>
          </p:nvPr>
        </p:nvSpPr>
        <p:spPr/>
        <p:txBody>
          <a:bodyPr/>
          <a:lstStyle/>
          <a:p>
            <a:r>
              <a:rPr lang="en-US"/>
              <a:t>By default, merge() always performs an inner join.</a:t>
            </a:r>
          </a:p>
          <a:p>
            <a:r>
              <a:rPr lang="en-US"/>
              <a:t>However, by using the attribute ‘how’ you can indicate the  type of join you want to perform</a:t>
            </a:r>
          </a:p>
        </p:txBody>
      </p:sp>
      <p:sp>
        <p:nvSpPr>
          <p:cNvPr id="4" name="Slide Number Placeholder 3">
            <a:extLst>
              <a:ext uri="{FF2B5EF4-FFF2-40B4-BE49-F238E27FC236}">
                <a16:creationId xmlns:a16="http://schemas.microsoft.com/office/drawing/2014/main" id="{16A8D503-CCC7-7417-397B-53778814DB2D}"/>
              </a:ext>
            </a:extLst>
          </p:cNvPr>
          <p:cNvSpPr>
            <a:spLocks noGrp="1"/>
          </p:cNvSpPr>
          <p:nvPr>
            <p:ph type="sldNum" sz="quarter" idx="12"/>
          </p:nvPr>
        </p:nvSpPr>
        <p:spPr/>
        <p:txBody>
          <a:bodyPr/>
          <a:lstStyle/>
          <a:p>
            <a:fld id="{FE1B3154-47D9-4402-8EDB-E791933DC0B9}" type="slidenum">
              <a:rPr lang="nl-BE" smtClean="0"/>
              <a:pPr/>
              <a:t>15</a:t>
            </a:fld>
            <a:endParaRPr lang="nl-BE"/>
          </a:p>
        </p:txBody>
      </p:sp>
      <p:pic>
        <p:nvPicPr>
          <p:cNvPr id="6" name="Picture 5">
            <a:extLst>
              <a:ext uri="{FF2B5EF4-FFF2-40B4-BE49-F238E27FC236}">
                <a16:creationId xmlns:a16="http://schemas.microsoft.com/office/drawing/2014/main" id="{C2F3BB57-6CAE-D09A-EF9F-3A633F7DEA61}"/>
              </a:ext>
            </a:extLst>
          </p:cNvPr>
          <p:cNvPicPr>
            <a:picLocks noChangeAspect="1"/>
          </p:cNvPicPr>
          <p:nvPr/>
        </p:nvPicPr>
        <p:blipFill>
          <a:blip r:embed="rId3"/>
          <a:stretch>
            <a:fillRect/>
          </a:stretch>
        </p:blipFill>
        <p:spPr>
          <a:xfrm>
            <a:off x="823912" y="2896635"/>
            <a:ext cx="9934575" cy="428625"/>
          </a:xfrm>
          <a:prstGeom prst="rect">
            <a:avLst/>
          </a:prstGeom>
        </p:spPr>
      </p:pic>
      <p:pic>
        <p:nvPicPr>
          <p:cNvPr id="8" name="Picture 7">
            <a:extLst>
              <a:ext uri="{FF2B5EF4-FFF2-40B4-BE49-F238E27FC236}">
                <a16:creationId xmlns:a16="http://schemas.microsoft.com/office/drawing/2014/main" id="{23C2AD80-B4B3-1813-BFD8-C25C703693C2}"/>
              </a:ext>
            </a:extLst>
          </p:cNvPr>
          <p:cNvPicPr>
            <a:picLocks noChangeAspect="1"/>
          </p:cNvPicPr>
          <p:nvPr/>
        </p:nvPicPr>
        <p:blipFill>
          <a:blip r:embed="rId4"/>
          <a:stretch>
            <a:fillRect/>
          </a:stretch>
        </p:blipFill>
        <p:spPr>
          <a:xfrm>
            <a:off x="823912" y="3677941"/>
            <a:ext cx="6559205" cy="2588715"/>
          </a:xfrm>
          <a:prstGeom prst="rect">
            <a:avLst/>
          </a:prstGeom>
        </p:spPr>
      </p:pic>
      <p:cxnSp>
        <p:nvCxnSpPr>
          <p:cNvPr id="16" name="Straight Connector 15">
            <a:extLst>
              <a:ext uri="{FF2B5EF4-FFF2-40B4-BE49-F238E27FC236}">
                <a16:creationId xmlns:a16="http://schemas.microsoft.com/office/drawing/2014/main" id="{D14CB6CB-4AB3-3DBE-0B0B-99437BD1C3A8}"/>
              </a:ext>
            </a:extLst>
          </p:cNvPr>
          <p:cNvCxnSpPr/>
          <p:nvPr/>
        </p:nvCxnSpPr>
        <p:spPr>
          <a:xfrm>
            <a:off x="4402667" y="3320298"/>
            <a:ext cx="1196622" cy="0"/>
          </a:xfrm>
          <a:prstGeom prst="line">
            <a:avLst/>
          </a:prstGeom>
          <a:ln w="38100">
            <a:solidFill>
              <a:srgbClr val="FFDE5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4315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1688A-26C4-F8E1-30D5-BC39FD40C6C7}"/>
              </a:ext>
            </a:extLst>
          </p:cNvPr>
          <p:cNvSpPr>
            <a:spLocks noGrp="1"/>
          </p:cNvSpPr>
          <p:nvPr>
            <p:ph type="title"/>
          </p:nvPr>
        </p:nvSpPr>
        <p:spPr/>
        <p:txBody>
          <a:bodyPr/>
          <a:lstStyle/>
          <a:p>
            <a:r>
              <a:rPr lang="en-US"/>
              <a:t>Reformat data</a:t>
            </a:r>
            <a:endParaRPr lang="en-BE"/>
          </a:p>
        </p:txBody>
      </p:sp>
      <p:sp>
        <p:nvSpPr>
          <p:cNvPr id="3" name="Content Placeholder 2">
            <a:extLst>
              <a:ext uri="{FF2B5EF4-FFF2-40B4-BE49-F238E27FC236}">
                <a16:creationId xmlns:a16="http://schemas.microsoft.com/office/drawing/2014/main" id="{67A63A9B-B0CA-FBA2-8F15-05433E5F0EA3}"/>
              </a:ext>
            </a:extLst>
          </p:cNvPr>
          <p:cNvSpPr>
            <a:spLocks noGrp="1"/>
          </p:cNvSpPr>
          <p:nvPr>
            <p:ph idx="1"/>
          </p:nvPr>
        </p:nvSpPr>
        <p:spPr/>
        <p:txBody>
          <a:bodyPr/>
          <a:lstStyle/>
          <a:p>
            <a:r>
              <a:rPr lang="en-US" dirty="0"/>
              <a:t>Data isn’t always nice and rectangular</a:t>
            </a:r>
          </a:p>
          <a:p>
            <a:pPr lvl="1"/>
            <a:r>
              <a:rPr lang="en-US" dirty="0"/>
              <a:t>Or it is, but it’s the wrong type of rectangle</a:t>
            </a:r>
          </a:p>
          <a:p>
            <a:pPr lvl="1"/>
            <a:r>
              <a:rPr lang="en-US" dirty="0"/>
              <a:t>Or in two rectangles (aka files) that need to be combined</a:t>
            </a:r>
          </a:p>
          <a:p>
            <a:r>
              <a:rPr lang="en-US" dirty="0"/>
              <a:t>You can reformat your data into the form you need</a:t>
            </a:r>
          </a:p>
          <a:p>
            <a:endParaRPr lang="en-US" dirty="0"/>
          </a:p>
          <a:p>
            <a:r>
              <a:rPr lang="en-US" dirty="0"/>
              <a:t>Another example of reshaping is a pivot table</a:t>
            </a:r>
          </a:p>
          <a:p>
            <a:r>
              <a:rPr lang="en-US" dirty="0"/>
              <a:t>Pivoting allows you to summarize your data based on certain properties</a:t>
            </a:r>
          </a:p>
          <a:p>
            <a:pPr lvl="1"/>
            <a:r>
              <a:rPr lang="en-US" dirty="0"/>
              <a:t>Helps a lot to get a quick overview of what is going on</a:t>
            </a:r>
            <a:endParaRPr lang="en-BE" dirty="0"/>
          </a:p>
        </p:txBody>
      </p:sp>
      <p:sp>
        <p:nvSpPr>
          <p:cNvPr id="4" name="Slide Number Placeholder 3">
            <a:extLst>
              <a:ext uri="{FF2B5EF4-FFF2-40B4-BE49-F238E27FC236}">
                <a16:creationId xmlns:a16="http://schemas.microsoft.com/office/drawing/2014/main" id="{E425DC63-9BBB-882E-8DBE-85450E5E5A88}"/>
              </a:ext>
            </a:extLst>
          </p:cNvPr>
          <p:cNvSpPr>
            <a:spLocks noGrp="1"/>
          </p:cNvSpPr>
          <p:nvPr>
            <p:ph type="sldNum" sz="quarter" idx="12"/>
          </p:nvPr>
        </p:nvSpPr>
        <p:spPr/>
        <p:txBody>
          <a:bodyPr/>
          <a:lstStyle/>
          <a:p>
            <a:fld id="{FE1B3154-47D9-4402-8EDB-E791933DC0B9}" type="slidenum">
              <a:rPr lang="nl-BE" smtClean="0"/>
              <a:pPr/>
              <a:t>16</a:t>
            </a:fld>
            <a:endParaRPr lang="nl-BE"/>
          </a:p>
        </p:txBody>
      </p:sp>
    </p:spTree>
    <p:extLst>
      <p:ext uri="{BB962C8B-B14F-4D97-AF65-F5344CB8AC3E}">
        <p14:creationId xmlns:p14="http://schemas.microsoft.com/office/powerpoint/2010/main" val="2638906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5A001-A245-74B5-709B-5F1762EAEED5}"/>
              </a:ext>
            </a:extLst>
          </p:cNvPr>
          <p:cNvSpPr>
            <a:spLocks noGrp="1"/>
          </p:cNvSpPr>
          <p:nvPr>
            <p:ph type="title"/>
          </p:nvPr>
        </p:nvSpPr>
        <p:spPr/>
        <p:txBody>
          <a:bodyPr/>
          <a:lstStyle/>
          <a:p>
            <a:r>
              <a:rPr lang="nl-BE" dirty="0" err="1"/>
              <a:t>DataFrame</a:t>
            </a:r>
            <a:r>
              <a:rPr lang="nl-BE" dirty="0"/>
              <a:t> </a:t>
            </a:r>
            <a:r>
              <a:rPr lang="nl-BE" dirty="0" err="1"/>
              <a:t>reshaping</a:t>
            </a:r>
            <a:endParaRPr lang="nl-BE" dirty="0"/>
          </a:p>
        </p:txBody>
      </p:sp>
      <p:sp>
        <p:nvSpPr>
          <p:cNvPr id="3" name="Content Placeholder 2">
            <a:extLst>
              <a:ext uri="{FF2B5EF4-FFF2-40B4-BE49-F238E27FC236}">
                <a16:creationId xmlns:a16="http://schemas.microsoft.com/office/drawing/2014/main" id="{C41F8887-E0D9-A73A-DCDC-2DCEA553F2AB}"/>
              </a:ext>
            </a:extLst>
          </p:cNvPr>
          <p:cNvSpPr>
            <a:spLocks noGrp="1"/>
          </p:cNvSpPr>
          <p:nvPr>
            <p:ph idx="1"/>
          </p:nvPr>
        </p:nvSpPr>
        <p:spPr/>
        <p:txBody>
          <a:bodyPr>
            <a:normAutofit/>
          </a:bodyPr>
          <a:lstStyle/>
          <a:p>
            <a:r>
              <a:rPr lang="nl-BE" err="1"/>
              <a:t>melt</a:t>
            </a:r>
            <a:r>
              <a:rPr lang="nl-BE"/>
              <a:t>(): </a:t>
            </a:r>
          </a:p>
          <a:p>
            <a:pPr lvl="1"/>
            <a:r>
              <a:rPr lang="en-US" sz="2400"/>
              <a:t>make wide data long</a:t>
            </a:r>
            <a:endParaRPr lang="nl-BE" sz="2400"/>
          </a:p>
          <a:p>
            <a:r>
              <a:rPr lang="nl-BE"/>
              <a:t>pivot(): </a:t>
            </a:r>
          </a:p>
          <a:p>
            <a:pPr lvl="1"/>
            <a:r>
              <a:rPr lang="en-US" sz="2400"/>
              <a:t>make long data wide</a:t>
            </a:r>
            <a:endParaRPr lang="nl-BE" sz="2400"/>
          </a:p>
          <a:p>
            <a:r>
              <a:rPr lang="nl-BE" err="1"/>
              <a:t>pivot_table</a:t>
            </a:r>
            <a:r>
              <a:rPr lang="nl-BE"/>
              <a:t>(): 	</a:t>
            </a:r>
          </a:p>
          <a:p>
            <a:pPr lvl="1"/>
            <a:r>
              <a:rPr lang="en-US" sz="2400"/>
              <a:t>same as .pivot() </a:t>
            </a:r>
            <a:br>
              <a:rPr lang="en-US" sz="2400"/>
            </a:br>
            <a:r>
              <a:rPr lang="en-US" sz="2400"/>
              <a:t>but can handle multiple indexes</a:t>
            </a:r>
          </a:p>
          <a:p>
            <a:r>
              <a:rPr lang="en-US"/>
              <a:t>crosstab</a:t>
            </a:r>
            <a:r>
              <a:rPr lang="en-US" sz="2600"/>
              <a:t>()</a:t>
            </a:r>
            <a:endParaRPr lang="nl-BE" sz="2600"/>
          </a:p>
        </p:txBody>
      </p:sp>
      <p:sp>
        <p:nvSpPr>
          <p:cNvPr id="4" name="Slide Number Placeholder 3">
            <a:extLst>
              <a:ext uri="{FF2B5EF4-FFF2-40B4-BE49-F238E27FC236}">
                <a16:creationId xmlns:a16="http://schemas.microsoft.com/office/drawing/2014/main" id="{284AEA65-758B-B818-D471-85E5B55C8BF9}"/>
              </a:ext>
            </a:extLst>
          </p:cNvPr>
          <p:cNvSpPr>
            <a:spLocks noGrp="1"/>
          </p:cNvSpPr>
          <p:nvPr>
            <p:ph type="sldNum" sz="quarter" idx="12"/>
          </p:nvPr>
        </p:nvSpPr>
        <p:spPr/>
        <p:txBody>
          <a:bodyPr/>
          <a:lstStyle/>
          <a:p>
            <a:fld id="{FE1B3154-47D9-4402-8EDB-E791933DC0B9}" type="slidenum">
              <a:rPr lang="nl-BE" smtClean="0"/>
              <a:pPr/>
              <a:t>17</a:t>
            </a:fld>
            <a:endParaRPr lang="nl-BE"/>
          </a:p>
        </p:txBody>
      </p:sp>
      <p:pic>
        <p:nvPicPr>
          <p:cNvPr id="9" name="Picture 8" descr="A picture containing scatter chart&#10;&#10;Description automatically generated">
            <a:extLst>
              <a:ext uri="{FF2B5EF4-FFF2-40B4-BE49-F238E27FC236}">
                <a16:creationId xmlns:a16="http://schemas.microsoft.com/office/drawing/2014/main" id="{C7F07D9A-131B-B40C-7AA4-3FABD6F24A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8181" y="1577928"/>
            <a:ext cx="4572000" cy="4572000"/>
          </a:xfrm>
          <a:prstGeom prst="rect">
            <a:avLst/>
          </a:prstGeom>
        </p:spPr>
      </p:pic>
      <p:sp>
        <p:nvSpPr>
          <p:cNvPr id="11" name="TextBox 10">
            <a:extLst>
              <a:ext uri="{FF2B5EF4-FFF2-40B4-BE49-F238E27FC236}">
                <a16:creationId xmlns:a16="http://schemas.microsoft.com/office/drawing/2014/main" id="{82794F05-7AC2-E5A3-2E6F-BB396D465D7F}"/>
              </a:ext>
            </a:extLst>
          </p:cNvPr>
          <p:cNvSpPr txBox="1"/>
          <p:nvPr/>
        </p:nvSpPr>
        <p:spPr>
          <a:xfrm>
            <a:off x="318247" y="6352052"/>
            <a:ext cx="6909934" cy="253916"/>
          </a:xfrm>
          <a:prstGeom prst="rect">
            <a:avLst/>
          </a:prstGeom>
          <a:noFill/>
        </p:spPr>
        <p:txBody>
          <a:bodyPr wrap="square">
            <a:spAutoFit/>
          </a:bodyPr>
          <a:lstStyle/>
          <a:p>
            <a:r>
              <a:rPr lang="nl-BE" sz="1050" dirty="0">
                <a:hlinkClick r:id="rId3"/>
              </a:rPr>
              <a:t>https://www.tomasbeuzen.com/python-programming-for-data-science/chapters/chapter8-wrangling-basics.html</a:t>
            </a:r>
            <a:endParaRPr lang="nl-BE" sz="1050" dirty="0"/>
          </a:p>
        </p:txBody>
      </p:sp>
    </p:spTree>
    <p:extLst>
      <p:ext uri="{BB962C8B-B14F-4D97-AF65-F5344CB8AC3E}">
        <p14:creationId xmlns:p14="http://schemas.microsoft.com/office/powerpoint/2010/main" val="257630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A5498-C5E2-7D7B-38B9-26E1DEAA7398}"/>
              </a:ext>
            </a:extLst>
          </p:cNvPr>
          <p:cNvSpPr>
            <a:spLocks noGrp="1"/>
          </p:cNvSpPr>
          <p:nvPr>
            <p:ph type="title"/>
          </p:nvPr>
        </p:nvSpPr>
        <p:spPr/>
        <p:txBody>
          <a:bodyPr/>
          <a:lstStyle/>
          <a:p>
            <a:r>
              <a:rPr lang="nl-BE" dirty="0" err="1"/>
              <a:t>Melt</a:t>
            </a:r>
            <a:endParaRPr lang="nl-BE" dirty="0"/>
          </a:p>
        </p:txBody>
      </p:sp>
      <p:sp>
        <p:nvSpPr>
          <p:cNvPr id="4" name="Slide Number Placeholder 3">
            <a:extLst>
              <a:ext uri="{FF2B5EF4-FFF2-40B4-BE49-F238E27FC236}">
                <a16:creationId xmlns:a16="http://schemas.microsoft.com/office/drawing/2014/main" id="{80B660E4-27B0-6146-53EB-8564F03152A1}"/>
              </a:ext>
            </a:extLst>
          </p:cNvPr>
          <p:cNvSpPr>
            <a:spLocks noGrp="1"/>
          </p:cNvSpPr>
          <p:nvPr>
            <p:ph type="sldNum" sz="quarter" idx="12"/>
          </p:nvPr>
        </p:nvSpPr>
        <p:spPr/>
        <p:txBody>
          <a:bodyPr/>
          <a:lstStyle/>
          <a:p>
            <a:fld id="{FE1B3154-47D9-4402-8EDB-E791933DC0B9}" type="slidenum">
              <a:rPr lang="nl-BE" smtClean="0"/>
              <a:pPr/>
              <a:t>18</a:t>
            </a:fld>
            <a:endParaRPr lang="nl-BE"/>
          </a:p>
        </p:txBody>
      </p:sp>
      <p:pic>
        <p:nvPicPr>
          <p:cNvPr id="6" name="Afbeelding 6" descr="Afbeelding met tafel&#10;&#10;Automatisch gegenereerde beschrijving">
            <a:extLst>
              <a:ext uri="{FF2B5EF4-FFF2-40B4-BE49-F238E27FC236}">
                <a16:creationId xmlns:a16="http://schemas.microsoft.com/office/drawing/2014/main" id="{910BC459-0618-A58A-1CD3-523057141164}"/>
              </a:ext>
            </a:extLst>
          </p:cNvPr>
          <p:cNvPicPr>
            <a:picLocks noChangeAspect="1"/>
          </p:cNvPicPr>
          <p:nvPr/>
        </p:nvPicPr>
        <p:blipFill>
          <a:blip r:embed="rId3"/>
          <a:stretch>
            <a:fillRect/>
          </a:stretch>
        </p:blipFill>
        <p:spPr>
          <a:xfrm>
            <a:off x="3061448" y="3352756"/>
            <a:ext cx="6459254" cy="3368719"/>
          </a:xfrm>
          <a:prstGeom prst="rect">
            <a:avLst/>
          </a:prstGeom>
        </p:spPr>
      </p:pic>
      <p:sp>
        <p:nvSpPr>
          <p:cNvPr id="7" name="Tekstvak 6">
            <a:extLst>
              <a:ext uri="{FF2B5EF4-FFF2-40B4-BE49-F238E27FC236}">
                <a16:creationId xmlns:a16="http://schemas.microsoft.com/office/drawing/2014/main" id="{7F1620D9-1B90-E336-FB26-B6BED5346B5F}"/>
              </a:ext>
            </a:extLst>
          </p:cNvPr>
          <p:cNvSpPr txBox="1"/>
          <p:nvPr/>
        </p:nvSpPr>
        <p:spPr>
          <a:xfrm>
            <a:off x="401894" y="6552198"/>
            <a:ext cx="293109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dirty="0">
                <a:hlinkClick r:id="rId4"/>
              </a:rPr>
              <a:t>https://pandas.pydata.org/docs/_images/reshaping_melt.png</a:t>
            </a:r>
            <a:endParaRPr lang="en-US" sz="800" dirty="0"/>
          </a:p>
          <a:p>
            <a:endParaRPr lang="en-US" sz="800" dirty="0">
              <a:cs typeface="Calibri"/>
            </a:endParaRPr>
          </a:p>
        </p:txBody>
      </p:sp>
      <p:sp>
        <p:nvSpPr>
          <p:cNvPr id="8" name="Content Placeholder 2">
            <a:extLst>
              <a:ext uri="{FF2B5EF4-FFF2-40B4-BE49-F238E27FC236}">
                <a16:creationId xmlns:a16="http://schemas.microsoft.com/office/drawing/2014/main" id="{D3FAA8DC-FD7E-B5B9-BE70-4B87DE258041}"/>
              </a:ext>
            </a:extLst>
          </p:cNvPr>
          <p:cNvSpPr>
            <a:spLocks noGrp="1"/>
          </p:cNvSpPr>
          <p:nvPr>
            <p:ph idx="1"/>
          </p:nvPr>
        </p:nvSpPr>
        <p:spPr>
          <a:xfrm>
            <a:off x="582705" y="1550894"/>
            <a:ext cx="11291048" cy="4626069"/>
          </a:xfrm>
        </p:spPr>
        <p:txBody>
          <a:bodyPr/>
          <a:lstStyle/>
          <a:p>
            <a:r>
              <a:rPr lang="en-US" dirty="0"/>
              <a:t>Used to collapse a </a:t>
            </a:r>
            <a:r>
              <a:rPr lang="en-US" dirty="0" err="1"/>
              <a:t>DataFrame</a:t>
            </a:r>
            <a:r>
              <a:rPr lang="en-US" dirty="0"/>
              <a:t> so that every column becomes a new row</a:t>
            </a:r>
          </a:p>
          <a:p>
            <a:r>
              <a:rPr lang="en-US" dirty="0"/>
              <a:t>There are some </a:t>
            </a:r>
            <a:r>
              <a:rPr lang="en-US" dirty="0" err="1"/>
              <a:t>id_vars</a:t>
            </a:r>
            <a:r>
              <a:rPr lang="en-US" dirty="0"/>
              <a:t>, they will be copied</a:t>
            </a:r>
          </a:p>
          <a:p>
            <a:r>
              <a:rPr lang="en-US" dirty="0"/>
              <a:t>The names of the columns are kept as values</a:t>
            </a:r>
            <a:endParaRPr lang="en-BE" dirty="0"/>
          </a:p>
        </p:txBody>
      </p:sp>
    </p:spTree>
    <p:extLst>
      <p:ext uri="{BB962C8B-B14F-4D97-AF65-F5344CB8AC3E}">
        <p14:creationId xmlns:p14="http://schemas.microsoft.com/office/powerpoint/2010/main" val="1299672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8AC51-DCFE-C539-442B-99E3B7A1871B}"/>
              </a:ext>
            </a:extLst>
          </p:cNvPr>
          <p:cNvSpPr>
            <a:spLocks noGrp="1"/>
          </p:cNvSpPr>
          <p:nvPr>
            <p:ph type="title"/>
          </p:nvPr>
        </p:nvSpPr>
        <p:spPr/>
        <p:txBody>
          <a:bodyPr/>
          <a:lstStyle/>
          <a:p>
            <a:r>
              <a:rPr lang="en-US"/>
              <a:t>Melt example</a:t>
            </a:r>
            <a:endParaRPr lang="en-BE"/>
          </a:p>
        </p:txBody>
      </p:sp>
      <p:sp>
        <p:nvSpPr>
          <p:cNvPr id="4" name="Slide Number Placeholder 3">
            <a:extLst>
              <a:ext uri="{FF2B5EF4-FFF2-40B4-BE49-F238E27FC236}">
                <a16:creationId xmlns:a16="http://schemas.microsoft.com/office/drawing/2014/main" id="{A51A6337-A454-FBF7-AABD-20A8A504A6E4}"/>
              </a:ext>
            </a:extLst>
          </p:cNvPr>
          <p:cNvSpPr>
            <a:spLocks noGrp="1"/>
          </p:cNvSpPr>
          <p:nvPr>
            <p:ph type="sldNum" sz="quarter" idx="12"/>
          </p:nvPr>
        </p:nvSpPr>
        <p:spPr/>
        <p:txBody>
          <a:bodyPr/>
          <a:lstStyle/>
          <a:p>
            <a:fld id="{FE1B3154-47D9-4402-8EDB-E791933DC0B9}" type="slidenum">
              <a:rPr lang="nl-BE" smtClean="0"/>
              <a:pPr/>
              <a:t>19</a:t>
            </a:fld>
            <a:endParaRPr lang="nl-BE"/>
          </a:p>
        </p:txBody>
      </p:sp>
      <p:pic>
        <p:nvPicPr>
          <p:cNvPr id="5" name="Afbeelding 4" descr="Afbeelding met tafel&#10;&#10;Automatisch gegenereerde beschrijving">
            <a:extLst>
              <a:ext uri="{FF2B5EF4-FFF2-40B4-BE49-F238E27FC236}">
                <a16:creationId xmlns:a16="http://schemas.microsoft.com/office/drawing/2014/main" id="{77FD321A-308F-E35C-4FB5-CCE2B6E64A32}"/>
              </a:ext>
            </a:extLst>
          </p:cNvPr>
          <p:cNvPicPr>
            <a:picLocks noChangeAspect="1"/>
          </p:cNvPicPr>
          <p:nvPr/>
        </p:nvPicPr>
        <p:blipFill>
          <a:blip r:embed="rId3"/>
          <a:stretch>
            <a:fillRect/>
          </a:stretch>
        </p:blipFill>
        <p:spPr>
          <a:xfrm>
            <a:off x="457073" y="1620364"/>
            <a:ext cx="4338632" cy="2280304"/>
          </a:xfrm>
          <a:prstGeom prst="rect">
            <a:avLst/>
          </a:prstGeom>
        </p:spPr>
      </p:pic>
      <p:pic>
        <p:nvPicPr>
          <p:cNvPr id="6" name="Afbeelding 6" descr="Afbeelding met tafel&#10;&#10;Automatisch gegenereerde beschrijving">
            <a:extLst>
              <a:ext uri="{FF2B5EF4-FFF2-40B4-BE49-F238E27FC236}">
                <a16:creationId xmlns:a16="http://schemas.microsoft.com/office/drawing/2014/main" id="{65320DF7-3512-B0EB-5960-81FF80C26247}"/>
              </a:ext>
            </a:extLst>
          </p:cNvPr>
          <p:cNvPicPr>
            <a:picLocks noChangeAspect="1"/>
          </p:cNvPicPr>
          <p:nvPr/>
        </p:nvPicPr>
        <p:blipFill>
          <a:blip r:embed="rId4"/>
          <a:stretch>
            <a:fillRect/>
          </a:stretch>
        </p:blipFill>
        <p:spPr>
          <a:xfrm>
            <a:off x="4935977" y="1620364"/>
            <a:ext cx="7143750" cy="5153025"/>
          </a:xfrm>
          <a:prstGeom prst="rect">
            <a:avLst/>
          </a:prstGeom>
        </p:spPr>
      </p:pic>
    </p:spTree>
    <p:extLst>
      <p:ext uri="{BB962C8B-B14F-4D97-AF65-F5344CB8AC3E}">
        <p14:creationId xmlns:p14="http://schemas.microsoft.com/office/powerpoint/2010/main" val="2011626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C6E83-1B17-9968-27B3-FBF1952E0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17133-95FB-1BAA-6900-1E8953CDE5BE}"/>
              </a:ext>
            </a:extLst>
          </p:cNvPr>
          <p:cNvSpPr>
            <a:spLocks noGrp="1"/>
          </p:cNvSpPr>
          <p:nvPr>
            <p:ph type="title"/>
          </p:nvPr>
        </p:nvSpPr>
        <p:spPr/>
        <p:txBody>
          <a:bodyPr/>
          <a:lstStyle/>
          <a:p>
            <a:r>
              <a:rPr lang="en-US" dirty="0"/>
              <a:t>Melt, other example</a:t>
            </a:r>
            <a:endParaRPr lang="en-BE" dirty="0"/>
          </a:p>
        </p:txBody>
      </p:sp>
      <p:sp>
        <p:nvSpPr>
          <p:cNvPr id="3" name="Content Placeholder 2">
            <a:extLst>
              <a:ext uri="{FF2B5EF4-FFF2-40B4-BE49-F238E27FC236}">
                <a16:creationId xmlns:a16="http://schemas.microsoft.com/office/drawing/2014/main" id="{C5605F33-357A-8BF0-48E8-74432C3D384C}"/>
              </a:ext>
            </a:extLst>
          </p:cNvPr>
          <p:cNvSpPr>
            <a:spLocks noGrp="1"/>
          </p:cNvSpPr>
          <p:nvPr>
            <p:ph idx="1"/>
          </p:nvPr>
        </p:nvSpPr>
        <p:spPr>
          <a:xfrm>
            <a:off x="582704" y="1550894"/>
            <a:ext cx="11609295" cy="4626069"/>
          </a:xfrm>
        </p:spPr>
        <p:txBody>
          <a:bodyPr>
            <a:normAutofit/>
          </a:bodyPr>
          <a:lstStyle/>
          <a:p>
            <a:r>
              <a:rPr lang="en-US" dirty="0"/>
              <a:t>Suppose you were given the following </a:t>
            </a:r>
            <a:r>
              <a:rPr lang="en-US" dirty="0" err="1"/>
              <a:t>DataFrame</a:t>
            </a:r>
            <a:endParaRPr lang="en-US" dirty="0"/>
          </a:p>
          <a:p>
            <a:endParaRPr lang="en-US" dirty="0"/>
          </a:p>
          <a:p>
            <a:pPr marL="0" indent="0">
              <a:buNone/>
            </a:pPr>
            <a:endParaRPr lang="en-US" dirty="0"/>
          </a:p>
          <a:p>
            <a:pPr marL="0" indent="0">
              <a:buNone/>
            </a:pPr>
            <a:endParaRPr lang="en-US" dirty="0"/>
          </a:p>
          <a:p>
            <a:r>
              <a:rPr lang="en-US" dirty="0"/>
              <a:t>Can you (easily) calculate the average score for every student?</a:t>
            </a:r>
          </a:p>
          <a:p>
            <a:pPr lvl="1"/>
            <a:r>
              <a:rPr lang="en-US" dirty="0"/>
              <a:t>No, because they are in different columns</a:t>
            </a:r>
            <a:br>
              <a:rPr lang="en-US" dirty="0"/>
            </a:br>
            <a:endParaRPr lang="en-US" dirty="0"/>
          </a:p>
          <a:p>
            <a:pPr lvl="1"/>
            <a:r>
              <a:rPr lang="en-US" sz="2400" b="0" dirty="0" err="1">
                <a:solidFill>
                  <a:srgbClr val="001080"/>
                </a:solidFill>
                <a:effectLst/>
                <a:latin typeface="Consolas" panose="020B0609020204030204" pitchFamily="49" charset="0"/>
              </a:rPr>
              <a:t>df</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"avg"</a:t>
            </a:r>
            <a:r>
              <a:rPr lang="en-US" sz="2400" b="0" dirty="0">
                <a:solidFill>
                  <a:srgbClr val="3B3B3B"/>
                </a:solidFill>
                <a:effectLst/>
                <a:latin typeface="Consolas" panose="020B0609020204030204" pitchFamily="49" charset="0"/>
              </a:rPr>
              <a:t>] </a:t>
            </a:r>
            <a:r>
              <a:rPr lang="en-US" sz="2400" b="0" dirty="0">
                <a:solidFill>
                  <a:srgbClr val="000000"/>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df</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"Math"</a:t>
            </a:r>
            <a:r>
              <a:rPr lang="en-US" sz="2400" b="0" dirty="0">
                <a:solidFill>
                  <a:srgbClr val="3B3B3B"/>
                </a:solidFill>
                <a:effectLst/>
                <a:latin typeface="Consolas" panose="020B0609020204030204" pitchFamily="49" charset="0"/>
              </a:rPr>
              <a:t>] </a:t>
            </a:r>
            <a:r>
              <a:rPr lang="en-US" sz="2400" b="0" dirty="0">
                <a:solidFill>
                  <a:srgbClr val="795E26"/>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df</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"English"</a:t>
            </a:r>
            <a:r>
              <a:rPr lang="en-US" sz="2400" b="0" dirty="0">
                <a:solidFill>
                  <a:srgbClr val="3B3B3B"/>
                </a:solidFill>
                <a:effectLst/>
                <a:latin typeface="Consolas" panose="020B0609020204030204" pitchFamily="49" charset="0"/>
              </a:rPr>
              <a:t>] </a:t>
            </a:r>
            <a:r>
              <a:rPr lang="en-US" sz="2400" b="0" dirty="0">
                <a:solidFill>
                  <a:srgbClr val="795E26"/>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df</a:t>
            </a:r>
            <a:r>
              <a:rPr lang="en-US" sz="2400" b="0" dirty="0">
                <a:solidFill>
                  <a:srgbClr val="3B3B3B"/>
                </a:solidFill>
                <a:effectLst/>
                <a:latin typeface="Consolas" panose="020B0609020204030204" pitchFamily="49" charset="0"/>
              </a:rPr>
              <a:t>[</a:t>
            </a:r>
            <a:r>
              <a:rPr lang="en-US" sz="2400" b="0" dirty="0">
                <a:solidFill>
                  <a:srgbClr val="A31515"/>
                </a:solidFill>
                <a:effectLst/>
                <a:latin typeface="Consolas" panose="020B0609020204030204" pitchFamily="49" charset="0"/>
              </a:rPr>
              <a:t>"Science"</a:t>
            </a:r>
            <a:r>
              <a:rPr lang="en-US" sz="2400" b="0" dirty="0">
                <a:solidFill>
                  <a:srgbClr val="3B3B3B"/>
                </a:solidFill>
                <a:effectLst/>
                <a:latin typeface="Consolas" panose="020B0609020204030204" pitchFamily="49" charset="0"/>
              </a:rPr>
              <a:t>]) </a:t>
            </a:r>
            <a:r>
              <a:rPr lang="en-US" sz="2400" b="0" dirty="0">
                <a:solidFill>
                  <a:srgbClr val="795E26"/>
                </a:solidFill>
                <a:effectLst/>
                <a:latin typeface="Consolas" panose="020B0609020204030204" pitchFamily="49" charset="0"/>
              </a:rPr>
              <a:t>/</a:t>
            </a:r>
            <a:r>
              <a:rPr lang="en-US" sz="2400" b="0" dirty="0">
                <a:solidFill>
                  <a:srgbClr val="3B3B3B"/>
                </a:solidFill>
                <a:effectLst/>
                <a:latin typeface="Consolas" panose="020B0609020204030204" pitchFamily="49" charset="0"/>
              </a:rPr>
              <a:t> </a:t>
            </a:r>
            <a:r>
              <a:rPr lang="en-US" sz="2400" b="0" dirty="0">
                <a:solidFill>
                  <a:srgbClr val="098658"/>
                </a:solidFill>
                <a:effectLst/>
                <a:latin typeface="Consolas" panose="020B0609020204030204" pitchFamily="49" charset="0"/>
              </a:rPr>
              <a:t>3</a:t>
            </a:r>
          </a:p>
          <a:p>
            <a:pPr lvl="1"/>
            <a:endParaRPr lang="en-US" sz="2400" dirty="0">
              <a:solidFill>
                <a:srgbClr val="098658"/>
              </a:solidFill>
              <a:latin typeface="Consolas" panose="020B0609020204030204" pitchFamily="49" charset="0"/>
            </a:endParaRPr>
          </a:p>
          <a:p>
            <a:pPr marL="457200" lvl="1" indent="0">
              <a:buNone/>
            </a:pPr>
            <a:r>
              <a:rPr lang="en-US" sz="2800" dirty="0">
                <a:sym typeface="Wingdings" panose="05000000000000000000" pitchFamily="2" charset="2"/>
              </a:rPr>
              <a:t> Not maintainable code!</a:t>
            </a:r>
            <a:endParaRPr lang="en-US" sz="2800" dirty="0"/>
          </a:p>
          <a:p>
            <a:endParaRPr lang="en-US" dirty="0"/>
          </a:p>
          <a:p>
            <a:endParaRPr lang="en-BE" dirty="0"/>
          </a:p>
        </p:txBody>
      </p:sp>
      <p:sp>
        <p:nvSpPr>
          <p:cNvPr id="4" name="Slide Number Placeholder 3">
            <a:extLst>
              <a:ext uri="{FF2B5EF4-FFF2-40B4-BE49-F238E27FC236}">
                <a16:creationId xmlns:a16="http://schemas.microsoft.com/office/drawing/2014/main" id="{FCF52270-7215-0F95-4436-0BD83DA85E5E}"/>
              </a:ext>
            </a:extLst>
          </p:cNvPr>
          <p:cNvSpPr>
            <a:spLocks noGrp="1"/>
          </p:cNvSpPr>
          <p:nvPr>
            <p:ph type="sldNum" sz="quarter" idx="12"/>
          </p:nvPr>
        </p:nvSpPr>
        <p:spPr/>
        <p:txBody>
          <a:bodyPr/>
          <a:lstStyle/>
          <a:p>
            <a:fld id="{FE1B3154-47D9-4402-8EDB-E791933DC0B9}" type="slidenum">
              <a:rPr lang="nl-BE" smtClean="0"/>
              <a:pPr/>
              <a:t>20</a:t>
            </a:fld>
            <a:endParaRPr lang="nl-BE"/>
          </a:p>
        </p:txBody>
      </p:sp>
      <p:pic>
        <p:nvPicPr>
          <p:cNvPr id="6" name="Picture 5">
            <a:extLst>
              <a:ext uri="{FF2B5EF4-FFF2-40B4-BE49-F238E27FC236}">
                <a16:creationId xmlns:a16="http://schemas.microsoft.com/office/drawing/2014/main" id="{8BB8937A-0133-9D08-40E9-3CAA85DA519E}"/>
              </a:ext>
            </a:extLst>
          </p:cNvPr>
          <p:cNvPicPr>
            <a:picLocks noChangeAspect="1"/>
          </p:cNvPicPr>
          <p:nvPr/>
        </p:nvPicPr>
        <p:blipFill>
          <a:blip r:embed="rId3"/>
          <a:stretch>
            <a:fillRect/>
          </a:stretch>
        </p:blipFill>
        <p:spPr>
          <a:xfrm>
            <a:off x="8276773" y="1550894"/>
            <a:ext cx="3718006" cy="1487203"/>
          </a:xfrm>
          <a:prstGeom prst="rect">
            <a:avLst/>
          </a:prstGeom>
        </p:spPr>
      </p:pic>
    </p:spTree>
    <p:extLst>
      <p:ext uri="{BB962C8B-B14F-4D97-AF65-F5344CB8AC3E}">
        <p14:creationId xmlns:p14="http://schemas.microsoft.com/office/powerpoint/2010/main" val="999517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A0F91-303B-94E9-1F0F-0FB5C07E22B1}"/>
              </a:ext>
            </a:extLst>
          </p:cNvPr>
          <p:cNvSpPr>
            <a:spLocks noGrp="1"/>
          </p:cNvSpPr>
          <p:nvPr>
            <p:ph type="title"/>
          </p:nvPr>
        </p:nvSpPr>
        <p:spPr/>
        <p:txBody>
          <a:bodyPr/>
          <a:lstStyle/>
          <a:p>
            <a:r>
              <a:rPr lang="en-US"/>
              <a:t>Melt, other example</a:t>
            </a:r>
            <a:endParaRPr lang="en-BE"/>
          </a:p>
        </p:txBody>
      </p:sp>
      <p:sp>
        <p:nvSpPr>
          <p:cNvPr id="3" name="Content Placeholder 2">
            <a:extLst>
              <a:ext uri="{FF2B5EF4-FFF2-40B4-BE49-F238E27FC236}">
                <a16:creationId xmlns:a16="http://schemas.microsoft.com/office/drawing/2014/main" id="{A09D693E-EC66-6AD5-B02D-B962909469B1}"/>
              </a:ext>
            </a:extLst>
          </p:cNvPr>
          <p:cNvSpPr>
            <a:spLocks noGrp="1"/>
          </p:cNvSpPr>
          <p:nvPr>
            <p:ph idx="1"/>
          </p:nvPr>
        </p:nvSpPr>
        <p:spPr/>
        <p:txBody>
          <a:bodyPr>
            <a:normAutofit fontScale="85000" lnSpcReduction="20000"/>
          </a:bodyPr>
          <a:lstStyle/>
          <a:p>
            <a:r>
              <a:rPr lang="en-US" sz="3300" dirty="0"/>
              <a:t>Solution: melt!</a:t>
            </a:r>
            <a:br>
              <a:rPr lang="en-US" sz="2400" dirty="0"/>
            </a:br>
            <a:endParaRPr lang="en-US" sz="2400" dirty="0"/>
          </a:p>
          <a:p>
            <a:endParaRPr lang="en-US" sz="2400" dirty="0"/>
          </a:p>
          <a:p>
            <a:endParaRPr lang="en-US" sz="2400" dirty="0"/>
          </a:p>
          <a:p>
            <a:endParaRPr lang="en-US" sz="2400" dirty="0"/>
          </a:p>
          <a:p>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3300" dirty="0"/>
          </a:p>
          <a:p>
            <a:r>
              <a:rPr lang="en-US" sz="3300" dirty="0"/>
              <a:t>The average per student can now be calculated using group by</a:t>
            </a:r>
          </a:p>
          <a:p>
            <a:endParaRPr lang="en-US" sz="2400" dirty="0"/>
          </a:p>
          <a:p>
            <a:endParaRPr lang="en-BE" sz="2400" dirty="0"/>
          </a:p>
        </p:txBody>
      </p:sp>
      <p:sp>
        <p:nvSpPr>
          <p:cNvPr id="4" name="Slide Number Placeholder 3">
            <a:extLst>
              <a:ext uri="{FF2B5EF4-FFF2-40B4-BE49-F238E27FC236}">
                <a16:creationId xmlns:a16="http://schemas.microsoft.com/office/drawing/2014/main" id="{DCCB28AB-4F00-A201-CC7E-B2583E9012D9}"/>
              </a:ext>
            </a:extLst>
          </p:cNvPr>
          <p:cNvSpPr>
            <a:spLocks noGrp="1"/>
          </p:cNvSpPr>
          <p:nvPr>
            <p:ph type="sldNum" sz="quarter" idx="12"/>
          </p:nvPr>
        </p:nvSpPr>
        <p:spPr/>
        <p:txBody>
          <a:bodyPr/>
          <a:lstStyle/>
          <a:p>
            <a:fld id="{FE1B3154-47D9-4402-8EDB-E791933DC0B9}" type="slidenum">
              <a:rPr lang="nl-BE" smtClean="0"/>
              <a:pPr/>
              <a:t>21</a:t>
            </a:fld>
            <a:endParaRPr lang="nl-BE"/>
          </a:p>
        </p:txBody>
      </p:sp>
      <p:pic>
        <p:nvPicPr>
          <p:cNvPr id="6" name="Picture 5">
            <a:extLst>
              <a:ext uri="{FF2B5EF4-FFF2-40B4-BE49-F238E27FC236}">
                <a16:creationId xmlns:a16="http://schemas.microsoft.com/office/drawing/2014/main" id="{A801CEF6-DA17-EAD0-EDA1-4F9D387F7E82}"/>
              </a:ext>
            </a:extLst>
          </p:cNvPr>
          <p:cNvPicPr>
            <a:picLocks noChangeAspect="1"/>
          </p:cNvPicPr>
          <p:nvPr/>
        </p:nvPicPr>
        <p:blipFill>
          <a:blip r:embed="rId3"/>
          <a:stretch>
            <a:fillRect/>
          </a:stretch>
        </p:blipFill>
        <p:spPr>
          <a:xfrm>
            <a:off x="760995" y="2702906"/>
            <a:ext cx="2981149" cy="1192460"/>
          </a:xfrm>
          <a:prstGeom prst="rect">
            <a:avLst/>
          </a:prstGeom>
        </p:spPr>
      </p:pic>
      <p:pic>
        <p:nvPicPr>
          <p:cNvPr id="10" name="Picture 9">
            <a:extLst>
              <a:ext uri="{FF2B5EF4-FFF2-40B4-BE49-F238E27FC236}">
                <a16:creationId xmlns:a16="http://schemas.microsoft.com/office/drawing/2014/main" id="{5EA2FE0D-9F90-BEE1-C791-378914A45B8C}"/>
              </a:ext>
            </a:extLst>
          </p:cNvPr>
          <p:cNvPicPr>
            <a:picLocks noChangeAspect="1"/>
          </p:cNvPicPr>
          <p:nvPr/>
        </p:nvPicPr>
        <p:blipFill>
          <a:blip r:embed="rId4"/>
          <a:stretch>
            <a:fillRect/>
          </a:stretch>
        </p:blipFill>
        <p:spPr>
          <a:xfrm>
            <a:off x="760995" y="2045778"/>
            <a:ext cx="11431005" cy="278239"/>
          </a:xfrm>
          <a:prstGeom prst="rect">
            <a:avLst/>
          </a:prstGeom>
        </p:spPr>
      </p:pic>
      <p:pic>
        <p:nvPicPr>
          <p:cNvPr id="7" name="Picture 6">
            <a:extLst>
              <a:ext uri="{FF2B5EF4-FFF2-40B4-BE49-F238E27FC236}">
                <a16:creationId xmlns:a16="http://schemas.microsoft.com/office/drawing/2014/main" id="{06C6C23B-9A6A-36BE-BC2B-B4F807E02F2C}"/>
              </a:ext>
            </a:extLst>
          </p:cNvPr>
          <p:cNvPicPr>
            <a:picLocks noChangeAspect="1"/>
          </p:cNvPicPr>
          <p:nvPr/>
        </p:nvPicPr>
        <p:blipFill>
          <a:blip r:embed="rId5"/>
          <a:stretch>
            <a:fillRect/>
          </a:stretch>
        </p:blipFill>
        <p:spPr>
          <a:xfrm>
            <a:off x="4900732" y="2442079"/>
            <a:ext cx="2390535" cy="2906573"/>
          </a:xfrm>
          <a:prstGeom prst="rect">
            <a:avLst/>
          </a:prstGeom>
        </p:spPr>
      </p:pic>
      <p:cxnSp>
        <p:nvCxnSpPr>
          <p:cNvPr id="9" name="Straight Arrow Connector 8">
            <a:extLst>
              <a:ext uri="{FF2B5EF4-FFF2-40B4-BE49-F238E27FC236}">
                <a16:creationId xmlns:a16="http://schemas.microsoft.com/office/drawing/2014/main" id="{90C40E14-0F37-B50A-F3D5-9A795E85ACFD}"/>
              </a:ext>
            </a:extLst>
          </p:cNvPr>
          <p:cNvCxnSpPr/>
          <p:nvPr/>
        </p:nvCxnSpPr>
        <p:spPr>
          <a:xfrm>
            <a:off x="4062046" y="3429000"/>
            <a:ext cx="65063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A2A0A3C5-F6EB-B13B-6342-B20E0A8A01EC}"/>
              </a:ext>
            </a:extLst>
          </p:cNvPr>
          <p:cNvPicPr>
            <a:picLocks noChangeAspect="1"/>
          </p:cNvPicPr>
          <p:nvPr/>
        </p:nvPicPr>
        <p:blipFill>
          <a:blip r:embed="rId6"/>
          <a:srcRect t="23941"/>
          <a:stretch/>
        </p:blipFill>
        <p:spPr>
          <a:xfrm>
            <a:off x="862595" y="6218238"/>
            <a:ext cx="9373908" cy="282579"/>
          </a:xfrm>
          <a:prstGeom prst="rect">
            <a:avLst/>
          </a:prstGeom>
        </p:spPr>
      </p:pic>
    </p:spTree>
    <p:extLst>
      <p:ext uri="{BB962C8B-B14F-4D97-AF65-F5344CB8AC3E}">
        <p14:creationId xmlns:p14="http://schemas.microsoft.com/office/powerpoint/2010/main" val="134073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818E4-A2D6-945F-6015-3C1A004A294D}"/>
              </a:ext>
            </a:extLst>
          </p:cNvPr>
          <p:cNvSpPr>
            <a:spLocks noGrp="1"/>
          </p:cNvSpPr>
          <p:nvPr>
            <p:ph type="title"/>
          </p:nvPr>
        </p:nvSpPr>
        <p:spPr/>
        <p:txBody>
          <a:bodyPr/>
          <a:lstStyle/>
          <a:p>
            <a:r>
              <a:rPr lang="nl-BE"/>
              <a:t>Pivot</a:t>
            </a:r>
          </a:p>
        </p:txBody>
      </p:sp>
      <p:sp>
        <p:nvSpPr>
          <p:cNvPr id="4" name="Slide Number Placeholder 3">
            <a:extLst>
              <a:ext uri="{FF2B5EF4-FFF2-40B4-BE49-F238E27FC236}">
                <a16:creationId xmlns:a16="http://schemas.microsoft.com/office/drawing/2014/main" id="{04EE2189-B782-7F8D-940B-92F182E54796}"/>
              </a:ext>
            </a:extLst>
          </p:cNvPr>
          <p:cNvSpPr>
            <a:spLocks noGrp="1"/>
          </p:cNvSpPr>
          <p:nvPr>
            <p:ph type="sldNum" sz="quarter" idx="12"/>
          </p:nvPr>
        </p:nvSpPr>
        <p:spPr/>
        <p:txBody>
          <a:bodyPr/>
          <a:lstStyle/>
          <a:p>
            <a:fld id="{FE1B3154-47D9-4402-8EDB-E791933DC0B9}" type="slidenum">
              <a:rPr lang="nl-BE" smtClean="0"/>
              <a:pPr/>
              <a:t>22</a:t>
            </a:fld>
            <a:endParaRPr lang="nl-BE"/>
          </a:p>
        </p:txBody>
      </p:sp>
      <p:pic>
        <p:nvPicPr>
          <p:cNvPr id="3" name="Afbeelding 4" descr="Afbeelding met tafel&#10;&#10;Automatisch gegenereerde beschrijving">
            <a:extLst>
              <a:ext uri="{FF2B5EF4-FFF2-40B4-BE49-F238E27FC236}">
                <a16:creationId xmlns:a16="http://schemas.microsoft.com/office/drawing/2014/main" id="{0D023DA6-9B94-B616-0C27-D8242928E5FC}"/>
              </a:ext>
            </a:extLst>
          </p:cNvPr>
          <p:cNvPicPr>
            <a:picLocks noChangeAspect="1"/>
          </p:cNvPicPr>
          <p:nvPr/>
        </p:nvPicPr>
        <p:blipFill>
          <a:blip r:embed="rId3"/>
          <a:stretch>
            <a:fillRect/>
          </a:stretch>
        </p:blipFill>
        <p:spPr>
          <a:xfrm>
            <a:off x="3061448" y="3765570"/>
            <a:ext cx="5300596" cy="2727305"/>
          </a:xfrm>
          <a:prstGeom prst="rect">
            <a:avLst/>
          </a:prstGeom>
        </p:spPr>
      </p:pic>
      <p:sp>
        <p:nvSpPr>
          <p:cNvPr id="8" name="Content Placeholder 2">
            <a:extLst>
              <a:ext uri="{FF2B5EF4-FFF2-40B4-BE49-F238E27FC236}">
                <a16:creationId xmlns:a16="http://schemas.microsoft.com/office/drawing/2014/main" id="{F58781BA-97DA-2F03-B216-B70F761A749F}"/>
              </a:ext>
            </a:extLst>
          </p:cNvPr>
          <p:cNvSpPr>
            <a:spLocks noGrp="1"/>
          </p:cNvSpPr>
          <p:nvPr>
            <p:ph idx="1"/>
          </p:nvPr>
        </p:nvSpPr>
        <p:spPr>
          <a:xfrm>
            <a:off x="582705" y="1550894"/>
            <a:ext cx="11609295" cy="4626069"/>
          </a:xfrm>
        </p:spPr>
        <p:txBody>
          <a:bodyPr/>
          <a:lstStyle/>
          <a:p>
            <a:r>
              <a:rPr lang="en-US" dirty="0"/>
              <a:t>Pivot is basically the opposite of melt</a:t>
            </a:r>
          </a:p>
          <a:p>
            <a:r>
              <a:rPr lang="en-US" dirty="0"/>
              <a:t>It combines multiple rows and uses one of the values as column name and the other as value</a:t>
            </a:r>
          </a:p>
          <a:p>
            <a:r>
              <a:rPr lang="en-US" dirty="0"/>
              <a:t>Watch out, other columns may be dropped in the process</a:t>
            </a:r>
          </a:p>
          <a:p>
            <a:pPr lvl="1"/>
            <a:r>
              <a:rPr lang="en-US" dirty="0"/>
              <a:t>Like “zoo” in the example</a:t>
            </a:r>
            <a:endParaRPr lang="en-BE" dirty="0"/>
          </a:p>
        </p:txBody>
      </p:sp>
    </p:spTree>
    <p:extLst>
      <p:ext uri="{BB962C8B-B14F-4D97-AF65-F5344CB8AC3E}">
        <p14:creationId xmlns:p14="http://schemas.microsoft.com/office/powerpoint/2010/main" val="208800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608DDFC1-7D21-1AD2-5869-FE269E6DCDF1}"/>
              </a:ext>
            </a:extLst>
          </p:cNvPr>
          <p:cNvSpPr>
            <a:spLocks noGrp="1"/>
          </p:cNvSpPr>
          <p:nvPr>
            <p:ph idx="1"/>
          </p:nvPr>
        </p:nvSpPr>
        <p:spPr>
          <a:xfrm>
            <a:off x="582704" y="1550894"/>
            <a:ext cx="11213055" cy="4626069"/>
          </a:xfrm>
        </p:spPr>
        <p:txBody>
          <a:bodyPr>
            <a:normAutofit/>
          </a:bodyPr>
          <a:lstStyle/>
          <a:p>
            <a:r>
              <a:rPr lang="en-US" dirty="0"/>
              <a:t>The simple example would be to un-melt the </a:t>
            </a:r>
            <a:r>
              <a:rPr lang="en-US" dirty="0" err="1"/>
              <a:t>DataFrame</a:t>
            </a:r>
            <a:r>
              <a:rPr lang="en-US" dirty="0"/>
              <a:t> we made before</a:t>
            </a:r>
          </a:p>
          <a:p>
            <a:pPr marL="0" indent="0">
              <a:buNone/>
            </a:pPr>
            <a:r>
              <a:rPr lang="en-US" dirty="0"/>
              <a:t> </a:t>
            </a:r>
            <a:endParaRPr lang="en-BE" dirty="0"/>
          </a:p>
        </p:txBody>
      </p:sp>
      <p:sp>
        <p:nvSpPr>
          <p:cNvPr id="2" name="Title 1">
            <a:extLst>
              <a:ext uri="{FF2B5EF4-FFF2-40B4-BE49-F238E27FC236}">
                <a16:creationId xmlns:a16="http://schemas.microsoft.com/office/drawing/2014/main" id="{7E4E8003-D6F0-A846-D6A8-4EEC317236E7}"/>
              </a:ext>
            </a:extLst>
          </p:cNvPr>
          <p:cNvSpPr>
            <a:spLocks noGrp="1"/>
          </p:cNvSpPr>
          <p:nvPr>
            <p:ph type="title"/>
          </p:nvPr>
        </p:nvSpPr>
        <p:spPr/>
        <p:txBody>
          <a:bodyPr/>
          <a:lstStyle/>
          <a:p>
            <a:r>
              <a:rPr lang="en-US"/>
              <a:t>Pivot example</a:t>
            </a:r>
            <a:endParaRPr lang="en-BE"/>
          </a:p>
        </p:txBody>
      </p:sp>
      <p:sp>
        <p:nvSpPr>
          <p:cNvPr id="4" name="Slide Number Placeholder 3">
            <a:extLst>
              <a:ext uri="{FF2B5EF4-FFF2-40B4-BE49-F238E27FC236}">
                <a16:creationId xmlns:a16="http://schemas.microsoft.com/office/drawing/2014/main" id="{4E73146D-9282-AD58-52DE-71CB9DDE89BC}"/>
              </a:ext>
            </a:extLst>
          </p:cNvPr>
          <p:cNvSpPr>
            <a:spLocks noGrp="1"/>
          </p:cNvSpPr>
          <p:nvPr>
            <p:ph type="sldNum" sz="quarter" idx="12"/>
          </p:nvPr>
        </p:nvSpPr>
        <p:spPr/>
        <p:txBody>
          <a:bodyPr/>
          <a:lstStyle/>
          <a:p>
            <a:fld id="{FE1B3154-47D9-4402-8EDB-E791933DC0B9}" type="slidenum">
              <a:rPr lang="nl-BE" smtClean="0"/>
              <a:pPr/>
              <a:t>23</a:t>
            </a:fld>
            <a:endParaRPr lang="nl-BE"/>
          </a:p>
        </p:txBody>
      </p:sp>
      <p:pic>
        <p:nvPicPr>
          <p:cNvPr id="5" name="Afbeelding 7" descr="Afbeelding met tafel&#10;&#10;Automatisch gegenereerde beschrijving">
            <a:extLst>
              <a:ext uri="{FF2B5EF4-FFF2-40B4-BE49-F238E27FC236}">
                <a16:creationId xmlns:a16="http://schemas.microsoft.com/office/drawing/2014/main" id="{164C275E-75B7-9A90-00E4-6F8E0BD17877}"/>
              </a:ext>
            </a:extLst>
          </p:cNvPr>
          <p:cNvPicPr>
            <a:picLocks noChangeAspect="1"/>
          </p:cNvPicPr>
          <p:nvPr/>
        </p:nvPicPr>
        <p:blipFill>
          <a:blip r:embed="rId2"/>
          <a:stretch>
            <a:fillRect/>
          </a:stretch>
        </p:blipFill>
        <p:spPr>
          <a:xfrm>
            <a:off x="804671" y="2659856"/>
            <a:ext cx="2105025" cy="3857625"/>
          </a:xfrm>
          <a:prstGeom prst="rect">
            <a:avLst/>
          </a:prstGeom>
        </p:spPr>
      </p:pic>
      <p:pic>
        <p:nvPicPr>
          <p:cNvPr id="6" name="Afbeelding 10">
            <a:extLst>
              <a:ext uri="{FF2B5EF4-FFF2-40B4-BE49-F238E27FC236}">
                <a16:creationId xmlns:a16="http://schemas.microsoft.com/office/drawing/2014/main" id="{E3B8600A-63C8-1F02-5D45-CB1FF1772D93}"/>
              </a:ext>
            </a:extLst>
          </p:cNvPr>
          <p:cNvPicPr>
            <a:picLocks noChangeAspect="1"/>
          </p:cNvPicPr>
          <p:nvPr/>
        </p:nvPicPr>
        <p:blipFill>
          <a:blip r:embed="rId3"/>
          <a:stretch>
            <a:fillRect/>
          </a:stretch>
        </p:blipFill>
        <p:spPr>
          <a:xfrm>
            <a:off x="4446495" y="2659856"/>
            <a:ext cx="7162800" cy="2962275"/>
          </a:xfrm>
          <a:prstGeom prst="rect">
            <a:avLst/>
          </a:prstGeom>
        </p:spPr>
      </p:pic>
    </p:spTree>
    <p:extLst>
      <p:ext uri="{BB962C8B-B14F-4D97-AF65-F5344CB8AC3E}">
        <p14:creationId xmlns:p14="http://schemas.microsoft.com/office/powerpoint/2010/main" val="3558085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9D3BF-D1AF-6A80-F962-D7A4C61FCD57}"/>
              </a:ext>
            </a:extLst>
          </p:cNvPr>
          <p:cNvSpPr>
            <a:spLocks noGrp="1"/>
          </p:cNvSpPr>
          <p:nvPr>
            <p:ph type="title"/>
          </p:nvPr>
        </p:nvSpPr>
        <p:spPr/>
        <p:txBody>
          <a:bodyPr/>
          <a:lstStyle/>
          <a:p>
            <a:r>
              <a:rPr lang="en-US"/>
              <a:t>Pivot usage</a:t>
            </a:r>
            <a:endParaRPr lang="en-BE"/>
          </a:p>
        </p:txBody>
      </p:sp>
      <p:sp>
        <p:nvSpPr>
          <p:cNvPr id="3" name="Content Placeholder 2">
            <a:extLst>
              <a:ext uri="{FF2B5EF4-FFF2-40B4-BE49-F238E27FC236}">
                <a16:creationId xmlns:a16="http://schemas.microsoft.com/office/drawing/2014/main" id="{91CE037D-BF67-2105-6F9E-D1A45F7300D5}"/>
              </a:ext>
            </a:extLst>
          </p:cNvPr>
          <p:cNvSpPr>
            <a:spLocks noGrp="1"/>
          </p:cNvSpPr>
          <p:nvPr>
            <p:ph idx="1"/>
          </p:nvPr>
        </p:nvSpPr>
        <p:spPr/>
        <p:txBody>
          <a:bodyPr>
            <a:normAutofit/>
          </a:bodyPr>
          <a:lstStyle/>
          <a:p>
            <a:r>
              <a:rPr lang="en-US"/>
              <a:t>A lot of numerical data is stored in SQL-databases</a:t>
            </a:r>
          </a:p>
          <a:p>
            <a:r>
              <a:rPr lang="en-US"/>
              <a:t>SQL-databases are normalized, so that would look like this:</a:t>
            </a:r>
          </a:p>
          <a:p>
            <a:endParaRPr lang="en-US"/>
          </a:p>
          <a:p>
            <a:endParaRPr lang="en-US"/>
          </a:p>
          <a:p>
            <a:r>
              <a:rPr lang="en-US"/>
              <a:t>It’s impossible to write a SQL-query where the rows of the table “Course” become the column names</a:t>
            </a:r>
          </a:p>
          <a:p>
            <a:r>
              <a:rPr lang="en-US"/>
              <a:t>But when you want to use the grades of students to do machine learning, you need all the grades on one line</a:t>
            </a:r>
          </a:p>
          <a:p>
            <a:pPr lvl="1"/>
            <a:r>
              <a:rPr lang="en-US"/>
              <a:t>Pivot!</a:t>
            </a:r>
          </a:p>
        </p:txBody>
      </p:sp>
      <p:sp>
        <p:nvSpPr>
          <p:cNvPr id="4" name="Slide Number Placeholder 3">
            <a:extLst>
              <a:ext uri="{FF2B5EF4-FFF2-40B4-BE49-F238E27FC236}">
                <a16:creationId xmlns:a16="http://schemas.microsoft.com/office/drawing/2014/main" id="{0FD6CE1C-D646-8914-A918-75024EA5F307}"/>
              </a:ext>
            </a:extLst>
          </p:cNvPr>
          <p:cNvSpPr>
            <a:spLocks noGrp="1"/>
          </p:cNvSpPr>
          <p:nvPr>
            <p:ph type="sldNum" sz="quarter" idx="12"/>
          </p:nvPr>
        </p:nvSpPr>
        <p:spPr/>
        <p:txBody>
          <a:bodyPr/>
          <a:lstStyle/>
          <a:p>
            <a:fld id="{FE1B3154-47D9-4402-8EDB-E791933DC0B9}" type="slidenum">
              <a:rPr lang="nl-BE" smtClean="0"/>
              <a:pPr/>
              <a:t>24</a:t>
            </a:fld>
            <a:endParaRPr lang="nl-BE"/>
          </a:p>
        </p:txBody>
      </p:sp>
      <p:pic>
        <p:nvPicPr>
          <p:cNvPr id="6" name="Picture 5">
            <a:extLst>
              <a:ext uri="{FF2B5EF4-FFF2-40B4-BE49-F238E27FC236}">
                <a16:creationId xmlns:a16="http://schemas.microsoft.com/office/drawing/2014/main" id="{28666A35-52A6-EEC4-A7FD-5BE5180FEAD6}"/>
              </a:ext>
            </a:extLst>
          </p:cNvPr>
          <p:cNvPicPr>
            <a:picLocks noChangeAspect="1"/>
          </p:cNvPicPr>
          <p:nvPr/>
        </p:nvPicPr>
        <p:blipFill>
          <a:blip r:embed="rId2"/>
          <a:stretch>
            <a:fillRect/>
          </a:stretch>
        </p:blipFill>
        <p:spPr>
          <a:xfrm>
            <a:off x="1861546" y="2592108"/>
            <a:ext cx="8468907" cy="990738"/>
          </a:xfrm>
          <a:prstGeom prst="rect">
            <a:avLst/>
          </a:prstGeom>
        </p:spPr>
      </p:pic>
    </p:spTree>
    <p:extLst>
      <p:ext uri="{BB962C8B-B14F-4D97-AF65-F5344CB8AC3E}">
        <p14:creationId xmlns:p14="http://schemas.microsoft.com/office/powerpoint/2010/main" val="2476776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0C668-8A13-B850-DB76-422F0D468B44}"/>
              </a:ext>
            </a:extLst>
          </p:cNvPr>
          <p:cNvSpPr>
            <a:spLocks noGrp="1"/>
          </p:cNvSpPr>
          <p:nvPr>
            <p:ph type="title"/>
          </p:nvPr>
        </p:nvSpPr>
        <p:spPr/>
        <p:txBody>
          <a:bodyPr/>
          <a:lstStyle/>
          <a:p>
            <a:r>
              <a:rPr lang="en-US"/>
              <a:t>Pivot and summarize</a:t>
            </a:r>
            <a:endParaRPr lang="en-BE"/>
          </a:p>
        </p:txBody>
      </p:sp>
      <p:sp>
        <p:nvSpPr>
          <p:cNvPr id="3" name="Content Placeholder 2">
            <a:extLst>
              <a:ext uri="{FF2B5EF4-FFF2-40B4-BE49-F238E27FC236}">
                <a16:creationId xmlns:a16="http://schemas.microsoft.com/office/drawing/2014/main" id="{27AD2692-1844-0898-F25D-5B2B885F7A8A}"/>
              </a:ext>
            </a:extLst>
          </p:cNvPr>
          <p:cNvSpPr>
            <a:spLocks noGrp="1"/>
          </p:cNvSpPr>
          <p:nvPr>
            <p:ph idx="1"/>
          </p:nvPr>
        </p:nvSpPr>
        <p:spPr/>
        <p:txBody>
          <a:bodyPr/>
          <a:lstStyle/>
          <a:p>
            <a:r>
              <a:rPr lang="en-US"/>
              <a:t>Up until now we only used pivot to copy values</a:t>
            </a:r>
          </a:p>
          <a:p>
            <a:pPr lvl="1"/>
            <a:r>
              <a:rPr lang="en-US"/>
              <a:t>The example: every combination of “Name” and “Year”</a:t>
            </a:r>
            <a:br>
              <a:rPr lang="en-US"/>
            </a:br>
            <a:r>
              <a:rPr lang="en-US"/>
              <a:t>was unique</a:t>
            </a:r>
          </a:p>
          <a:p>
            <a:r>
              <a:rPr lang="en-US"/>
              <a:t>But pivot can also create summaries</a:t>
            </a:r>
          </a:p>
          <a:p>
            <a:pPr lvl="1"/>
            <a:r>
              <a:rPr lang="en-US"/>
              <a:t>What is the average number of courses per student?</a:t>
            </a:r>
          </a:p>
          <a:p>
            <a:pPr lvl="1"/>
            <a:r>
              <a:rPr lang="en-US"/>
              <a:t>What is the total number of courses per student?</a:t>
            </a:r>
          </a:p>
          <a:p>
            <a:pPr lvl="1"/>
            <a:r>
              <a:rPr lang="en-US"/>
              <a:t>What is the standard deviation of the number of courses students took per year?</a:t>
            </a:r>
          </a:p>
          <a:p>
            <a:r>
              <a:rPr lang="en-US"/>
              <a:t>That is when we start using a pivot table</a:t>
            </a:r>
          </a:p>
          <a:p>
            <a:pPr lvl="1"/>
            <a:r>
              <a:rPr lang="en-US"/>
              <a:t>You have this in Excel as well</a:t>
            </a:r>
          </a:p>
          <a:p>
            <a:endParaRPr lang="en-BE"/>
          </a:p>
        </p:txBody>
      </p:sp>
      <p:sp>
        <p:nvSpPr>
          <p:cNvPr id="4" name="Slide Number Placeholder 3">
            <a:extLst>
              <a:ext uri="{FF2B5EF4-FFF2-40B4-BE49-F238E27FC236}">
                <a16:creationId xmlns:a16="http://schemas.microsoft.com/office/drawing/2014/main" id="{C1CCF750-F1CB-FFF2-D576-6909FE2E906F}"/>
              </a:ext>
            </a:extLst>
          </p:cNvPr>
          <p:cNvSpPr>
            <a:spLocks noGrp="1"/>
          </p:cNvSpPr>
          <p:nvPr>
            <p:ph type="sldNum" sz="quarter" idx="12"/>
          </p:nvPr>
        </p:nvSpPr>
        <p:spPr/>
        <p:txBody>
          <a:bodyPr/>
          <a:lstStyle/>
          <a:p>
            <a:fld id="{FE1B3154-47D9-4402-8EDB-E791933DC0B9}" type="slidenum">
              <a:rPr lang="nl-BE" smtClean="0"/>
              <a:pPr/>
              <a:t>25</a:t>
            </a:fld>
            <a:endParaRPr lang="nl-BE"/>
          </a:p>
        </p:txBody>
      </p:sp>
      <p:pic>
        <p:nvPicPr>
          <p:cNvPr id="5" name="Afbeelding 7" descr="Afbeelding met tafel&#10;&#10;Automatisch gegenereerde beschrijving">
            <a:extLst>
              <a:ext uri="{FF2B5EF4-FFF2-40B4-BE49-F238E27FC236}">
                <a16:creationId xmlns:a16="http://schemas.microsoft.com/office/drawing/2014/main" id="{9F728710-0338-6F01-00D6-EC781E79B96E}"/>
              </a:ext>
            </a:extLst>
          </p:cNvPr>
          <p:cNvPicPr>
            <a:picLocks noChangeAspect="1"/>
          </p:cNvPicPr>
          <p:nvPr/>
        </p:nvPicPr>
        <p:blipFill rotWithShape="1">
          <a:blip r:embed="rId2"/>
          <a:srcRect t="16700" b="46745"/>
          <a:stretch/>
        </p:blipFill>
        <p:spPr>
          <a:xfrm>
            <a:off x="9504270" y="1550894"/>
            <a:ext cx="2105025" cy="1410159"/>
          </a:xfrm>
          <a:prstGeom prst="rect">
            <a:avLst/>
          </a:prstGeom>
        </p:spPr>
      </p:pic>
    </p:spTree>
    <p:extLst>
      <p:ext uri="{BB962C8B-B14F-4D97-AF65-F5344CB8AC3E}">
        <p14:creationId xmlns:p14="http://schemas.microsoft.com/office/powerpoint/2010/main" val="3867670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88C6-D6BF-1B2E-D332-D0AE9309A615}"/>
              </a:ext>
            </a:extLst>
          </p:cNvPr>
          <p:cNvSpPr>
            <a:spLocks noGrp="1"/>
          </p:cNvSpPr>
          <p:nvPr>
            <p:ph type="title"/>
          </p:nvPr>
        </p:nvSpPr>
        <p:spPr/>
        <p:txBody>
          <a:bodyPr/>
          <a:lstStyle/>
          <a:p>
            <a:r>
              <a:rPr lang="en-US" dirty="0"/>
              <a:t>Pivot table</a:t>
            </a:r>
            <a:endParaRPr lang="nl-BE" dirty="0"/>
          </a:p>
        </p:txBody>
      </p:sp>
      <p:pic>
        <p:nvPicPr>
          <p:cNvPr id="6" name="Content Placeholder 5" descr="Text&#10;&#10;Description automatically generated">
            <a:extLst>
              <a:ext uri="{FF2B5EF4-FFF2-40B4-BE49-F238E27FC236}">
                <a16:creationId xmlns:a16="http://schemas.microsoft.com/office/drawing/2014/main" id="{1ECF90AE-3C58-0938-7048-3505B83707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21982" y="0"/>
            <a:ext cx="4853980" cy="6863641"/>
          </a:xfrm>
        </p:spPr>
      </p:pic>
      <p:sp>
        <p:nvSpPr>
          <p:cNvPr id="4" name="Slide Number Placeholder 3">
            <a:extLst>
              <a:ext uri="{FF2B5EF4-FFF2-40B4-BE49-F238E27FC236}">
                <a16:creationId xmlns:a16="http://schemas.microsoft.com/office/drawing/2014/main" id="{46AE9910-A89F-49FF-FAB8-DEBA84A94FC4}"/>
              </a:ext>
            </a:extLst>
          </p:cNvPr>
          <p:cNvSpPr>
            <a:spLocks noGrp="1"/>
          </p:cNvSpPr>
          <p:nvPr>
            <p:ph type="sldNum" sz="quarter" idx="12"/>
          </p:nvPr>
        </p:nvSpPr>
        <p:spPr/>
        <p:txBody>
          <a:bodyPr/>
          <a:lstStyle/>
          <a:p>
            <a:fld id="{FE1B3154-47D9-4402-8EDB-E791933DC0B9}" type="slidenum">
              <a:rPr lang="nl-BE" smtClean="0"/>
              <a:pPr/>
              <a:t>26</a:t>
            </a:fld>
            <a:endParaRPr lang="nl-BE"/>
          </a:p>
        </p:txBody>
      </p:sp>
      <p:sp>
        <p:nvSpPr>
          <p:cNvPr id="8" name="TextBox 7">
            <a:extLst>
              <a:ext uri="{FF2B5EF4-FFF2-40B4-BE49-F238E27FC236}">
                <a16:creationId xmlns:a16="http://schemas.microsoft.com/office/drawing/2014/main" id="{095EC3DC-849C-F7AF-9D59-65BD24A1A635}"/>
              </a:ext>
            </a:extLst>
          </p:cNvPr>
          <p:cNvSpPr txBox="1"/>
          <p:nvPr/>
        </p:nvSpPr>
        <p:spPr>
          <a:xfrm>
            <a:off x="318247" y="6613753"/>
            <a:ext cx="6101254" cy="215444"/>
          </a:xfrm>
          <a:prstGeom prst="rect">
            <a:avLst/>
          </a:prstGeom>
          <a:noFill/>
        </p:spPr>
        <p:txBody>
          <a:bodyPr wrap="square">
            <a:spAutoFit/>
          </a:bodyPr>
          <a:lstStyle/>
          <a:p>
            <a:r>
              <a:rPr lang="nl-BE" sz="800" dirty="0">
                <a:hlinkClick r:id="rId3"/>
              </a:rPr>
              <a:t>https://www.lumeer.io/pivot-tables-cheatsheet/</a:t>
            </a:r>
            <a:endParaRPr lang="nl-BE" sz="800" dirty="0"/>
          </a:p>
        </p:txBody>
      </p:sp>
      <p:sp>
        <p:nvSpPr>
          <p:cNvPr id="10" name="TextBox 9">
            <a:extLst>
              <a:ext uri="{FF2B5EF4-FFF2-40B4-BE49-F238E27FC236}">
                <a16:creationId xmlns:a16="http://schemas.microsoft.com/office/drawing/2014/main" id="{92185546-6136-0BF7-A8A1-78C99AEB7797}"/>
              </a:ext>
            </a:extLst>
          </p:cNvPr>
          <p:cNvSpPr txBox="1"/>
          <p:nvPr/>
        </p:nvSpPr>
        <p:spPr>
          <a:xfrm>
            <a:off x="582706" y="1636459"/>
            <a:ext cx="6101254" cy="3046988"/>
          </a:xfrm>
          <a:prstGeom prst="rect">
            <a:avLst/>
          </a:prstGeom>
          <a:noFill/>
        </p:spPr>
        <p:txBody>
          <a:bodyPr wrap="square">
            <a:spAutoFit/>
          </a:bodyPr>
          <a:lstStyle/>
          <a:p>
            <a:r>
              <a:rPr lang="en-US" sz="2400" dirty="0"/>
              <a:t>A Pivot table:</a:t>
            </a:r>
          </a:p>
          <a:p>
            <a:pPr marL="285750" indent="-285750">
              <a:buFont typeface="Arial" panose="020B0604020202020204" pitchFamily="34" charset="0"/>
              <a:buChar char="•"/>
            </a:pPr>
            <a:r>
              <a:rPr lang="en-US" sz="2400" dirty="0"/>
              <a:t>is used to summarize, sort, reorganize, group, count, total or average data stored in a table.</a:t>
            </a:r>
          </a:p>
          <a:p>
            <a:pPr marL="285750" indent="-285750">
              <a:buFont typeface="Arial" panose="020B0604020202020204" pitchFamily="34" charset="0"/>
              <a:buChar char="•"/>
            </a:pPr>
            <a:r>
              <a:rPr lang="en-US" sz="2400" dirty="0"/>
              <a:t>allows us to transform columns into rows and rows into columns. </a:t>
            </a:r>
          </a:p>
          <a:p>
            <a:pPr marL="285750" indent="-285750">
              <a:buFont typeface="Arial" panose="020B0604020202020204" pitchFamily="34" charset="0"/>
              <a:buChar char="•"/>
            </a:pPr>
            <a:r>
              <a:rPr lang="en-US" sz="2400" dirty="0"/>
              <a:t>allows grouping by any field (column) and performing advanced calculations on them.</a:t>
            </a:r>
          </a:p>
          <a:p>
            <a:endParaRPr lang="en-US" sz="2400" dirty="0"/>
          </a:p>
        </p:txBody>
      </p:sp>
    </p:spTree>
    <p:extLst>
      <p:ext uri="{BB962C8B-B14F-4D97-AF65-F5344CB8AC3E}">
        <p14:creationId xmlns:p14="http://schemas.microsoft.com/office/powerpoint/2010/main" val="2704840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8C47BB8-8134-7970-6B0C-4FF31D60C7DE}"/>
              </a:ext>
            </a:extLst>
          </p:cNvPr>
          <p:cNvSpPr>
            <a:spLocks noGrp="1"/>
          </p:cNvSpPr>
          <p:nvPr>
            <p:ph idx="1"/>
          </p:nvPr>
        </p:nvSpPr>
        <p:spPr/>
        <p:txBody>
          <a:bodyPr>
            <a:normAutofit/>
          </a:bodyPr>
          <a:lstStyle/>
          <a:p>
            <a:r>
              <a:rPr lang="en-US" dirty="0"/>
              <a:t>What we start with: Minimum and maximum temperatures for some cities</a:t>
            </a:r>
          </a:p>
          <a:p>
            <a:r>
              <a:rPr lang="en-US" dirty="0"/>
              <a:t>The cities we have:</a:t>
            </a:r>
          </a:p>
          <a:p>
            <a:pPr lvl="1"/>
            <a:r>
              <a:rPr lang="nl-BE" sz="2000" b="0" i="0" dirty="0">
                <a:solidFill>
                  <a:srgbClr val="3B3B3B"/>
                </a:solidFill>
                <a:effectLst/>
                <a:latin typeface="Consolas" panose="020B0609020204030204" pitchFamily="49" charset="0"/>
              </a:rPr>
              <a:t>['Brussels', 'Amsterdam', 'London’, 'Berlin', 'Madrid', 'Sydney’]</a:t>
            </a:r>
          </a:p>
          <a:p>
            <a:endParaRPr lang="nl-BE" dirty="0">
              <a:solidFill>
                <a:srgbClr val="3B3B3B"/>
              </a:solidFill>
              <a:latin typeface="Consolas" panose="020B0609020204030204" pitchFamily="49" charset="0"/>
            </a:endParaRPr>
          </a:p>
        </p:txBody>
      </p:sp>
      <p:sp>
        <p:nvSpPr>
          <p:cNvPr id="2" name="Title 1">
            <a:extLst>
              <a:ext uri="{FF2B5EF4-FFF2-40B4-BE49-F238E27FC236}">
                <a16:creationId xmlns:a16="http://schemas.microsoft.com/office/drawing/2014/main" id="{F3190EC1-D6AC-1854-4085-C6B577004FF4}"/>
              </a:ext>
            </a:extLst>
          </p:cNvPr>
          <p:cNvSpPr>
            <a:spLocks noGrp="1"/>
          </p:cNvSpPr>
          <p:nvPr>
            <p:ph type="title"/>
          </p:nvPr>
        </p:nvSpPr>
        <p:spPr/>
        <p:txBody>
          <a:bodyPr/>
          <a:lstStyle/>
          <a:p>
            <a:r>
              <a:rPr lang="en-US" dirty="0"/>
              <a:t>Pivot table: pivot()</a:t>
            </a:r>
            <a:endParaRPr lang="nl-BE" dirty="0"/>
          </a:p>
        </p:txBody>
      </p:sp>
      <p:sp>
        <p:nvSpPr>
          <p:cNvPr id="4" name="Slide Number Placeholder 3">
            <a:extLst>
              <a:ext uri="{FF2B5EF4-FFF2-40B4-BE49-F238E27FC236}">
                <a16:creationId xmlns:a16="http://schemas.microsoft.com/office/drawing/2014/main" id="{9AAB17E4-3676-1875-72D4-3D6D8BAF4905}"/>
              </a:ext>
            </a:extLst>
          </p:cNvPr>
          <p:cNvSpPr>
            <a:spLocks noGrp="1"/>
          </p:cNvSpPr>
          <p:nvPr>
            <p:ph type="sldNum" sz="quarter" idx="12"/>
          </p:nvPr>
        </p:nvSpPr>
        <p:spPr/>
        <p:txBody>
          <a:bodyPr/>
          <a:lstStyle/>
          <a:p>
            <a:fld id="{FE1B3154-47D9-4402-8EDB-E791933DC0B9}" type="slidenum">
              <a:rPr lang="nl-BE" smtClean="0"/>
              <a:pPr/>
              <a:t>27</a:t>
            </a:fld>
            <a:endParaRPr lang="nl-BE"/>
          </a:p>
        </p:txBody>
      </p:sp>
      <p:sp>
        <p:nvSpPr>
          <p:cNvPr id="6" name="TextBox 5">
            <a:extLst>
              <a:ext uri="{FF2B5EF4-FFF2-40B4-BE49-F238E27FC236}">
                <a16:creationId xmlns:a16="http://schemas.microsoft.com/office/drawing/2014/main" id="{9B0A88AC-C8B6-FA37-3BEE-D65F7DD4533B}"/>
              </a:ext>
            </a:extLst>
          </p:cNvPr>
          <p:cNvSpPr txBox="1"/>
          <p:nvPr/>
        </p:nvSpPr>
        <p:spPr>
          <a:xfrm>
            <a:off x="512228" y="6402445"/>
            <a:ext cx="6101254" cy="215444"/>
          </a:xfrm>
          <a:prstGeom prst="rect">
            <a:avLst/>
          </a:prstGeom>
          <a:noFill/>
        </p:spPr>
        <p:txBody>
          <a:bodyPr wrap="square">
            <a:spAutoFit/>
          </a:bodyPr>
          <a:lstStyle/>
          <a:p>
            <a:r>
              <a:rPr lang="nl-BE" sz="800" dirty="0">
                <a:hlinkClick r:id="rId2"/>
              </a:rPr>
              <a:t>https://pandas.pydata.org/docs/reference/api/pandas.pivot_table.html</a:t>
            </a:r>
            <a:endParaRPr lang="nl-BE" sz="800" dirty="0"/>
          </a:p>
        </p:txBody>
      </p:sp>
      <p:pic>
        <p:nvPicPr>
          <p:cNvPr id="12" name="Picture 11">
            <a:extLst>
              <a:ext uri="{FF2B5EF4-FFF2-40B4-BE49-F238E27FC236}">
                <a16:creationId xmlns:a16="http://schemas.microsoft.com/office/drawing/2014/main" id="{F8FF21B6-61F9-FA99-F04F-A4332B951D28}"/>
              </a:ext>
            </a:extLst>
          </p:cNvPr>
          <p:cNvPicPr>
            <a:picLocks noChangeAspect="1"/>
          </p:cNvPicPr>
          <p:nvPr/>
        </p:nvPicPr>
        <p:blipFill>
          <a:blip r:embed="rId3"/>
          <a:stretch>
            <a:fillRect/>
          </a:stretch>
        </p:blipFill>
        <p:spPr>
          <a:xfrm>
            <a:off x="2543427" y="3154680"/>
            <a:ext cx="7105145" cy="2377762"/>
          </a:xfrm>
          <a:prstGeom prst="rect">
            <a:avLst/>
          </a:prstGeom>
        </p:spPr>
      </p:pic>
    </p:spTree>
    <p:extLst>
      <p:ext uri="{BB962C8B-B14F-4D97-AF65-F5344CB8AC3E}">
        <p14:creationId xmlns:p14="http://schemas.microsoft.com/office/powerpoint/2010/main" val="1436580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9416-1144-0117-1DFB-04CC9EB12DCE}"/>
              </a:ext>
            </a:extLst>
          </p:cNvPr>
          <p:cNvSpPr>
            <a:spLocks noGrp="1"/>
          </p:cNvSpPr>
          <p:nvPr>
            <p:ph type="title"/>
          </p:nvPr>
        </p:nvSpPr>
        <p:spPr/>
        <p:txBody>
          <a:bodyPr/>
          <a:lstStyle/>
          <a:p>
            <a:r>
              <a:rPr lang="en-US" dirty="0"/>
              <a:t>Pivot table: pivot()</a:t>
            </a:r>
            <a:endParaRPr lang="en-BE" dirty="0"/>
          </a:p>
        </p:txBody>
      </p:sp>
      <p:sp>
        <p:nvSpPr>
          <p:cNvPr id="3" name="Content Placeholder 2">
            <a:extLst>
              <a:ext uri="{FF2B5EF4-FFF2-40B4-BE49-F238E27FC236}">
                <a16:creationId xmlns:a16="http://schemas.microsoft.com/office/drawing/2014/main" id="{9C67234F-24CA-FB39-17E6-E6693DA5FA8C}"/>
              </a:ext>
            </a:extLst>
          </p:cNvPr>
          <p:cNvSpPr>
            <a:spLocks noGrp="1"/>
          </p:cNvSpPr>
          <p:nvPr>
            <p:ph idx="1"/>
          </p:nvPr>
        </p:nvSpPr>
        <p:spPr/>
        <p:txBody>
          <a:bodyPr/>
          <a:lstStyle/>
          <a:p>
            <a:r>
              <a:rPr lang="en-US" dirty="0"/>
              <a:t>“Unfold” the table by using pivot()</a:t>
            </a:r>
          </a:p>
          <a:p>
            <a:pPr lvl="1"/>
            <a:r>
              <a:rPr lang="en-US" dirty="0"/>
              <a:t>Cities vs months or the other way around</a:t>
            </a:r>
            <a:endParaRPr lang="en-BE" dirty="0"/>
          </a:p>
        </p:txBody>
      </p:sp>
      <p:sp>
        <p:nvSpPr>
          <p:cNvPr id="4" name="Slide Number Placeholder 3">
            <a:extLst>
              <a:ext uri="{FF2B5EF4-FFF2-40B4-BE49-F238E27FC236}">
                <a16:creationId xmlns:a16="http://schemas.microsoft.com/office/drawing/2014/main" id="{889F9185-CE5A-25AA-64BA-06975FB91DE6}"/>
              </a:ext>
            </a:extLst>
          </p:cNvPr>
          <p:cNvSpPr>
            <a:spLocks noGrp="1"/>
          </p:cNvSpPr>
          <p:nvPr>
            <p:ph type="sldNum" sz="quarter" idx="12"/>
          </p:nvPr>
        </p:nvSpPr>
        <p:spPr/>
        <p:txBody>
          <a:bodyPr/>
          <a:lstStyle/>
          <a:p>
            <a:fld id="{FE1B3154-47D9-4402-8EDB-E791933DC0B9}" type="slidenum">
              <a:rPr lang="nl-BE" smtClean="0"/>
              <a:pPr/>
              <a:t>28</a:t>
            </a:fld>
            <a:endParaRPr lang="nl-BE"/>
          </a:p>
        </p:txBody>
      </p:sp>
      <p:pic>
        <p:nvPicPr>
          <p:cNvPr id="6" name="Picture 5">
            <a:extLst>
              <a:ext uri="{FF2B5EF4-FFF2-40B4-BE49-F238E27FC236}">
                <a16:creationId xmlns:a16="http://schemas.microsoft.com/office/drawing/2014/main" id="{78CECE32-471E-ADB6-6874-10D6BC33E7DA}"/>
              </a:ext>
            </a:extLst>
          </p:cNvPr>
          <p:cNvPicPr>
            <a:picLocks noChangeAspect="1"/>
          </p:cNvPicPr>
          <p:nvPr/>
        </p:nvPicPr>
        <p:blipFill>
          <a:blip r:embed="rId3"/>
          <a:stretch>
            <a:fillRect/>
          </a:stretch>
        </p:blipFill>
        <p:spPr>
          <a:xfrm>
            <a:off x="884652" y="3341477"/>
            <a:ext cx="5496692" cy="2152950"/>
          </a:xfrm>
          <a:prstGeom prst="rect">
            <a:avLst/>
          </a:prstGeom>
        </p:spPr>
      </p:pic>
      <p:pic>
        <p:nvPicPr>
          <p:cNvPr id="8" name="Picture 7">
            <a:extLst>
              <a:ext uri="{FF2B5EF4-FFF2-40B4-BE49-F238E27FC236}">
                <a16:creationId xmlns:a16="http://schemas.microsoft.com/office/drawing/2014/main" id="{90A8EA82-CA4E-1E19-B429-02ABBBE26FAB}"/>
              </a:ext>
            </a:extLst>
          </p:cNvPr>
          <p:cNvPicPr>
            <a:picLocks noChangeAspect="1"/>
          </p:cNvPicPr>
          <p:nvPr/>
        </p:nvPicPr>
        <p:blipFill>
          <a:blip r:embed="rId4"/>
          <a:stretch>
            <a:fillRect/>
          </a:stretch>
        </p:blipFill>
        <p:spPr>
          <a:xfrm>
            <a:off x="6836604" y="3323961"/>
            <a:ext cx="4772691" cy="2591162"/>
          </a:xfrm>
          <a:prstGeom prst="rect">
            <a:avLst/>
          </a:prstGeom>
        </p:spPr>
      </p:pic>
      <p:sp>
        <p:nvSpPr>
          <p:cNvPr id="9" name="TextBox 8">
            <a:extLst>
              <a:ext uri="{FF2B5EF4-FFF2-40B4-BE49-F238E27FC236}">
                <a16:creationId xmlns:a16="http://schemas.microsoft.com/office/drawing/2014/main" id="{AD26C5E7-F0F7-33CA-9B43-3804738FE57E}"/>
              </a:ext>
            </a:extLst>
          </p:cNvPr>
          <p:cNvSpPr txBox="1"/>
          <p:nvPr/>
        </p:nvSpPr>
        <p:spPr>
          <a:xfrm rot="20808071">
            <a:off x="1519400" y="4122049"/>
            <a:ext cx="7314054" cy="707886"/>
          </a:xfrm>
          <a:prstGeom prst="rect">
            <a:avLst/>
          </a:prstGeom>
          <a:noFill/>
        </p:spPr>
        <p:txBody>
          <a:bodyPr wrap="square" rtlCol="0">
            <a:spAutoFit/>
          </a:bodyPr>
          <a:lstStyle/>
          <a:p>
            <a:r>
              <a:rPr lang="en-US" sz="4000">
                <a:solidFill>
                  <a:srgbClr val="FF0000"/>
                </a:solidFill>
              </a:rPr>
              <a:t>The order of the months is wrong!</a:t>
            </a:r>
            <a:endParaRPr lang="en-BE" sz="4000">
              <a:solidFill>
                <a:srgbClr val="FF0000"/>
              </a:solidFill>
            </a:endParaRPr>
          </a:p>
        </p:txBody>
      </p:sp>
      <p:sp>
        <p:nvSpPr>
          <p:cNvPr id="10" name="TextBox 9">
            <a:extLst>
              <a:ext uri="{FF2B5EF4-FFF2-40B4-BE49-F238E27FC236}">
                <a16:creationId xmlns:a16="http://schemas.microsoft.com/office/drawing/2014/main" id="{B4399C4F-406C-3DDC-6184-A108BEF61E3E}"/>
              </a:ext>
            </a:extLst>
          </p:cNvPr>
          <p:cNvSpPr txBox="1"/>
          <p:nvPr/>
        </p:nvSpPr>
        <p:spPr>
          <a:xfrm rot="589550">
            <a:off x="4891016" y="5436801"/>
            <a:ext cx="6996274" cy="646331"/>
          </a:xfrm>
          <a:prstGeom prst="rect">
            <a:avLst/>
          </a:prstGeom>
          <a:noFill/>
        </p:spPr>
        <p:txBody>
          <a:bodyPr wrap="none" rtlCol="0">
            <a:spAutoFit/>
          </a:bodyPr>
          <a:lstStyle/>
          <a:p>
            <a:r>
              <a:rPr lang="en-US" sz="3600">
                <a:solidFill>
                  <a:srgbClr val="FF0000"/>
                </a:solidFill>
              </a:rPr>
              <a:t>We lose the maximum temperature!</a:t>
            </a:r>
            <a:endParaRPr lang="en-BE" sz="3600">
              <a:solidFill>
                <a:srgbClr val="FF0000"/>
              </a:solidFill>
            </a:endParaRPr>
          </a:p>
        </p:txBody>
      </p:sp>
      <p:sp>
        <p:nvSpPr>
          <p:cNvPr id="7" name="TextBox 6">
            <a:extLst>
              <a:ext uri="{FF2B5EF4-FFF2-40B4-BE49-F238E27FC236}">
                <a16:creationId xmlns:a16="http://schemas.microsoft.com/office/drawing/2014/main" id="{C6FB2790-B559-BA40-0459-A409149B00B1}"/>
              </a:ext>
            </a:extLst>
          </p:cNvPr>
          <p:cNvSpPr txBox="1"/>
          <p:nvPr/>
        </p:nvSpPr>
        <p:spPr>
          <a:xfrm>
            <a:off x="1367536" y="2409625"/>
            <a:ext cx="10241760" cy="369332"/>
          </a:xfrm>
          <a:prstGeom prst="rect">
            <a:avLst/>
          </a:prstGeom>
          <a:noFill/>
        </p:spPr>
        <p:txBody>
          <a:bodyPr wrap="square">
            <a:spAutoFit/>
          </a:bodyPr>
          <a:lstStyle/>
          <a:p>
            <a:r>
              <a:rPr lang="nl-BE" b="0" err="1">
                <a:solidFill>
                  <a:srgbClr val="001080"/>
                </a:solidFill>
                <a:effectLst/>
                <a:latin typeface="Consolas" panose="020B0609020204030204" pitchFamily="49" charset="0"/>
              </a:rPr>
              <a:t>df_pivot</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df</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pivot</a:t>
            </a:r>
            <a:r>
              <a:rPr lang="nl-BE" b="0">
                <a:solidFill>
                  <a:srgbClr val="3B3B3B"/>
                </a:solidFill>
                <a:effectLst/>
                <a:latin typeface="Consolas" panose="020B0609020204030204" pitchFamily="49" charset="0"/>
              </a:rPr>
              <a:t>(</a:t>
            </a:r>
            <a:r>
              <a:rPr lang="nl-BE" b="0">
                <a:solidFill>
                  <a:srgbClr val="001080"/>
                </a:solidFill>
                <a:effectLst/>
                <a:latin typeface="Consolas" panose="020B0609020204030204" pitchFamily="49" charset="0"/>
              </a:rPr>
              <a:t>index</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City"</a:t>
            </a:r>
            <a:r>
              <a:rPr lang="nl-BE" b="0" err="1">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columns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Month</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values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Minimum_temperature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56052C88-DBD8-AE8B-D3F6-CDD02F037F50}"/>
              </a:ext>
            </a:extLst>
          </p:cNvPr>
          <p:cNvSpPr txBox="1"/>
          <p:nvPr/>
        </p:nvSpPr>
        <p:spPr>
          <a:xfrm>
            <a:off x="1367535" y="2764934"/>
            <a:ext cx="10167973" cy="369332"/>
          </a:xfrm>
          <a:prstGeom prst="rect">
            <a:avLst/>
          </a:prstGeom>
          <a:noFill/>
        </p:spPr>
        <p:txBody>
          <a:bodyPr wrap="square">
            <a:spAutoFit/>
          </a:bodyPr>
          <a:lstStyle/>
          <a:p>
            <a:r>
              <a:rPr lang="nl-BE" b="0" err="1">
                <a:solidFill>
                  <a:srgbClr val="001080"/>
                </a:solidFill>
                <a:effectLst/>
                <a:latin typeface="Consolas" panose="020B0609020204030204" pitchFamily="49" charset="0"/>
              </a:rPr>
              <a:t>df_pivot</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df</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pivot</a:t>
            </a:r>
            <a:r>
              <a:rPr lang="nl-BE" b="0">
                <a:solidFill>
                  <a:srgbClr val="3B3B3B"/>
                </a:solidFill>
                <a:effectLst/>
                <a:latin typeface="Consolas" panose="020B0609020204030204" pitchFamily="49" charset="0"/>
              </a:rPr>
              <a:t>(</a:t>
            </a:r>
            <a:r>
              <a:rPr lang="nl-BE" b="0">
                <a:solidFill>
                  <a:srgbClr val="001080"/>
                </a:solidFill>
                <a:effectLst/>
                <a:latin typeface="Consolas" panose="020B0609020204030204" pitchFamily="49" charset="0"/>
              </a:rPr>
              <a:t>index</a:t>
            </a:r>
            <a:r>
              <a:rPr lang="nl-BE" b="0" dirty="0">
                <a:solidFill>
                  <a:srgbClr val="000000"/>
                </a:solidFill>
                <a:effectLst/>
                <a:latin typeface="Consolas" panose="020B0609020204030204" pitchFamily="49" charset="0"/>
              </a:rPr>
              <a:t>=</a:t>
            </a:r>
            <a:r>
              <a:rPr lang="nl-BE" b="0" dirty="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Month</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001080"/>
                </a:solidFill>
                <a:effectLst/>
                <a:latin typeface="Consolas" panose="020B0609020204030204" pitchFamily="49" charset="0"/>
              </a:rPr>
              <a:t>columns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"City"</a:t>
            </a:r>
            <a:r>
              <a:rPr lang="nl-BE" b="0">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values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Minimum_temperature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332601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ppt_w</p:attrName>
                                        </p:attrNameLst>
                                      </p:cBhvr>
                                      <p:tavLst>
                                        <p:tav tm="0">
                                          <p:val>
                                            <p:fltVal val="0"/>
                                          </p:val>
                                        </p:tav>
                                        <p:tav tm="100000">
                                          <p:val>
                                            <p:strVal val="#ppt_w"/>
                                          </p:val>
                                        </p:tav>
                                      </p:tavLst>
                                    </p:anim>
                                    <p:anim calcmode="lin" valueType="num">
                                      <p:cBhvr>
                                        <p:cTn id="13" dur="1000" fill="hold"/>
                                        <p:tgtEl>
                                          <p:spTgt spid="10"/>
                                        </p:tgtEl>
                                        <p:attrNameLst>
                                          <p:attrName>ppt_h</p:attrName>
                                        </p:attrNameLst>
                                      </p:cBhvr>
                                      <p:tavLst>
                                        <p:tav tm="0">
                                          <p:val>
                                            <p:fltVal val="0"/>
                                          </p:val>
                                        </p:tav>
                                        <p:tav tm="100000">
                                          <p:val>
                                            <p:strVal val="#ppt_h"/>
                                          </p:val>
                                        </p:tav>
                                      </p:tavLst>
                                    </p:anim>
                                    <p:anim calcmode="lin" valueType="num">
                                      <p:cBhvr>
                                        <p:cTn id="14" dur="1000" fill="hold"/>
                                        <p:tgtEl>
                                          <p:spTgt spid="10"/>
                                        </p:tgtEl>
                                        <p:attrNameLst>
                                          <p:attrName>style.rotation</p:attrName>
                                        </p:attrNameLst>
                                      </p:cBhvr>
                                      <p:tavLst>
                                        <p:tav tm="0">
                                          <p:val>
                                            <p:fltVal val="90"/>
                                          </p:val>
                                        </p:tav>
                                        <p:tav tm="100000">
                                          <p:val>
                                            <p:fltVal val="0"/>
                                          </p:val>
                                        </p:tav>
                                      </p:tavLst>
                                    </p:anim>
                                    <p:animEffect transition="in" filter="fade">
                                      <p:cBhvr>
                                        <p:cTn id="15"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9416-1144-0117-1DFB-04CC9EB12DCE}"/>
              </a:ext>
            </a:extLst>
          </p:cNvPr>
          <p:cNvSpPr>
            <a:spLocks noGrp="1"/>
          </p:cNvSpPr>
          <p:nvPr>
            <p:ph type="title"/>
          </p:nvPr>
        </p:nvSpPr>
        <p:spPr/>
        <p:txBody>
          <a:bodyPr/>
          <a:lstStyle/>
          <a:p>
            <a:r>
              <a:rPr lang="en-US" dirty="0"/>
              <a:t>Pivot table - revisited</a:t>
            </a:r>
            <a:endParaRPr lang="en-BE" dirty="0"/>
          </a:p>
        </p:txBody>
      </p:sp>
      <p:sp>
        <p:nvSpPr>
          <p:cNvPr id="3" name="Content Placeholder 2">
            <a:extLst>
              <a:ext uri="{FF2B5EF4-FFF2-40B4-BE49-F238E27FC236}">
                <a16:creationId xmlns:a16="http://schemas.microsoft.com/office/drawing/2014/main" id="{9C67234F-24CA-FB39-17E6-E6693DA5FA8C}"/>
              </a:ext>
            </a:extLst>
          </p:cNvPr>
          <p:cNvSpPr>
            <a:spLocks noGrp="1"/>
          </p:cNvSpPr>
          <p:nvPr>
            <p:ph idx="1"/>
          </p:nvPr>
        </p:nvSpPr>
        <p:spPr/>
        <p:txBody>
          <a:bodyPr/>
          <a:lstStyle/>
          <a:p>
            <a:r>
              <a:rPr lang="en-US" dirty="0"/>
              <a:t>“Unfold” the table using pivot()</a:t>
            </a:r>
          </a:p>
          <a:p>
            <a:pPr lvl="1"/>
            <a:r>
              <a:rPr lang="en-US" dirty="0"/>
              <a:t>Cities vs months or the other way around </a:t>
            </a:r>
          </a:p>
          <a:p>
            <a:pPr lvl="1"/>
            <a:r>
              <a:rPr lang="en-US" dirty="0"/>
              <a:t>Months appear </a:t>
            </a:r>
            <a:r>
              <a:rPr lang="nl-BE" dirty="0" err="1"/>
              <a:t>chronologically</a:t>
            </a:r>
            <a:endParaRPr lang="nl-BE" dirty="0"/>
          </a:p>
          <a:p>
            <a:pPr lvl="1"/>
            <a:r>
              <a:rPr lang="nl-BE" dirty="0" err="1"/>
              <a:t>Average</a:t>
            </a:r>
            <a:r>
              <a:rPr lang="nl-BE" dirty="0"/>
              <a:t> </a:t>
            </a:r>
            <a:r>
              <a:rPr lang="nl-BE" dirty="0" err="1"/>
              <a:t>temperature</a:t>
            </a:r>
            <a:r>
              <a:rPr lang="nl-BE" dirty="0"/>
              <a:t> in </a:t>
            </a:r>
            <a:r>
              <a:rPr lang="nl-BE" dirty="0" err="1"/>
              <a:t>cells</a:t>
            </a:r>
            <a:r>
              <a:rPr lang="nl-BE" dirty="0"/>
              <a:t> </a:t>
            </a:r>
            <a:r>
              <a:rPr lang="nl-BE" dirty="0" err="1"/>
              <a:t>instead</a:t>
            </a:r>
            <a:r>
              <a:rPr lang="nl-BE" dirty="0"/>
              <a:t> of min or max </a:t>
            </a:r>
            <a:r>
              <a:rPr lang="nl-BE" dirty="0" err="1"/>
              <a:t>temperatures</a:t>
            </a:r>
            <a:endParaRPr lang="nl-BE" dirty="0"/>
          </a:p>
          <a:p>
            <a:pPr lvl="1"/>
            <a:endParaRPr lang="en-BE" dirty="0"/>
          </a:p>
        </p:txBody>
      </p:sp>
      <p:sp>
        <p:nvSpPr>
          <p:cNvPr id="4" name="Slide Number Placeholder 3">
            <a:extLst>
              <a:ext uri="{FF2B5EF4-FFF2-40B4-BE49-F238E27FC236}">
                <a16:creationId xmlns:a16="http://schemas.microsoft.com/office/drawing/2014/main" id="{889F9185-CE5A-25AA-64BA-06975FB91DE6}"/>
              </a:ext>
            </a:extLst>
          </p:cNvPr>
          <p:cNvSpPr>
            <a:spLocks noGrp="1"/>
          </p:cNvSpPr>
          <p:nvPr>
            <p:ph type="sldNum" sz="quarter" idx="12"/>
          </p:nvPr>
        </p:nvSpPr>
        <p:spPr/>
        <p:txBody>
          <a:bodyPr/>
          <a:lstStyle/>
          <a:p>
            <a:fld id="{FE1B3154-47D9-4402-8EDB-E791933DC0B9}" type="slidenum">
              <a:rPr lang="nl-BE" smtClean="0"/>
              <a:pPr/>
              <a:t>29</a:t>
            </a:fld>
            <a:endParaRPr lang="nl-BE"/>
          </a:p>
        </p:txBody>
      </p:sp>
      <p:pic>
        <p:nvPicPr>
          <p:cNvPr id="7" name="Picture 6">
            <a:extLst>
              <a:ext uri="{FF2B5EF4-FFF2-40B4-BE49-F238E27FC236}">
                <a16:creationId xmlns:a16="http://schemas.microsoft.com/office/drawing/2014/main" id="{65C8A6A5-8663-2408-FFF0-7CAE1D030D02}"/>
              </a:ext>
            </a:extLst>
          </p:cNvPr>
          <p:cNvPicPr>
            <a:picLocks noChangeAspect="1"/>
          </p:cNvPicPr>
          <p:nvPr/>
        </p:nvPicPr>
        <p:blipFill>
          <a:blip r:embed="rId3"/>
          <a:stretch>
            <a:fillRect/>
          </a:stretch>
        </p:blipFill>
        <p:spPr>
          <a:xfrm>
            <a:off x="6438454" y="3406261"/>
            <a:ext cx="4782217" cy="2619741"/>
          </a:xfrm>
          <a:prstGeom prst="rect">
            <a:avLst/>
          </a:prstGeom>
        </p:spPr>
      </p:pic>
      <p:pic>
        <p:nvPicPr>
          <p:cNvPr id="10" name="Picture 9">
            <a:extLst>
              <a:ext uri="{FF2B5EF4-FFF2-40B4-BE49-F238E27FC236}">
                <a16:creationId xmlns:a16="http://schemas.microsoft.com/office/drawing/2014/main" id="{E2FD95C9-15D2-4B5E-511F-9BE446B2F233}"/>
              </a:ext>
            </a:extLst>
          </p:cNvPr>
          <p:cNvPicPr>
            <a:picLocks noChangeAspect="1"/>
          </p:cNvPicPr>
          <p:nvPr/>
        </p:nvPicPr>
        <p:blipFill>
          <a:blip r:embed="rId4"/>
          <a:stretch>
            <a:fillRect/>
          </a:stretch>
        </p:blipFill>
        <p:spPr>
          <a:xfrm>
            <a:off x="728771" y="3406261"/>
            <a:ext cx="5239481" cy="2124371"/>
          </a:xfrm>
          <a:prstGeom prst="rect">
            <a:avLst/>
          </a:prstGeom>
        </p:spPr>
      </p:pic>
      <p:sp>
        <p:nvSpPr>
          <p:cNvPr id="5" name="TextBox 4">
            <a:extLst>
              <a:ext uri="{FF2B5EF4-FFF2-40B4-BE49-F238E27FC236}">
                <a16:creationId xmlns:a16="http://schemas.microsoft.com/office/drawing/2014/main" id="{2096F24A-50A7-8DB4-0DF8-4B466D610C6E}"/>
              </a:ext>
            </a:extLst>
          </p:cNvPr>
          <p:cNvSpPr txBox="1"/>
          <p:nvPr/>
        </p:nvSpPr>
        <p:spPr>
          <a:xfrm>
            <a:off x="971329" y="5988954"/>
            <a:ext cx="5407249" cy="646331"/>
          </a:xfrm>
          <a:prstGeom prst="rect">
            <a:avLst/>
          </a:prstGeom>
          <a:noFill/>
        </p:spPr>
        <p:txBody>
          <a:bodyPr wrap="none" rtlCol="0">
            <a:spAutoFit/>
          </a:bodyPr>
          <a:lstStyle/>
          <a:p>
            <a:r>
              <a:rPr lang="nl-BE" dirty="0" err="1"/>
              <a:t>What</a:t>
            </a:r>
            <a:r>
              <a:rPr lang="nl-BE" dirty="0"/>
              <a:t> </a:t>
            </a:r>
            <a:r>
              <a:rPr lang="nl-BE" dirty="0" err="1"/>
              <a:t>did</a:t>
            </a:r>
            <a:r>
              <a:rPr lang="nl-BE" dirty="0"/>
              <a:t> we do </a:t>
            </a:r>
            <a:r>
              <a:rPr lang="nl-BE" dirty="0" err="1"/>
              <a:t>to</a:t>
            </a:r>
            <a:r>
              <a:rPr lang="nl-BE" dirty="0"/>
              <a:t> </a:t>
            </a:r>
            <a:r>
              <a:rPr lang="nl-BE" dirty="0" err="1"/>
              <a:t>arrange</a:t>
            </a:r>
            <a:r>
              <a:rPr lang="nl-BE" dirty="0"/>
              <a:t> </a:t>
            </a:r>
            <a:r>
              <a:rPr lang="nl-BE" dirty="0" err="1"/>
              <a:t>the</a:t>
            </a:r>
            <a:r>
              <a:rPr lang="nl-BE" dirty="0"/>
              <a:t> </a:t>
            </a:r>
            <a:r>
              <a:rPr lang="nl-BE" dirty="0" err="1"/>
              <a:t>months</a:t>
            </a:r>
            <a:r>
              <a:rPr lang="nl-BE" dirty="0"/>
              <a:t> </a:t>
            </a:r>
            <a:r>
              <a:rPr lang="nl-BE" dirty="0" err="1"/>
              <a:t>chronologically</a:t>
            </a:r>
            <a:r>
              <a:rPr lang="nl-BE" dirty="0"/>
              <a:t>?</a:t>
            </a:r>
          </a:p>
          <a:p>
            <a:endParaRPr lang="nl-BE" dirty="0"/>
          </a:p>
        </p:txBody>
      </p:sp>
    </p:spTree>
    <p:extLst>
      <p:ext uri="{BB962C8B-B14F-4D97-AF65-F5344CB8AC3E}">
        <p14:creationId xmlns:p14="http://schemas.microsoft.com/office/powerpoint/2010/main" val="14442121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73C1D-148F-645A-AF21-DECC87FD3C7A}"/>
              </a:ext>
            </a:extLst>
          </p:cNvPr>
          <p:cNvSpPr>
            <a:spLocks noGrp="1"/>
          </p:cNvSpPr>
          <p:nvPr>
            <p:ph type="title"/>
          </p:nvPr>
        </p:nvSpPr>
        <p:spPr/>
        <p:txBody>
          <a:bodyPr/>
          <a:lstStyle/>
          <a:p>
            <a:r>
              <a:rPr lang="en-US" dirty="0"/>
              <a:t>Pivot table with aggregations: </a:t>
            </a:r>
            <a:r>
              <a:rPr lang="en-US" dirty="0" err="1"/>
              <a:t>pivot_table</a:t>
            </a:r>
            <a:r>
              <a:rPr lang="en-US" dirty="0"/>
              <a:t>()</a:t>
            </a:r>
            <a:endParaRPr lang="en-BE" dirty="0"/>
          </a:p>
        </p:txBody>
      </p:sp>
      <p:sp>
        <p:nvSpPr>
          <p:cNvPr id="3" name="Content Placeholder 2">
            <a:extLst>
              <a:ext uri="{FF2B5EF4-FFF2-40B4-BE49-F238E27FC236}">
                <a16:creationId xmlns:a16="http://schemas.microsoft.com/office/drawing/2014/main" id="{84CD6BEF-161C-CF74-FC65-6F083659F62A}"/>
              </a:ext>
            </a:extLst>
          </p:cNvPr>
          <p:cNvSpPr>
            <a:spLocks noGrp="1"/>
          </p:cNvSpPr>
          <p:nvPr>
            <p:ph idx="1"/>
          </p:nvPr>
        </p:nvSpPr>
        <p:spPr/>
        <p:txBody>
          <a:bodyPr/>
          <a:lstStyle/>
          <a:p>
            <a:r>
              <a:rPr lang="en-US"/>
              <a:t>What is the average (mean) temperature per city or per month?</a:t>
            </a:r>
          </a:p>
        </p:txBody>
      </p:sp>
      <p:sp>
        <p:nvSpPr>
          <p:cNvPr id="4" name="Slide Number Placeholder 3">
            <a:extLst>
              <a:ext uri="{FF2B5EF4-FFF2-40B4-BE49-F238E27FC236}">
                <a16:creationId xmlns:a16="http://schemas.microsoft.com/office/drawing/2014/main" id="{06F4FB8B-3062-640C-9B5F-E213EAC378D9}"/>
              </a:ext>
            </a:extLst>
          </p:cNvPr>
          <p:cNvSpPr>
            <a:spLocks noGrp="1"/>
          </p:cNvSpPr>
          <p:nvPr>
            <p:ph type="sldNum" sz="quarter" idx="12"/>
          </p:nvPr>
        </p:nvSpPr>
        <p:spPr/>
        <p:txBody>
          <a:bodyPr/>
          <a:lstStyle/>
          <a:p>
            <a:fld id="{FE1B3154-47D9-4402-8EDB-E791933DC0B9}" type="slidenum">
              <a:rPr lang="nl-BE" smtClean="0"/>
              <a:pPr/>
              <a:t>30</a:t>
            </a:fld>
            <a:endParaRPr lang="nl-BE"/>
          </a:p>
        </p:txBody>
      </p:sp>
      <p:pic>
        <p:nvPicPr>
          <p:cNvPr id="10" name="Picture 9">
            <a:extLst>
              <a:ext uri="{FF2B5EF4-FFF2-40B4-BE49-F238E27FC236}">
                <a16:creationId xmlns:a16="http://schemas.microsoft.com/office/drawing/2014/main" id="{0CB70C41-94D8-5E22-943B-77BD5AD466C8}"/>
              </a:ext>
            </a:extLst>
          </p:cNvPr>
          <p:cNvPicPr>
            <a:picLocks noChangeAspect="1"/>
          </p:cNvPicPr>
          <p:nvPr/>
        </p:nvPicPr>
        <p:blipFill>
          <a:blip r:embed="rId3"/>
          <a:stretch>
            <a:fillRect/>
          </a:stretch>
        </p:blipFill>
        <p:spPr>
          <a:xfrm>
            <a:off x="769903" y="2990951"/>
            <a:ext cx="2419688" cy="2133898"/>
          </a:xfrm>
          <a:prstGeom prst="rect">
            <a:avLst/>
          </a:prstGeom>
        </p:spPr>
      </p:pic>
      <p:pic>
        <p:nvPicPr>
          <p:cNvPr id="12" name="Picture 11">
            <a:extLst>
              <a:ext uri="{FF2B5EF4-FFF2-40B4-BE49-F238E27FC236}">
                <a16:creationId xmlns:a16="http://schemas.microsoft.com/office/drawing/2014/main" id="{C0F13010-BEC1-B51A-572D-2610733E6EF1}"/>
              </a:ext>
            </a:extLst>
          </p:cNvPr>
          <p:cNvPicPr>
            <a:picLocks noChangeAspect="1"/>
          </p:cNvPicPr>
          <p:nvPr/>
        </p:nvPicPr>
        <p:blipFill>
          <a:blip r:embed="rId4"/>
          <a:stretch>
            <a:fillRect/>
          </a:stretch>
        </p:blipFill>
        <p:spPr>
          <a:xfrm>
            <a:off x="4089466" y="2990951"/>
            <a:ext cx="2372056" cy="3677163"/>
          </a:xfrm>
          <a:prstGeom prst="rect">
            <a:avLst/>
          </a:prstGeom>
        </p:spPr>
      </p:pic>
      <p:sp>
        <p:nvSpPr>
          <p:cNvPr id="6" name="TextBox 5">
            <a:extLst>
              <a:ext uri="{FF2B5EF4-FFF2-40B4-BE49-F238E27FC236}">
                <a16:creationId xmlns:a16="http://schemas.microsoft.com/office/drawing/2014/main" id="{D959B766-7D8D-4B0C-EB09-7375D5E8A9A6}"/>
              </a:ext>
            </a:extLst>
          </p:cNvPr>
          <p:cNvSpPr txBox="1"/>
          <p:nvPr/>
        </p:nvSpPr>
        <p:spPr>
          <a:xfrm>
            <a:off x="769903" y="2042045"/>
            <a:ext cx="11720198" cy="646331"/>
          </a:xfrm>
          <a:prstGeom prst="rect">
            <a:avLst/>
          </a:prstGeom>
          <a:noFill/>
        </p:spPr>
        <p:txBody>
          <a:bodyPr wrap="square">
            <a:spAutoFit/>
          </a:bodyPr>
          <a:lstStyle/>
          <a:p>
            <a:r>
              <a:rPr lang="nl-BE" b="0" err="1">
                <a:solidFill>
                  <a:srgbClr val="001080"/>
                </a:solidFill>
                <a:effectLst/>
                <a:latin typeface="Consolas" panose="020B0609020204030204" pitchFamily="49" charset="0"/>
              </a:rPr>
              <a:t>table</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267F99"/>
                </a:solidFill>
                <a:effectLst/>
                <a:latin typeface="Consolas" panose="020B0609020204030204" pitchFamily="49" charset="0"/>
              </a:rPr>
              <a:t>pd</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pivot_table</a:t>
            </a:r>
            <a:r>
              <a:rPr lang="nl-BE" b="0">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df</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values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Average_temperature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001080"/>
                </a:solidFill>
                <a:effectLst/>
                <a:latin typeface="Consolas" panose="020B0609020204030204" pitchFamily="49" charset="0"/>
              </a:rPr>
              <a:t>index</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'City'</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aggfunc</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mean</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a:p>
            <a:r>
              <a:rPr lang="nl-BE" b="0" err="1">
                <a:solidFill>
                  <a:srgbClr val="001080"/>
                </a:solidFill>
                <a:effectLst/>
                <a:latin typeface="Consolas" panose="020B0609020204030204" pitchFamily="49" charset="0"/>
              </a:rPr>
              <a:t>table</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267F99"/>
                </a:solidFill>
                <a:effectLst/>
                <a:latin typeface="Consolas" panose="020B0609020204030204" pitchFamily="49" charset="0"/>
              </a:rPr>
              <a:t>pd</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pivot_table</a:t>
            </a:r>
            <a:r>
              <a:rPr lang="nl-BE" b="0">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df</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values</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Average_temperature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001080"/>
                </a:solidFill>
                <a:effectLst/>
                <a:latin typeface="Consolas" panose="020B0609020204030204" pitchFamily="49" charset="0"/>
              </a:rPr>
              <a:t>index</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Month</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aggfunc</a:t>
            </a:r>
            <a:r>
              <a:rPr lang="nl-BE" b="0">
                <a:solidFill>
                  <a:srgbClr val="000000"/>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mean</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3832971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E1084-E1BF-F211-C1D0-F59378EE1380}"/>
              </a:ext>
            </a:extLst>
          </p:cNvPr>
          <p:cNvSpPr>
            <a:spLocks noGrp="1"/>
          </p:cNvSpPr>
          <p:nvPr>
            <p:ph type="title"/>
          </p:nvPr>
        </p:nvSpPr>
        <p:spPr/>
        <p:txBody>
          <a:bodyPr/>
          <a:lstStyle/>
          <a:p>
            <a:r>
              <a:rPr lang="en-US" dirty="0"/>
              <a:t>Pivot table with aggregations: </a:t>
            </a:r>
            <a:r>
              <a:rPr lang="en-US" dirty="0" err="1"/>
              <a:t>pivot_table</a:t>
            </a:r>
            <a:r>
              <a:rPr lang="en-US" dirty="0"/>
              <a:t>()</a:t>
            </a:r>
            <a:endParaRPr lang="en-BE" dirty="0"/>
          </a:p>
        </p:txBody>
      </p:sp>
      <p:sp>
        <p:nvSpPr>
          <p:cNvPr id="3" name="Content Placeholder 2">
            <a:extLst>
              <a:ext uri="{FF2B5EF4-FFF2-40B4-BE49-F238E27FC236}">
                <a16:creationId xmlns:a16="http://schemas.microsoft.com/office/drawing/2014/main" id="{10777265-9420-4D00-289B-BED743BEA112}"/>
              </a:ext>
            </a:extLst>
          </p:cNvPr>
          <p:cNvSpPr>
            <a:spLocks noGrp="1"/>
          </p:cNvSpPr>
          <p:nvPr>
            <p:ph idx="1"/>
          </p:nvPr>
        </p:nvSpPr>
        <p:spPr/>
        <p:txBody>
          <a:bodyPr/>
          <a:lstStyle/>
          <a:p>
            <a:r>
              <a:rPr lang="en-US"/>
              <a:t>What are the average minimum and maximum temperatures per city?</a:t>
            </a:r>
          </a:p>
        </p:txBody>
      </p:sp>
      <p:sp>
        <p:nvSpPr>
          <p:cNvPr id="4" name="Slide Number Placeholder 3">
            <a:extLst>
              <a:ext uri="{FF2B5EF4-FFF2-40B4-BE49-F238E27FC236}">
                <a16:creationId xmlns:a16="http://schemas.microsoft.com/office/drawing/2014/main" id="{19367D6E-20DB-51C6-70AB-F89EA36294E2}"/>
              </a:ext>
            </a:extLst>
          </p:cNvPr>
          <p:cNvSpPr>
            <a:spLocks noGrp="1"/>
          </p:cNvSpPr>
          <p:nvPr>
            <p:ph type="sldNum" sz="quarter" idx="12"/>
          </p:nvPr>
        </p:nvSpPr>
        <p:spPr/>
        <p:txBody>
          <a:bodyPr/>
          <a:lstStyle/>
          <a:p>
            <a:fld id="{FE1B3154-47D9-4402-8EDB-E791933DC0B9}" type="slidenum">
              <a:rPr lang="nl-BE" smtClean="0"/>
              <a:pPr/>
              <a:t>31</a:t>
            </a:fld>
            <a:endParaRPr lang="nl-BE"/>
          </a:p>
        </p:txBody>
      </p:sp>
      <p:pic>
        <p:nvPicPr>
          <p:cNvPr id="6" name="Picture 5">
            <a:extLst>
              <a:ext uri="{FF2B5EF4-FFF2-40B4-BE49-F238E27FC236}">
                <a16:creationId xmlns:a16="http://schemas.microsoft.com/office/drawing/2014/main" id="{51428B38-979C-638A-3CF0-E07A5573DD8B}"/>
              </a:ext>
            </a:extLst>
          </p:cNvPr>
          <p:cNvPicPr>
            <a:picLocks noChangeAspect="1"/>
          </p:cNvPicPr>
          <p:nvPr/>
        </p:nvPicPr>
        <p:blipFill>
          <a:blip r:embed="rId3"/>
          <a:stretch>
            <a:fillRect/>
          </a:stretch>
        </p:blipFill>
        <p:spPr>
          <a:xfrm>
            <a:off x="868288" y="3411903"/>
            <a:ext cx="4841632" cy="2765060"/>
          </a:xfrm>
          <a:prstGeom prst="rect">
            <a:avLst/>
          </a:prstGeom>
        </p:spPr>
      </p:pic>
      <p:sp>
        <p:nvSpPr>
          <p:cNvPr id="7" name="TextBox 6">
            <a:extLst>
              <a:ext uri="{FF2B5EF4-FFF2-40B4-BE49-F238E27FC236}">
                <a16:creationId xmlns:a16="http://schemas.microsoft.com/office/drawing/2014/main" id="{2390CE86-B9AD-20A6-F10D-ABC7FDAFB851}"/>
              </a:ext>
            </a:extLst>
          </p:cNvPr>
          <p:cNvSpPr txBox="1"/>
          <p:nvPr/>
        </p:nvSpPr>
        <p:spPr>
          <a:xfrm>
            <a:off x="949568" y="2049284"/>
            <a:ext cx="10796955"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b="0" err="1">
                <a:solidFill>
                  <a:srgbClr val="001080"/>
                </a:solidFill>
                <a:effectLst/>
                <a:latin typeface="Consolas" panose="020B0609020204030204" pitchFamily="49" charset="0"/>
              </a:rPr>
              <a:t>table</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267F99"/>
                </a:solidFill>
                <a:effectLst/>
                <a:latin typeface="Consolas" panose="020B0609020204030204" pitchFamily="49" charset="0"/>
              </a:rPr>
              <a:t>pd</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pivot_table</a:t>
            </a:r>
            <a:r>
              <a:rPr lang="nl-BE" b="0">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df</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values</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'Minimum_</a:t>
            </a:r>
            <a:r>
              <a:rPr lang="nl-BE" b="0" err="1">
                <a:solidFill>
                  <a:srgbClr val="A31515"/>
                </a:solidFill>
                <a:effectLst/>
                <a:latin typeface="Consolas" panose="020B0609020204030204" pitchFamily="49" charset="0"/>
              </a:rPr>
              <a:t>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Maximum_temperature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001080"/>
                </a:solidFill>
                <a:effectLst/>
                <a:latin typeface="Consolas" panose="020B0609020204030204" pitchFamily="49" charset="0"/>
              </a:rPr>
              <a:t>index</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'City'</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aggfunc</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Minimum_temperature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mean</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Maximum_temperature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mean</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3226926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99E2A-61AF-B51B-9F62-66B1AD53F05F}"/>
              </a:ext>
            </a:extLst>
          </p:cNvPr>
          <p:cNvSpPr>
            <a:spLocks noGrp="1"/>
          </p:cNvSpPr>
          <p:nvPr>
            <p:ph type="title"/>
          </p:nvPr>
        </p:nvSpPr>
        <p:spPr/>
        <p:txBody>
          <a:bodyPr/>
          <a:lstStyle/>
          <a:p>
            <a:r>
              <a:rPr lang="en-US" dirty="0"/>
              <a:t>Pivot table with aggregations: </a:t>
            </a:r>
            <a:r>
              <a:rPr lang="en-US" dirty="0" err="1"/>
              <a:t>pivot_table</a:t>
            </a:r>
            <a:r>
              <a:rPr lang="en-US" dirty="0"/>
              <a:t>()</a:t>
            </a:r>
            <a:endParaRPr lang="en-BE" dirty="0"/>
          </a:p>
        </p:txBody>
      </p:sp>
      <p:sp>
        <p:nvSpPr>
          <p:cNvPr id="3" name="Content Placeholder 2">
            <a:extLst>
              <a:ext uri="{FF2B5EF4-FFF2-40B4-BE49-F238E27FC236}">
                <a16:creationId xmlns:a16="http://schemas.microsoft.com/office/drawing/2014/main" id="{90BE2882-400F-2CB7-021D-BA2B8C14470C}"/>
              </a:ext>
            </a:extLst>
          </p:cNvPr>
          <p:cNvSpPr>
            <a:spLocks noGrp="1"/>
          </p:cNvSpPr>
          <p:nvPr>
            <p:ph idx="1"/>
          </p:nvPr>
        </p:nvSpPr>
        <p:spPr/>
        <p:txBody>
          <a:bodyPr/>
          <a:lstStyle/>
          <a:p>
            <a:r>
              <a:rPr lang="en-US"/>
              <a:t>Could we add the sum for the minimum temperatures and the standard deviation for the maximum temperatures?</a:t>
            </a:r>
            <a:endParaRPr lang="en-BE"/>
          </a:p>
        </p:txBody>
      </p:sp>
      <p:sp>
        <p:nvSpPr>
          <p:cNvPr id="4" name="Slide Number Placeholder 3">
            <a:extLst>
              <a:ext uri="{FF2B5EF4-FFF2-40B4-BE49-F238E27FC236}">
                <a16:creationId xmlns:a16="http://schemas.microsoft.com/office/drawing/2014/main" id="{AA7A4F3C-85E1-993A-50FF-F3D0DE465A21}"/>
              </a:ext>
            </a:extLst>
          </p:cNvPr>
          <p:cNvSpPr>
            <a:spLocks noGrp="1"/>
          </p:cNvSpPr>
          <p:nvPr>
            <p:ph type="sldNum" sz="quarter" idx="12"/>
          </p:nvPr>
        </p:nvSpPr>
        <p:spPr/>
        <p:txBody>
          <a:bodyPr/>
          <a:lstStyle/>
          <a:p>
            <a:fld id="{FE1B3154-47D9-4402-8EDB-E791933DC0B9}" type="slidenum">
              <a:rPr lang="nl-BE" smtClean="0"/>
              <a:pPr/>
              <a:t>32</a:t>
            </a:fld>
            <a:endParaRPr lang="nl-BE"/>
          </a:p>
        </p:txBody>
      </p:sp>
      <p:pic>
        <p:nvPicPr>
          <p:cNvPr id="6" name="Picture 5">
            <a:extLst>
              <a:ext uri="{FF2B5EF4-FFF2-40B4-BE49-F238E27FC236}">
                <a16:creationId xmlns:a16="http://schemas.microsoft.com/office/drawing/2014/main" id="{8B93A2E6-5A98-4066-3912-B88DC9668124}"/>
              </a:ext>
            </a:extLst>
          </p:cNvPr>
          <p:cNvPicPr>
            <a:picLocks noChangeAspect="1"/>
          </p:cNvPicPr>
          <p:nvPr/>
        </p:nvPicPr>
        <p:blipFill>
          <a:blip r:embed="rId3"/>
          <a:stretch>
            <a:fillRect/>
          </a:stretch>
        </p:blipFill>
        <p:spPr>
          <a:xfrm>
            <a:off x="965655" y="3972164"/>
            <a:ext cx="4191585" cy="2381582"/>
          </a:xfrm>
          <a:prstGeom prst="rect">
            <a:avLst/>
          </a:prstGeom>
        </p:spPr>
      </p:pic>
      <p:sp>
        <p:nvSpPr>
          <p:cNvPr id="9" name="TextBox 8">
            <a:extLst>
              <a:ext uri="{FF2B5EF4-FFF2-40B4-BE49-F238E27FC236}">
                <a16:creationId xmlns:a16="http://schemas.microsoft.com/office/drawing/2014/main" id="{C637C8D7-C8B9-9590-AF97-1F02FAD47DE4}"/>
              </a:ext>
            </a:extLst>
          </p:cNvPr>
          <p:cNvSpPr txBox="1"/>
          <p:nvPr/>
        </p:nvSpPr>
        <p:spPr>
          <a:xfrm>
            <a:off x="900952" y="2697872"/>
            <a:ext cx="11291047"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b="0" err="1">
                <a:solidFill>
                  <a:srgbClr val="001080"/>
                </a:solidFill>
                <a:effectLst/>
                <a:latin typeface="Consolas" panose="020B0609020204030204" pitchFamily="49" charset="0"/>
              </a:rPr>
              <a:t>table</a:t>
            </a:r>
            <a:r>
              <a:rPr lang="nl-BE" b="0">
                <a:solidFill>
                  <a:srgbClr val="3B3B3B"/>
                </a:solidFill>
                <a:effectLst/>
                <a:latin typeface="Consolas" panose="020B0609020204030204" pitchFamily="49" charset="0"/>
              </a:rPr>
              <a:t> </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err="1">
                <a:solidFill>
                  <a:srgbClr val="267F99"/>
                </a:solidFill>
                <a:effectLst/>
                <a:latin typeface="Consolas" panose="020B0609020204030204" pitchFamily="49" charset="0"/>
              </a:rPr>
              <a:t>pd</a:t>
            </a:r>
            <a:r>
              <a:rPr lang="nl-BE" b="0" err="1">
                <a:solidFill>
                  <a:srgbClr val="3B3B3B"/>
                </a:solidFill>
                <a:effectLst/>
                <a:latin typeface="Consolas" panose="020B0609020204030204" pitchFamily="49" charset="0"/>
              </a:rPr>
              <a:t>.</a:t>
            </a:r>
            <a:r>
              <a:rPr lang="nl-BE" b="0" err="1">
                <a:solidFill>
                  <a:srgbClr val="795E26"/>
                </a:solidFill>
                <a:effectLst/>
                <a:latin typeface="Consolas" panose="020B0609020204030204" pitchFamily="49" charset="0"/>
              </a:rPr>
              <a:t>pivot_table</a:t>
            </a:r>
            <a:r>
              <a:rPr lang="nl-BE" b="0">
                <a:solidFill>
                  <a:srgbClr val="3B3B3B"/>
                </a:solidFill>
                <a:effectLst/>
                <a:latin typeface="Consolas" panose="020B0609020204030204" pitchFamily="49" charset="0"/>
              </a:rPr>
              <a:t>(</a:t>
            </a:r>
            <a:r>
              <a:rPr lang="nl-BE" b="0" err="1">
                <a:solidFill>
                  <a:srgbClr val="001080"/>
                </a:solidFill>
                <a:effectLst/>
                <a:latin typeface="Consolas" panose="020B0609020204030204" pitchFamily="49" charset="0"/>
              </a:rPr>
              <a:t>df</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values</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'Minimum_</a:t>
            </a:r>
            <a:r>
              <a:rPr lang="nl-BE" b="0" err="1">
                <a:solidFill>
                  <a:srgbClr val="A31515"/>
                </a:solidFill>
                <a:effectLst/>
                <a:latin typeface="Consolas" panose="020B0609020204030204" pitchFamily="49" charset="0"/>
              </a:rPr>
              <a:t>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Maximum_temperature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001080"/>
                </a:solidFill>
                <a:effectLst/>
                <a:latin typeface="Consolas" panose="020B0609020204030204" pitchFamily="49" charset="0"/>
              </a:rPr>
              <a:t>index</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'City'</a:t>
            </a:r>
            <a:r>
              <a:rPr lang="nl-BE" b="0">
                <a:solidFill>
                  <a:srgbClr val="3B3B3B"/>
                </a:solidFill>
                <a:effectLst/>
                <a:latin typeface="Consolas" panose="020B0609020204030204" pitchFamily="49" charset="0"/>
              </a:rPr>
              <a:t>], </a:t>
            </a:r>
            <a:r>
              <a:rPr lang="nl-BE" b="0" err="1">
                <a:solidFill>
                  <a:srgbClr val="001080"/>
                </a:solidFill>
                <a:effectLst/>
                <a:latin typeface="Consolas" panose="020B0609020204030204" pitchFamily="49" charset="0"/>
              </a:rPr>
              <a:t>aggfunc</a:t>
            </a:r>
            <a:r>
              <a:rPr lang="nl-BE" b="0">
                <a:solidFill>
                  <a:srgbClr val="000000"/>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Minimum_temperature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mean</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sum</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 	</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Maximum_temperature</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mean</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r>
              <a:rPr lang="nl-BE" b="0">
                <a:solidFill>
                  <a:srgbClr val="A31515"/>
                </a:solidFill>
                <a:effectLst/>
                <a:latin typeface="Consolas" panose="020B0609020204030204" pitchFamily="49" charset="0"/>
              </a:rPr>
              <a:t>"</a:t>
            </a:r>
            <a:r>
              <a:rPr lang="nl-BE" b="0" err="1">
                <a:solidFill>
                  <a:srgbClr val="A31515"/>
                </a:solidFill>
                <a:effectLst/>
                <a:latin typeface="Consolas" panose="020B0609020204030204" pitchFamily="49" charset="0"/>
              </a:rPr>
              <a:t>std</a:t>
            </a:r>
            <a:r>
              <a:rPr lang="nl-BE" b="0">
                <a:solidFill>
                  <a:srgbClr val="A31515"/>
                </a:solidFill>
                <a:effectLst/>
                <a:latin typeface="Consolas" panose="020B0609020204030204" pitchFamily="49" charset="0"/>
              </a:rPr>
              <a:t>"</a:t>
            </a:r>
            <a:r>
              <a:rPr lang="nl-BE" b="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2456155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11B03-BB21-9E8F-D914-4C8DD3FB4D7B}"/>
              </a:ext>
            </a:extLst>
          </p:cNvPr>
          <p:cNvSpPr>
            <a:spLocks noGrp="1"/>
          </p:cNvSpPr>
          <p:nvPr>
            <p:ph type="title"/>
          </p:nvPr>
        </p:nvSpPr>
        <p:spPr/>
        <p:txBody>
          <a:bodyPr/>
          <a:lstStyle/>
          <a:p>
            <a:r>
              <a:rPr lang="en-US"/>
              <a:t>Crosstabulation</a:t>
            </a:r>
            <a:endParaRPr lang="en-BE"/>
          </a:p>
        </p:txBody>
      </p:sp>
      <p:sp>
        <p:nvSpPr>
          <p:cNvPr id="3" name="Content Placeholder 2">
            <a:extLst>
              <a:ext uri="{FF2B5EF4-FFF2-40B4-BE49-F238E27FC236}">
                <a16:creationId xmlns:a16="http://schemas.microsoft.com/office/drawing/2014/main" id="{1EE48EFB-91D8-0CF4-3B76-B2AB68B79F27}"/>
              </a:ext>
            </a:extLst>
          </p:cNvPr>
          <p:cNvSpPr>
            <a:spLocks noGrp="1"/>
          </p:cNvSpPr>
          <p:nvPr>
            <p:ph idx="1"/>
          </p:nvPr>
        </p:nvSpPr>
        <p:spPr>
          <a:xfrm>
            <a:off x="582705" y="1550894"/>
            <a:ext cx="7117506" cy="4626069"/>
          </a:xfrm>
        </p:spPr>
        <p:txBody>
          <a:bodyPr/>
          <a:lstStyle/>
          <a:p>
            <a:r>
              <a:rPr lang="en-US" dirty="0"/>
              <a:t>Look at the data on the right</a:t>
            </a:r>
          </a:p>
          <a:p>
            <a:r>
              <a:rPr lang="en-US" dirty="0"/>
              <a:t>We see some numbers (units and sales), but a lot of categorical data (date, region and type)</a:t>
            </a:r>
          </a:p>
          <a:p>
            <a:r>
              <a:rPr lang="en-US" dirty="0"/>
              <a:t>What possible questions on grouped data might there be:</a:t>
            </a:r>
          </a:p>
          <a:p>
            <a:pPr lvl="1"/>
            <a:r>
              <a:rPr lang="en-US" dirty="0"/>
              <a:t>More children’s clothing sold in the East?</a:t>
            </a:r>
          </a:p>
          <a:p>
            <a:pPr lvl="1"/>
            <a:r>
              <a:rPr lang="en-US" dirty="0"/>
              <a:t>More women’s clothing sold in April?</a:t>
            </a:r>
          </a:p>
          <a:p>
            <a:pPr lvl="1"/>
            <a:r>
              <a:rPr lang="en-US" dirty="0"/>
              <a:t>Low sales in the South in winter months?</a:t>
            </a:r>
          </a:p>
          <a:p>
            <a:r>
              <a:rPr lang="en-US" dirty="0"/>
              <a:t>Cross tabulation will help us investigate this</a:t>
            </a:r>
            <a:endParaRPr lang="en-BE" dirty="0"/>
          </a:p>
        </p:txBody>
      </p:sp>
      <p:sp>
        <p:nvSpPr>
          <p:cNvPr id="4" name="Slide Number Placeholder 3">
            <a:extLst>
              <a:ext uri="{FF2B5EF4-FFF2-40B4-BE49-F238E27FC236}">
                <a16:creationId xmlns:a16="http://schemas.microsoft.com/office/drawing/2014/main" id="{114E87B3-2857-E198-CE49-D486B0FBB3FB}"/>
              </a:ext>
            </a:extLst>
          </p:cNvPr>
          <p:cNvSpPr>
            <a:spLocks noGrp="1"/>
          </p:cNvSpPr>
          <p:nvPr>
            <p:ph type="sldNum" sz="quarter" idx="12"/>
          </p:nvPr>
        </p:nvSpPr>
        <p:spPr/>
        <p:txBody>
          <a:bodyPr/>
          <a:lstStyle/>
          <a:p>
            <a:fld id="{FE1B3154-47D9-4402-8EDB-E791933DC0B9}" type="slidenum">
              <a:rPr lang="nl-BE" smtClean="0"/>
              <a:pPr/>
              <a:t>33</a:t>
            </a:fld>
            <a:endParaRPr lang="nl-BE"/>
          </a:p>
        </p:txBody>
      </p:sp>
      <p:pic>
        <p:nvPicPr>
          <p:cNvPr id="6" name="Picture 5">
            <a:extLst>
              <a:ext uri="{FF2B5EF4-FFF2-40B4-BE49-F238E27FC236}">
                <a16:creationId xmlns:a16="http://schemas.microsoft.com/office/drawing/2014/main" id="{655712B5-B26D-2D22-FC2E-9D6C8FC34FA2}"/>
              </a:ext>
            </a:extLst>
          </p:cNvPr>
          <p:cNvPicPr>
            <a:picLocks noChangeAspect="1"/>
          </p:cNvPicPr>
          <p:nvPr/>
        </p:nvPicPr>
        <p:blipFill>
          <a:blip r:embed="rId3"/>
          <a:stretch>
            <a:fillRect/>
          </a:stretch>
        </p:blipFill>
        <p:spPr>
          <a:xfrm>
            <a:off x="7815537" y="1768135"/>
            <a:ext cx="4058216" cy="4191585"/>
          </a:xfrm>
          <a:prstGeom prst="rect">
            <a:avLst/>
          </a:prstGeom>
        </p:spPr>
      </p:pic>
    </p:spTree>
    <p:extLst>
      <p:ext uri="{BB962C8B-B14F-4D97-AF65-F5344CB8AC3E}">
        <p14:creationId xmlns:p14="http://schemas.microsoft.com/office/powerpoint/2010/main" val="3249631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50FA5-3864-1B4B-F632-A7AB27330A80}"/>
              </a:ext>
            </a:extLst>
          </p:cNvPr>
          <p:cNvSpPr>
            <a:spLocks noGrp="1"/>
          </p:cNvSpPr>
          <p:nvPr>
            <p:ph type="title"/>
          </p:nvPr>
        </p:nvSpPr>
        <p:spPr/>
        <p:txBody>
          <a:bodyPr/>
          <a:lstStyle/>
          <a:p>
            <a:r>
              <a:rPr lang="en-US" dirty="0"/>
              <a:t>Crosstab: region vs type</a:t>
            </a:r>
            <a:endParaRPr lang="en-GB" dirty="0"/>
          </a:p>
        </p:txBody>
      </p:sp>
      <p:sp>
        <p:nvSpPr>
          <p:cNvPr id="3" name="Content Placeholder 2">
            <a:extLst>
              <a:ext uri="{FF2B5EF4-FFF2-40B4-BE49-F238E27FC236}">
                <a16:creationId xmlns:a16="http://schemas.microsoft.com/office/drawing/2014/main" id="{94BE7478-B1E9-8FEC-78CD-CA60A34ED999}"/>
              </a:ext>
            </a:extLst>
          </p:cNvPr>
          <p:cNvSpPr>
            <a:spLocks noGrp="1"/>
          </p:cNvSpPr>
          <p:nvPr>
            <p:ph idx="1"/>
          </p:nvPr>
        </p:nvSpPr>
        <p:spPr/>
        <p:txBody>
          <a:bodyPr/>
          <a:lstStyle/>
          <a:p>
            <a:pPr marL="0" indent="0">
              <a:buNone/>
            </a:pPr>
            <a:r>
              <a:rPr lang="en-GB" b="0" dirty="0" err="1">
                <a:solidFill>
                  <a:srgbClr val="267F99"/>
                </a:solidFill>
                <a:effectLst/>
                <a:latin typeface="Consolas" panose="020B0609020204030204" pitchFamily="49" charset="0"/>
              </a:rPr>
              <a:t>pd</a:t>
            </a:r>
            <a:r>
              <a:rPr lang="en-GB" b="0" dirty="0" err="1">
                <a:solidFill>
                  <a:srgbClr val="3B3B3B"/>
                </a:solidFill>
                <a:effectLst/>
                <a:latin typeface="Consolas" panose="020B0609020204030204" pitchFamily="49" charset="0"/>
              </a:rPr>
              <a:t>.</a:t>
            </a:r>
            <a:r>
              <a:rPr lang="en-GB" b="0" dirty="0" err="1">
                <a:solidFill>
                  <a:srgbClr val="795E26"/>
                </a:solidFill>
                <a:effectLst/>
                <a:latin typeface="Consolas" panose="020B0609020204030204" pitchFamily="49" charset="0"/>
              </a:rPr>
              <a:t>crosstab</a:t>
            </a:r>
            <a:r>
              <a:rPr lang="en-GB" b="0" dirty="0">
                <a:solidFill>
                  <a:srgbClr val="3B3B3B"/>
                </a:solidFill>
                <a:effectLst/>
                <a:latin typeface="Consolas" panose="020B0609020204030204" pitchFamily="49" charset="0"/>
              </a:rPr>
              <a:t>(</a:t>
            </a:r>
            <a:r>
              <a:rPr lang="en-GB" b="0" dirty="0" err="1">
                <a:solidFill>
                  <a:srgbClr val="001080"/>
                </a:solidFill>
                <a:effectLst/>
                <a:latin typeface="Consolas" panose="020B0609020204030204" pitchFamily="49" charset="0"/>
              </a:rPr>
              <a:t>df</a:t>
            </a:r>
            <a:r>
              <a:rPr lang="en-GB" b="0" dirty="0" err="1">
                <a:solidFill>
                  <a:srgbClr val="3B3B3B"/>
                </a:solidFill>
                <a:effectLst/>
                <a:latin typeface="Consolas" panose="020B0609020204030204" pitchFamily="49" charset="0"/>
              </a:rPr>
              <a:t>.Region</a:t>
            </a:r>
            <a:r>
              <a:rPr lang="en-GB" b="0" dirty="0">
                <a:solidFill>
                  <a:srgbClr val="3B3B3B"/>
                </a:solidFill>
                <a:effectLst/>
                <a:latin typeface="Consolas" panose="020B0609020204030204" pitchFamily="49" charset="0"/>
              </a:rPr>
              <a:t>, </a:t>
            </a:r>
            <a:r>
              <a:rPr lang="en-GB" b="0" dirty="0" err="1">
                <a:solidFill>
                  <a:srgbClr val="001080"/>
                </a:solidFill>
                <a:effectLst/>
                <a:latin typeface="Consolas" panose="020B0609020204030204" pitchFamily="49" charset="0"/>
              </a:rPr>
              <a:t>df</a:t>
            </a:r>
            <a:r>
              <a:rPr lang="en-GB" b="0" dirty="0" err="1">
                <a:solidFill>
                  <a:srgbClr val="3B3B3B"/>
                </a:solidFill>
                <a:effectLst/>
                <a:latin typeface="Consolas" panose="020B0609020204030204" pitchFamily="49" charset="0"/>
              </a:rPr>
              <a:t>.Type</a:t>
            </a:r>
            <a:r>
              <a:rPr lang="en-GB" b="0" dirty="0">
                <a:solidFill>
                  <a:srgbClr val="3B3B3B"/>
                </a:solidFill>
                <a:effectLst/>
                <a:latin typeface="Consolas" panose="020B0609020204030204" pitchFamily="49" charset="0"/>
              </a:rPr>
              <a:t>)</a:t>
            </a:r>
          </a:p>
          <a:p>
            <a:endParaRPr lang="en-GB" dirty="0"/>
          </a:p>
        </p:txBody>
      </p:sp>
      <p:sp>
        <p:nvSpPr>
          <p:cNvPr id="4" name="Slide Number Placeholder 3">
            <a:extLst>
              <a:ext uri="{FF2B5EF4-FFF2-40B4-BE49-F238E27FC236}">
                <a16:creationId xmlns:a16="http://schemas.microsoft.com/office/drawing/2014/main" id="{F7ACFBB8-CB3D-4BC4-8F12-66FF8A5DE1B1}"/>
              </a:ext>
            </a:extLst>
          </p:cNvPr>
          <p:cNvSpPr>
            <a:spLocks noGrp="1"/>
          </p:cNvSpPr>
          <p:nvPr>
            <p:ph type="sldNum" sz="quarter" idx="12"/>
          </p:nvPr>
        </p:nvSpPr>
        <p:spPr/>
        <p:txBody>
          <a:bodyPr/>
          <a:lstStyle/>
          <a:p>
            <a:fld id="{FE1B3154-47D9-4402-8EDB-E791933DC0B9}" type="slidenum">
              <a:rPr lang="nl-BE" smtClean="0"/>
              <a:pPr/>
              <a:t>34</a:t>
            </a:fld>
            <a:endParaRPr lang="nl-BE"/>
          </a:p>
        </p:txBody>
      </p:sp>
      <p:pic>
        <p:nvPicPr>
          <p:cNvPr id="6" name="Picture 5">
            <a:extLst>
              <a:ext uri="{FF2B5EF4-FFF2-40B4-BE49-F238E27FC236}">
                <a16:creationId xmlns:a16="http://schemas.microsoft.com/office/drawing/2014/main" id="{82C5ECCD-800B-7FC5-1F0F-D91EBBDAADE6}"/>
              </a:ext>
            </a:extLst>
          </p:cNvPr>
          <p:cNvPicPr>
            <a:picLocks noChangeAspect="1"/>
          </p:cNvPicPr>
          <p:nvPr/>
        </p:nvPicPr>
        <p:blipFill>
          <a:blip r:embed="rId2"/>
          <a:stretch>
            <a:fillRect/>
          </a:stretch>
        </p:blipFill>
        <p:spPr>
          <a:xfrm>
            <a:off x="816385" y="3050291"/>
            <a:ext cx="5787615" cy="2144244"/>
          </a:xfrm>
          <a:prstGeom prst="rect">
            <a:avLst/>
          </a:prstGeom>
        </p:spPr>
      </p:pic>
      <p:sp>
        <p:nvSpPr>
          <p:cNvPr id="7" name="Content Placeholder 2">
            <a:extLst>
              <a:ext uri="{FF2B5EF4-FFF2-40B4-BE49-F238E27FC236}">
                <a16:creationId xmlns:a16="http://schemas.microsoft.com/office/drawing/2014/main" id="{E34ED616-1C7D-A89B-4B69-75BF45DED169}"/>
              </a:ext>
            </a:extLst>
          </p:cNvPr>
          <p:cNvSpPr txBox="1">
            <a:spLocks/>
          </p:cNvSpPr>
          <p:nvPr/>
        </p:nvSpPr>
        <p:spPr>
          <a:xfrm>
            <a:off x="582705" y="2231931"/>
            <a:ext cx="11199607" cy="46260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dirty="0" err="1"/>
              <a:t>By</a:t>
            </a:r>
            <a:r>
              <a:rPr lang="nl-BE" dirty="0"/>
              <a:t> default, in </a:t>
            </a:r>
            <a:r>
              <a:rPr lang="nl-BE" dirty="0" err="1"/>
              <a:t>each</a:t>
            </a:r>
            <a:r>
              <a:rPr lang="nl-BE" dirty="0"/>
              <a:t> </a:t>
            </a:r>
            <a:r>
              <a:rPr lang="nl-BE" dirty="0" err="1"/>
              <a:t>cell</a:t>
            </a:r>
            <a:r>
              <a:rPr lang="nl-BE" dirty="0"/>
              <a:t> </a:t>
            </a:r>
            <a:r>
              <a:rPr lang="nl-BE" dirty="0" err="1"/>
              <a:t>the</a:t>
            </a:r>
            <a:r>
              <a:rPr lang="nl-BE" dirty="0"/>
              <a:t> </a:t>
            </a:r>
            <a:r>
              <a:rPr lang="nl-BE" dirty="0" err="1"/>
              <a:t>number</a:t>
            </a:r>
            <a:r>
              <a:rPr lang="nl-BE" dirty="0"/>
              <a:t> of records in </a:t>
            </a:r>
            <a:r>
              <a:rPr lang="nl-BE" dirty="0" err="1"/>
              <a:t>the</a:t>
            </a:r>
            <a:r>
              <a:rPr lang="nl-BE" dirty="0"/>
              <a:t> </a:t>
            </a:r>
            <a:r>
              <a:rPr lang="nl-BE" dirty="0" err="1"/>
              <a:t>DataFrame</a:t>
            </a:r>
            <a:r>
              <a:rPr lang="nl-BE" dirty="0"/>
              <a:t> per </a:t>
            </a:r>
            <a:r>
              <a:rPr lang="nl-BE" dirty="0" err="1"/>
              <a:t>region</a:t>
            </a:r>
            <a:r>
              <a:rPr lang="nl-BE" dirty="0"/>
              <a:t> </a:t>
            </a:r>
            <a:r>
              <a:rPr lang="nl-BE" dirty="0" err="1"/>
              <a:t>and</a:t>
            </a:r>
            <a:r>
              <a:rPr lang="nl-BE" dirty="0"/>
              <a:t> type are </a:t>
            </a:r>
            <a:r>
              <a:rPr lang="nl-BE" dirty="0" err="1"/>
              <a:t>shown</a:t>
            </a:r>
            <a:r>
              <a:rPr lang="nl-BE" dirty="0"/>
              <a:t> </a:t>
            </a:r>
          </a:p>
          <a:p>
            <a:endParaRPr lang="nl-BE" dirty="0"/>
          </a:p>
          <a:p>
            <a:endParaRPr lang="nl-BE" dirty="0"/>
          </a:p>
          <a:p>
            <a:endParaRPr lang="nl-BE" dirty="0"/>
          </a:p>
          <a:p>
            <a:pPr marL="0" indent="0">
              <a:buNone/>
            </a:pPr>
            <a:br>
              <a:rPr lang="nl-BE" dirty="0"/>
            </a:br>
            <a:endParaRPr lang="nl-BE" dirty="0"/>
          </a:p>
          <a:p>
            <a:r>
              <a:rPr lang="nl-BE" dirty="0" err="1"/>
              <a:t>So</a:t>
            </a:r>
            <a:r>
              <a:rPr lang="nl-BE" dirty="0"/>
              <a:t>, in </a:t>
            </a:r>
            <a:r>
              <a:rPr lang="nl-BE" dirty="0" err="1"/>
              <a:t>each</a:t>
            </a:r>
            <a:r>
              <a:rPr lang="nl-BE" dirty="0"/>
              <a:t> </a:t>
            </a:r>
            <a:r>
              <a:rPr lang="nl-BE" dirty="0" err="1"/>
              <a:t>region</a:t>
            </a:r>
            <a:r>
              <a:rPr lang="nl-BE" dirty="0"/>
              <a:t> </a:t>
            </a:r>
            <a:r>
              <a:rPr lang="nl-BE" dirty="0" err="1"/>
              <a:t>the</a:t>
            </a:r>
            <a:r>
              <a:rPr lang="nl-BE" dirty="0"/>
              <a:t> most sales </a:t>
            </a:r>
            <a:r>
              <a:rPr lang="nl-BE" dirty="0" err="1"/>
              <a:t>registrations</a:t>
            </a:r>
            <a:r>
              <a:rPr lang="nl-BE" dirty="0"/>
              <a:t> are </a:t>
            </a:r>
            <a:r>
              <a:rPr lang="nl-BE" dirty="0" err="1"/>
              <a:t>for</a:t>
            </a:r>
            <a:r>
              <a:rPr lang="nl-BE" dirty="0"/>
              <a:t> </a:t>
            </a:r>
            <a:r>
              <a:rPr lang="nl-BE" dirty="0" err="1"/>
              <a:t>women’s</a:t>
            </a:r>
            <a:r>
              <a:rPr lang="nl-BE" dirty="0"/>
              <a:t> </a:t>
            </a:r>
            <a:r>
              <a:rPr lang="nl-BE" dirty="0" err="1"/>
              <a:t>clothing</a:t>
            </a:r>
            <a:r>
              <a:rPr lang="nl-BE" dirty="0"/>
              <a:t>.</a:t>
            </a:r>
            <a:br>
              <a:rPr lang="nl-BE" dirty="0"/>
            </a:br>
            <a:endParaRPr lang="en-BE" dirty="0"/>
          </a:p>
        </p:txBody>
      </p:sp>
    </p:spTree>
    <p:extLst>
      <p:ext uri="{BB962C8B-B14F-4D97-AF65-F5344CB8AC3E}">
        <p14:creationId xmlns:p14="http://schemas.microsoft.com/office/powerpoint/2010/main" val="4021665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37348-3762-DF36-7E72-6177C1CC5195}"/>
              </a:ext>
            </a:extLst>
          </p:cNvPr>
          <p:cNvSpPr>
            <a:spLocks noGrp="1"/>
          </p:cNvSpPr>
          <p:nvPr>
            <p:ph type="title"/>
          </p:nvPr>
        </p:nvSpPr>
        <p:spPr/>
        <p:txBody>
          <a:bodyPr/>
          <a:lstStyle/>
          <a:p>
            <a:r>
              <a:rPr lang="en-US" dirty="0"/>
              <a:t>Crosstab: region vs type</a:t>
            </a:r>
            <a:endParaRPr lang="en-BE" dirty="0"/>
          </a:p>
        </p:txBody>
      </p:sp>
      <p:sp>
        <p:nvSpPr>
          <p:cNvPr id="3" name="Content Placeholder 2">
            <a:extLst>
              <a:ext uri="{FF2B5EF4-FFF2-40B4-BE49-F238E27FC236}">
                <a16:creationId xmlns:a16="http://schemas.microsoft.com/office/drawing/2014/main" id="{DDB6DBEE-071C-025A-D403-18385C4ABD7D}"/>
              </a:ext>
            </a:extLst>
          </p:cNvPr>
          <p:cNvSpPr>
            <a:spLocks noGrp="1"/>
          </p:cNvSpPr>
          <p:nvPr>
            <p:ph idx="1"/>
          </p:nvPr>
        </p:nvSpPr>
        <p:spPr>
          <a:xfrm>
            <a:off x="405258" y="2577090"/>
            <a:ext cx="11381483" cy="2928240"/>
          </a:xfrm>
        </p:spPr>
        <p:txBody>
          <a:bodyPr>
            <a:noAutofit/>
          </a:bodyPr>
          <a:lstStyle/>
          <a:p>
            <a:r>
              <a:rPr lang="en-US" dirty="0"/>
              <a:t>This is the same crosstab as on the previous </a:t>
            </a:r>
            <a:br>
              <a:rPr lang="en-US" dirty="0"/>
            </a:br>
            <a:r>
              <a:rPr lang="en-US" dirty="0"/>
              <a:t>slide, but now we’re displaying</a:t>
            </a:r>
            <a:br>
              <a:rPr lang="en-US" dirty="0"/>
            </a:br>
            <a:r>
              <a:rPr lang="en-US" dirty="0"/>
              <a:t>the mean of sales revenue</a:t>
            </a:r>
          </a:p>
          <a:p>
            <a:r>
              <a:rPr lang="en-US" dirty="0"/>
              <a:t>So now we know that:</a:t>
            </a:r>
          </a:p>
          <a:p>
            <a:pPr lvl="1"/>
            <a:r>
              <a:rPr lang="en-US" sz="2800" dirty="0"/>
              <a:t>In women’s clothing we have the lowest sales revenue. </a:t>
            </a:r>
            <a:br>
              <a:rPr lang="en-US" sz="2800" dirty="0"/>
            </a:br>
            <a:r>
              <a:rPr lang="en-US" sz="2800" dirty="0"/>
              <a:t>When women buy something, they buy less items or less expensive items. (From before we knew they made more sales though, so they might just like to go shopping.)</a:t>
            </a:r>
          </a:p>
          <a:p>
            <a:pPr lvl="1"/>
            <a:r>
              <a:rPr lang="en-US" sz="2800" dirty="0"/>
              <a:t>Sales revenues are smaller in the East</a:t>
            </a:r>
            <a:endParaRPr lang="en-BE" sz="2800" dirty="0"/>
          </a:p>
        </p:txBody>
      </p:sp>
      <p:sp>
        <p:nvSpPr>
          <p:cNvPr id="4" name="Slide Number Placeholder 3">
            <a:extLst>
              <a:ext uri="{FF2B5EF4-FFF2-40B4-BE49-F238E27FC236}">
                <a16:creationId xmlns:a16="http://schemas.microsoft.com/office/drawing/2014/main" id="{5E780F63-1E67-DFDD-0841-E2610FB2A648}"/>
              </a:ext>
            </a:extLst>
          </p:cNvPr>
          <p:cNvSpPr>
            <a:spLocks noGrp="1"/>
          </p:cNvSpPr>
          <p:nvPr>
            <p:ph type="sldNum" sz="quarter" idx="12"/>
          </p:nvPr>
        </p:nvSpPr>
        <p:spPr/>
        <p:txBody>
          <a:bodyPr/>
          <a:lstStyle/>
          <a:p>
            <a:fld id="{FE1B3154-47D9-4402-8EDB-E791933DC0B9}" type="slidenum">
              <a:rPr lang="nl-BE" smtClean="0"/>
              <a:pPr/>
              <a:t>35</a:t>
            </a:fld>
            <a:endParaRPr lang="nl-BE"/>
          </a:p>
        </p:txBody>
      </p:sp>
      <p:pic>
        <p:nvPicPr>
          <p:cNvPr id="6" name="Picture 5">
            <a:extLst>
              <a:ext uri="{FF2B5EF4-FFF2-40B4-BE49-F238E27FC236}">
                <a16:creationId xmlns:a16="http://schemas.microsoft.com/office/drawing/2014/main" id="{19A8CF5E-D49D-BB69-18DE-FC3176A33D74}"/>
              </a:ext>
            </a:extLst>
          </p:cNvPr>
          <p:cNvPicPr>
            <a:picLocks noChangeAspect="1"/>
          </p:cNvPicPr>
          <p:nvPr/>
        </p:nvPicPr>
        <p:blipFill>
          <a:blip r:embed="rId3"/>
          <a:stretch>
            <a:fillRect/>
          </a:stretch>
        </p:blipFill>
        <p:spPr>
          <a:xfrm>
            <a:off x="7404629" y="2563380"/>
            <a:ext cx="4382112" cy="1648055"/>
          </a:xfrm>
          <a:prstGeom prst="rect">
            <a:avLst/>
          </a:prstGeom>
        </p:spPr>
      </p:pic>
      <p:sp>
        <p:nvSpPr>
          <p:cNvPr id="7" name="TextBox 6">
            <a:extLst>
              <a:ext uri="{FF2B5EF4-FFF2-40B4-BE49-F238E27FC236}">
                <a16:creationId xmlns:a16="http://schemas.microsoft.com/office/drawing/2014/main" id="{266CF19A-050E-81D6-36D2-4DB46687FE03}"/>
              </a:ext>
            </a:extLst>
          </p:cNvPr>
          <p:cNvSpPr txBox="1"/>
          <p:nvPr/>
        </p:nvSpPr>
        <p:spPr>
          <a:xfrm>
            <a:off x="653143" y="1577172"/>
            <a:ext cx="11316863"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2000" b="0" err="1">
                <a:solidFill>
                  <a:srgbClr val="267F99"/>
                </a:solidFill>
                <a:effectLst/>
                <a:latin typeface="Consolas" panose="020B0609020204030204" pitchFamily="49" charset="0"/>
              </a:rPr>
              <a:t>pd</a:t>
            </a:r>
            <a:r>
              <a:rPr lang="nl-BE" sz="2000" b="0" err="1">
                <a:solidFill>
                  <a:srgbClr val="3B3B3B"/>
                </a:solidFill>
                <a:effectLst/>
                <a:latin typeface="Consolas" panose="020B0609020204030204" pitchFamily="49" charset="0"/>
              </a:rPr>
              <a:t>.</a:t>
            </a:r>
            <a:r>
              <a:rPr lang="nl-BE" sz="2000" b="0" err="1">
                <a:solidFill>
                  <a:srgbClr val="795E26"/>
                </a:solidFill>
                <a:effectLst/>
                <a:latin typeface="Consolas" panose="020B0609020204030204" pitchFamily="49" charset="0"/>
              </a:rPr>
              <a:t>crosstab</a:t>
            </a:r>
            <a:r>
              <a:rPr lang="nl-BE" sz="2000" b="0">
                <a:solidFill>
                  <a:srgbClr val="3B3B3B"/>
                </a:solidFill>
                <a:effectLst/>
                <a:latin typeface="Consolas" panose="020B0609020204030204" pitchFamily="49" charset="0"/>
              </a:rPr>
              <a:t>(</a:t>
            </a:r>
            <a:r>
              <a:rPr lang="nl-BE" sz="2000" b="0">
                <a:solidFill>
                  <a:srgbClr val="001080"/>
                </a:solidFill>
                <a:effectLst/>
                <a:latin typeface="Consolas" panose="020B0609020204030204" pitchFamily="49" charset="0"/>
              </a:rPr>
              <a:t>index</a:t>
            </a:r>
            <a:r>
              <a:rPr lang="nl-BE" sz="2000" b="0">
                <a:solidFill>
                  <a:srgbClr val="3B3B3B"/>
                </a:solidFill>
                <a:effectLst/>
                <a:latin typeface="Consolas" panose="020B0609020204030204" pitchFamily="49" charset="0"/>
              </a:rPr>
              <a:t> </a:t>
            </a:r>
            <a:r>
              <a:rPr lang="nl-BE" sz="2000" b="0">
                <a:solidFill>
                  <a:srgbClr val="000000"/>
                </a:solidFill>
                <a:effectLst/>
                <a:latin typeface="Consolas" panose="020B0609020204030204" pitchFamily="49" charset="0"/>
              </a:rPr>
              <a:t>=</a:t>
            </a:r>
            <a:r>
              <a:rPr lang="nl-BE" sz="2000" b="0">
                <a:solidFill>
                  <a:srgbClr val="3B3B3B"/>
                </a:solidFill>
                <a:effectLst/>
                <a:latin typeface="Consolas" panose="020B0609020204030204" pitchFamily="49" charset="0"/>
              </a:rPr>
              <a:t> </a:t>
            </a:r>
            <a:r>
              <a:rPr lang="nl-BE" sz="2000" b="0" err="1">
                <a:solidFill>
                  <a:srgbClr val="001080"/>
                </a:solidFill>
                <a:effectLst/>
                <a:latin typeface="Consolas" panose="020B0609020204030204" pitchFamily="49" charset="0"/>
              </a:rPr>
              <a:t>df_pivot</a:t>
            </a:r>
            <a:r>
              <a:rPr lang="nl-BE" sz="2000" b="0" err="1">
                <a:solidFill>
                  <a:srgbClr val="3B3B3B"/>
                </a:solidFill>
                <a:effectLst/>
                <a:latin typeface="Consolas" panose="020B0609020204030204" pitchFamily="49" charset="0"/>
              </a:rPr>
              <a:t>.Region</a:t>
            </a:r>
            <a:r>
              <a:rPr lang="nl-BE" sz="2000" b="0">
                <a:solidFill>
                  <a:srgbClr val="3B3B3B"/>
                </a:solidFill>
                <a:effectLst/>
                <a:latin typeface="Consolas" panose="020B0609020204030204" pitchFamily="49" charset="0"/>
              </a:rPr>
              <a:t>, </a:t>
            </a:r>
            <a:r>
              <a:rPr lang="nl-BE" sz="2000" b="0">
                <a:solidFill>
                  <a:srgbClr val="001080"/>
                </a:solidFill>
                <a:effectLst/>
                <a:latin typeface="Consolas" panose="020B0609020204030204" pitchFamily="49" charset="0"/>
              </a:rPr>
              <a:t>columns</a:t>
            </a:r>
            <a:r>
              <a:rPr lang="nl-BE" sz="2000" b="0">
                <a:solidFill>
                  <a:srgbClr val="3B3B3B"/>
                </a:solidFill>
                <a:effectLst/>
                <a:latin typeface="Consolas" panose="020B0609020204030204" pitchFamily="49" charset="0"/>
              </a:rPr>
              <a:t> </a:t>
            </a:r>
            <a:r>
              <a:rPr lang="nl-BE" sz="2000" b="0">
                <a:solidFill>
                  <a:srgbClr val="000000"/>
                </a:solidFill>
                <a:effectLst/>
                <a:latin typeface="Consolas" panose="020B0609020204030204" pitchFamily="49" charset="0"/>
              </a:rPr>
              <a:t>=</a:t>
            </a:r>
            <a:r>
              <a:rPr lang="nl-BE" sz="2000" b="0">
                <a:solidFill>
                  <a:srgbClr val="3B3B3B"/>
                </a:solidFill>
                <a:effectLst/>
                <a:latin typeface="Consolas" panose="020B0609020204030204" pitchFamily="49" charset="0"/>
              </a:rPr>
              <a:t> </a:t>
            </a:r>
            <a:r>
              <a:rPr lang="nl-BE" sz="2000" b="0" err="1">
                <a:solidFill>
                  <a:srgbClr val="001080"/>
                </a:solidFill>
                <a:effectLst/>
                <a:latin typeface="Consolas" panose="020B0609020204030204" pitchFamily="49" charset="0"/>
              </a:rPr>
              <a:t>df_pivot</a:t>
            </a:r>
            <a:r>
              <a:rPr lang="nl-BE" sz="2000" b="0" err="1">
                <a:solidFill>
                  <a:srgbClr val="3B3B3B"/>
                </a:solidFill>
                <a:effectLst/>
                <a:latin typeface="Consolas" panose="020B0609020204030204" pitchFamily="49" charset="0"/>
              </a:rPr>
              <a:t>.Type</a:t>
            </a:r>
            <a:r>
              <a:rPr lang="nl-BE" sz="2000" b="0">
                <a:solidFill>
                  <a:srgbClr val="3B3B3B"/>
                </a:solidFill>
                <a:effectLst/>
                <a:latin typeface="Consolas" panose="020B0609020204030204" pitchFamily="49" charset="0"/>
              </a:rPr>
              <a:t>, </a:t>
            </a:r>
            <a:br>
              <a:rPr lang="nl-BE" sz="2000" b="0">
                <a:solidFill>
                  <a:srgbClr val="3B3B3B"/>
                </a:solidFill>
                <a:effectLst/>
                <a:latin typeface="Consolas" panose="020B0609020204030204" pitchFamily="49" charset="0"/>
              </a:rPr>
            </a:br>
            <a:r>
              <a:rPr lang="nl-BE" sz="2000" b="0">
                <a:solidFill>
                  <a:srgbClr val="3B3B3B"/>
                </a:solidFill>
                <a:effectLst/>
                <a:latin typeface="Consolas" panose="020B0609020204030204" pitchFamily="49" charset="0"/>
              </a:rPr>
              <a:t>		</a:t>
            </a:r>
            <a:r>
              <a:rPr lang="nl-BE" sz="2000" b="0" err="1">
                <a:solidFill>
                  <a:srgbClr val="001080"/>
                </a:solidFill>
                <a:effectLst/>
                <a:latin typeface="Consolas" panose="020B0609020204030204" pitchFamily="49" charset="0"/>
              </a:rPr>
              <a:t>values</a:t>
            </a:r>
            <a:r>
              <a:rPr lang="nl-BE" sz="2000" b="0">
                <a:solidFill>
                  <a:srgbClr val="3B3B3B"/>
                </a:solidFill>
                <a:effectLst/>
                <a:latin typeface="Consolas" panose="020B0609020204030204" pitchFamily="49" charset="0"/>
              </a:rPr>
              <a:t> </a:t>
            </a:r>
            <a:r>
              <a:rPr lang="nl-BE" sz="2000" b="0">
                <a:solidFill>
                  <a:srgbClr val="000000"/>
                </a:solidFill>
                <a:effectLst/>
                <a:latin typeface="Consolas" panose="020B0609020204030204" pitchFamily="49" charset="0"/>
              </a:rPr>
              <a:t>=</a:t>
            </a:r>
            <a:r>
              <a:rPr lang="nl-BE" sz="2000" b="0">
                <a:solidFill>
                  <a:srgbClr val="3B3B3B"/>
                </a:solidFill>
                <a:effectLst/>
                <a:latin typeface="Consolas" panose="020B0609020204030204" pitchFamily="49" charset="0"/>
              </a:rPr>
              <a:t> </a:t>
            </a:r>
            <a:r>
              <a:rPr lang="nl-BE" sz="2000" b="0" err="1">
                <a:solidFill>
                  <a:srgbClr val="001080"/>
                </a:solidFill>
                <a:effectLst/>
                <a:latin typeface="Consolas" panose="020B0609020204030204" pitchFamily="49" charset="0"/>
              </a:rPr>
              <a:t>df_pivot</a:t>
            </a:r>
            <a:r>
              <a:rPr lang="nl-BE" sz="2000" b="0" err="1">
                <a:solidFill>
                  <a:srgbClr val="3B3B3B"/>
                </a:solidFill>
                <a:effectLst/>
                <a:latin typeface="Consolas" panose="020B0609020204030204" pitchFamily="49" charset="0"/>
              </a:rPr>
              <a:t>.Sales</a:t>
            </a:r>
            <a:r>
              <a:rPr lang="nl-BE" sz="2000" b="0">
                <a:solidFill>
                  <a:srgbClr val="3B3B3B"/>
                </a:solidFill>
                <a:effectLst/>
                <a:latin typeface="Consolas" panose="020B0609020204030204" pitchFamily="49" charset="0"/>
              </a:rPr>
              <a:t>, </a:t>
            </a:r>
            <a:r>
              <a:rPr lang="nl-BE" sz="2000" b="0" err="1">
                <a:solidFill>
                  <a:srgbClr val="001080"/>
                </a:solidFill>
                <a:effectLst/>
                <a:latin typeface="Consolas" panose="020B0609020204030204" pitchFamily="49" charset="0"/>
              </a:rPr>
              <a:t>aggfunc</a:t>
            </a:r>
            <a:r>
              <a:rPr lang="nl-BE" sz="2000" b="0">
                <a:solidFill>
                  <a:srgbClr val="3B3B3B"/>
                </a:solidFill>
                <a:effectLst/>
                <a:latin typeface="Consolas" panose="020B0609020204030204" pitchFamily="49" charset="0"/>
              </a:rPr>
              <a:t> </a:t>
            </a:r>
            <a:r>
              <a:rPr lang="nl-BE" sz="2000" b="0">
                <a:solidFill>
                  <a:srgbClr val="000000"/>
                </a:solidFill>
                <a:effectLst/>
                <a:latin typeface="Consolas" panose="020B0609020204030204" pitchFamily="49" charset="0"/>
              </a:rPr>
              <a:t>=</a:t>
            </a:r>
            <a:r>
              <a:rPr lang="nl-BE" sz="2000" b="0">
                <a:solidFill>
                  <a:srgbClr val="3B3B3B"/>
                </a:solidFill>
                <a:effectLst/>
                <a:latin typeface="Consolas" panose="020B0609020204030204" pitchFamily="49" charset="0"/>
              </a:rPr>
              <a:t> </a:t>
            </a:r>
            <a:r>
              <a:rPr lang="nl-BE" sz="2000" b="0">
                <a:solidFill>
                  <a:srgbClr val="A31515"/>
                </a:solidFill>
                <a:effectLst/>
                <a:latin typeface="Consolas" panose="020B0609020204030204" pitchFamily="49" charset="0"/>
              </a:rPr>
              <a:t>'</a:t>
            </a:r>
            <a:r>
              <a:rPr lang="nl-BE" sz="2000" b="0" err="1">
                <a:solidFill>
                  <a:srgbClr val="A31515"/>
                </a:solidFill>
                <a:effectLst/>
                <a:latin typeface="Consolas" panose="020B0609020204030204" pitchFamily="49" charset="0"/>
              </a:rPr>
              <a:t>mean</a:t>
            </a:r>
            <a:r>
              <a:rPr lang="nl-BE" sz="2000" b="0">
                <a:solidFill>
                  <a:srgbClr val="A31515"/>
                </a:solidFill>
                <a:effectLst/>
                <a:latin typeface="Consolas" panose="020B0609020204030204" pitchFamily="49" charset="0"/>
              </a:rPr>
              <a:t>'</a:t>
            </a:r>
            <a:r>
              <a:rPr lang="nl-BE" sz="2000" b="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100950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D5141-8561-A1E5-6AD4-9533CB1376FF}"/>
              </a:ext>
            </a:extLst>
          </p:cNvPr>
          <p:cNvSpPr>
            <a:spLocks noGrp="1"/>
          </p:cNvSpPr>
          <p:nvPr>
            <p:ph type="title"/>
          </p:nvPr>
        </p:nvSpPr>
        <p:spPr/>
        <p:txBody>
          <a:bodyPr/>
          <a:lstStyle/>
          <a:p>
            <a:r>
              <a:rPr lang="en-US"/>
              <a:t>An overview in graphs</a:t>
            </a:r>
            <a:endParaRPr lang="en-BE"/>
          </a:p>
        </p:txBody>
      </p:sp>
      <p:sp>
        <p:nvSpPr>
          <p:cNvPr id="3" name="Content Placeholder 2">
            <a:extLst>
              <a:ext uri="{FF2B5EF4-FFF2-40B4-BE49-F238E27FC236}">
                <a16:creationId xmlns:a16="http://schemas.microsoft.com/office/drawing/2014/main" id="{C5847816-2CE3-F218-9153-D697415D55DE}"/>
              </a:ext>
            </a:extLst>
          </p:cNvPr>
          <p:cNvSpPr>
            <a:spLocks noGrp="1"/>
          </p:cNvSpPr>
          <p:nvPr>
            <p:ph idx="1"/>
          </p:nvPr>
        </p:nvSpPr>
        <p:spPr/>
        <p:txBody>
          <a:bodyPr/>
          <a:lstStyle/>
          <a:p>
            <a:r>
              <a:rPr lang="en-US"/>
              <a:t>As people we like our numbers in graphs</a:t>
            </a:r>
          </a:p>
          <a:p>
            <a:pPr lvl="1"/>
            <a:endParaRPr lang="en-US"/>
          </a:p>
          <a:p>
            <a:pPr lvl="1"/>
            <a:endParaRPr lang="en-US"/>
          </a:p>
          <a:p>
            <a:pPr lvl="1"/>
            <a:r>
              <a:rPr lang="en-US"/>
              <a:t>Unless you’re him:</a:t>
            </a:r>
          </a:p>
          <a:p>
            <a:pPr lvl="1"/>
            <a:endParaRPr lang="en-US"/>
          </a:p>
          <a:p>
            <a:pPr lvl="1"/>
            <a:endParaRPr lang="en-US"/>
          </a:p>
          <a:p>
            <a:r>
              <a:rPr lang="en-US"/>
              <a:t>When doing data science, which implies you have no or limited domain knowledge, you explore the data by making graphs</a:t>
            </a:r>
          </a:p>
          <a:p>
            <a:r>
              <a:rPr lang="en-US"/>
              <a:t>These graphs raise questions, that spark more graphs</a:t>
            </a:r>
          </a:p>
          <a:p>
            <a:pPr lvl="1"/>
            <a:r>
              <a:rPr lang="en-US"/>
              <a:t>Repeat until you understand the data</a:t>
            </a:r>
            <a:endParaRPr lang="en-BE"/>
          </a:p>
        </p:txBody>
      </p:sp>
      <p:sp>
        <p:nvSpPr>
          <p:cNvPr id="4" name="Slide Number Placeholder 3">
            <a:extLst>
              <a:ext uri="{FF2B5EF4-FFF2-40B4-BE49-F238E27FC236}">
                <a16:creationId xmlns:a16="http://schemas.microsoft.com/office/drawing/2014/main" id="{BE627BD9-11AF-A677-21AC-EE396D1F7686}"/>
              </a:ext>
            </a:extLst>
          </p:cNvPr>
          <p:cNvSpPr>
            <a:spLocks noGrp="1"/>
          </p:cNvSpPr>
          <p:nvPr>
            <p:ph type="sldNum" sz="quarter" idx="12"/>
          </p:nvPr>
        </p:nvSpPr>
        <p:spPr/>
        <p:txBody>
          <a:bodyPr/>
          <a:lstStyle/>
          <a:p>
            <a:fld id="{FE1B3154-47D9-4402-8EDB-E791933DC0B9}" type="slidenum">
              <a:rPr lang="nl-BE" smtClean="0"/>
              <a:pPr/>
              <a:t>36</a:t>
            </a:fld>
            <a:endParaRPr lang="nl-BE"/>
          </a:p>
        </p:txBody>
      </p:sp>
      <p:pic>
        <p:nvPicPr>
          <p:cNvPr id="6" name="Picture 5" descr="A picture containing text, person, indoor&#10;&#10;Description automatically generated">
            <a:extLst>
              <a:ext uri="{FF2B5EF4-FFF2-40B4-BE49-F238E27FC236}">
                <a16:creationId xmlns:a16="http://schemas.microsoft.com/office/drawing/2014/main" id="{D647532C-9568-ABDD-CEFC-5F4C0A07A0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7353" y="2093195"/>
            <a:ext cx="3314696" cy="1854708"/>
          </a:xfrm>
          <a:prstGeom prst="rect">
            <a:avLst/>
          </a:prstGeom>
        </p:spPr>
      </p:pic>
    </p:spTree>
    <p:extLst>
      <p:ext uri="{BB962C8B-B14F-4D97-AF65-F5344CB8AC3E}">
        <p14:creationId xmlns:p14="http://schemas.microsoft.com/office/powerpoint/2010/main" val="3850362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C258D-A82F-83B5-9323-59E0FCA8D694}"/>
              </a:ext>
            </a:extLst>
          </p:cNvPr>
          <p:cNvSpPr>
            <a:spLocks noGrp="1"/>
          </p:cNvSpPr>
          <p:nvPr>
            <p:ph type="title"/>
          </p:nvPr>
        </p:nvSpPr>
        <p:spPr/>
        <p:txBody>
          <a:bodyPr/>
          <a:lstStyle/>
          <a:p>
            <a:r>
              <a:rPr lang="en-US"/>
              <a:t>The pie chart</a:t>
            </a:r>
            <a:endParaRPr lang="en-BE"/>
          </a:p>
        </p:txBody>
      </p:sp>
      <p:sp>
        <p:nvSpPr>
          <p:cNvPr id="3" name="Content Placeholder 2">
            <a:extLst>
              <a:ext uri="{FF2B5EF4-FFF2-40B4-BE49-F238E27FC236}">
                <a16:creationId xmlns:a16="http://schemas.microsoft.com/office/drawing/2014/main" id="{0017785B-E3CE-CB5E-622B-47B75BEBA33B}"/>
              </a:ext>
            </a:extLst>
          </p:cNvPr>
          <p:cNvSpPr>
            <a:spLocks noGrp="1"/>
          </p:cNvSpPr>
          <p:nvPr>
            <p:ph idx="1"/>
          </p:nvPr>
        </p:nvSpPr>
        <p:spPr/>
        <p:txBody>
          <a:bodyPr/>
          <a:lstStyle/>
          <a:p>
            <a:r>
              <a:rPr lang="en-US" dirty="0"/>
              <a:t>Pie charts are great. They not only have many colors, but they also remind us it’s time for a break. We need more pie! </a:t>
            </a:r>
          </a:p>
          <a:p>
            <a:r>
              <a:rPr lang="en-US" dirty="0"/>
              <a:t>But seriously, don’t use pie charts unless you respect the rules:</a:t>
            </a:r>
          </a:p>
          <a:p>
            <a:endParaRPr lang="en-US" dirty="0"/>
          </a:p>
          <a:p>
            <a:pPr lvl="1"/>
            <a:r>
              <a:rPr lang="en-US" dirty="0"/>
              <a:t>Max </a:t>
            </a:r>
            <a:r>
              <a:rPr lang="nl-BE" dirty="0"/>
              <a:t>6 slices</a:t>
            </a:r>
          </a:p>
          <a:p>
            <a:pPr lvl="1"/>
            <a:r>
              <a:rPr lang="nl-BE" dirty="0"/>
              <a:t>In </a:t>
            </a:r>
            <a:r>
              <a:rPr lang="nl-BE" dirty="0" err="1"/>
              <a:t>descending</a:t>
            </a:r>
            <a:r>
              <a:rPr lang="nl-BE" dirty="0"/>
              <a:t> order</a:t>
            </a:r>
          </a:p>
          <a:p>
            <a:pPr lvl="1"/>
            <a:r>
              <a:rPr lang="nl-BE" dirty="0"/>
              <a:t>Percentages </a:t>
            </a:r>
            <a:r>
              <a:rPr lang="nl-BE" dirty="0" err="1"/>
              <a:t>printed</a:t>
            </a:r>
            <a:endParaRPr lang="en-US" dirty="0"/>
          </a:p>
        </p:txBody>
      </p:sp>
      <p:sp>
        <p:nvSpPr>
          <p:cNvPr id="4" name="Slide Number Placeholder 3">
            <a:extLst>
              <a:ext uri="{FF2B5EF4-FFF2-40B4-BE49-F238E27FC236}">
                <a16:creationId xmlns:a16="http://schemas.microsoft.com/office/drawing/2014/main" id="{1FF5E105-E851-41C1-2D62-027ABF005A1C}"/>
              </a:ext>
            </a:extLst>
          </p:cNvPr>
          <p:cNvSpPr>
            <a:spLocks noGrp="1"/>
          </p:cNvSpPr>
          <p:nvPr>
            <p:ph type="sldNum" sz="quarter" idx="12"/>
          </p:nvPr>
        </p:nvSpPr>
        <p:spPr/>
        <p:txBody>
          <a:bodyPr/>
          <a:lstStyle/>
          <a:p>
            <a:fld id="{FE1B3154-47D9-4402-8EDB-E791933DC0B9}" type="slidenum">
              <a:rPr lang="nl-BE" smtClean="0"/>
              <a:pPr/>
              <a:t>37</a:t>
            </a:fld>
            <a:endParaRPr lang="nl-BE"/>
          </a:p>
        </p:txBody>
      </p:sp>
      <p:pic>
        <p:nvPicPr>
          <p:cNvPr id="6" name="Picture 5">
            <a:extLst>
              <a:ext uri="{FF2B5EF4-FFF2-40B4-BE49-F238E27FC236}">
                <a16:creationId xmlns:a16="http://schemas.microsoft.com/office/drawing/2014/main" id="{387B7184-5EFD-67DE-E1A6-5FD07604B036}"/>
              </a:ext>
            </a:extLst>
          </p:cNvPr>
          <p:cNvPicPr>
            <a:picLocks noChangeAspect="1"/>
          </p:cNvPicPr>
          <p:nvPr/>
        </p:nvPicPr>
        <p:blipFill>
          <a:blip r:embed="rId3"/>
          <a:stretch>
            <a:fillRect/>
          </a:stretch>
        </p:blipFill>
        <p:spPr>
          <a:xfrm>
            <a:off x="5674132" y="3118081"/>
            <a:ext cx="4382945" cy="3517084"/>
          </a:xfrm>
          <a:prstGeom prst="rect">
            <a:avLst/>
          </a:prstGeom>
        </p:spPr>
      </p:pic>
      <p:cxnSp>
        <p:nvCxnSpPr>
          <p:cNvPr id="14" name="Straight Connector 13">
            <a:extLst>
              <a:ext uri="{FF2B5EF4-FFF2-40B4-BE49-F238E27FC236}">
                <a16:creationId xmlns:a16="http://schemas.microsoft.com/office/drawing/2014/main" id="{AD052233-D929-9A38-8EC0-0D3BB0F570C7}"/>
              </a:ext>
            </a:extLst>
          </p:cNvPr>
          <p:cNvCxnSpPr>
            <a:cxnSpLocks/>
          </p:cNvCxnSpPr>
          <p:nvPr/>
        </p:nvCxnSpPr>
        <p:spPr>
          <a:xfrm>
            <a:off x="5968253" y="3972567"/>
            <a:ext cx="2725260" cy="266259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09C846E-AD8A-2AA6-2998-3444806BFB5A}"/>
              </a:ext>
            </a:extLst>
          </p:cNvPr>
          <p:cNvCxnSpPr>
            <a:cxnSpLocks/>
          </p:cNvCxnSpPr>
          <p:nvPr/>
        </p:nvCxnSpPr>
        <p:spPr>
          <a:xfrm flipV="1">
            <a:off x="5968253" y="4186989"/>
            <a:ext cx="3081755" cy="235192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336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B1E017-4DA6-FA3F-A4CD-645C889E2B7F}"/>
              </a:ext>
            </a:extLst>
          </p:cNvPr>
          <p:cNvSpPr>
            <a:spLocks noGrp="1"/>
          </p:cNvSpPr>
          <p:nvPr>
            <p:ph type="title"/>
          </p:nvPr>
        </p:nvSpPr>
        <p:spPr/>
        <p:txBody>
          <a:bodyPr/>
          <a:lstStyle/>
          <a:p>
            <a:r>
              <a:rPr lang="en-US">
                <a:latin typeface="Calibri"/>
                <a:cs typeface="Calibri"/>
              </a:rPr>
              <a:t>Scatter plot</a:t>
            </a:r>
            <a:endParaRPr lang="nl-NL">
              <a:latin typeface="Calibri"/>
              <a:cs typeface="Calibri"/>
            </a:endParaRPr>
          </a:p>
        </p:txBody>
      </p:sp>
      <p:sp>
        <p:nvSpPr>
          <p:cNvPr id="3" name="Tijdelijke aanduiding voor inhoud 2">
            <a:extLst>
              <a:ext uri="{FF2B5EF4-FFF2-40B4-BE49-F238E27FC236}">
                <a16:creationId xmlns:a16="http://schemas.microsoft.com/office/drawing/2014/main" id="{5A99D517-24C1-F3C4-323D-6F73BE8B9070}"/>
              </a:ext>
            </a:extLst>
          </p:cNvPr>
          <p:cNvSpPr>
            <a:spLocks noGrp="1"/>
          </p:cNvSpPr>
          <p:nvPr>
            <p:ph idx="1"/>
          </p:nvPr>
        </p:nvSpPr>
        <p:spPr/>
        <p:txBody>
          <a:bodyPr vert="horz" lIns="91440" tIns="45720" rIns="91440" bIns="45720" rtlCol="0" anchor="t">
            <a:normAutofit fontScale="92500" lnSpcReduction="10000"/>
          </a:bodyPr>
          <a:lstStyle/>
          <a:p>
            <a:r>
              <a:rPr lang="nl-NL" dirty="0" err="1">
                <a:ea typeface="+mn-lt"/>
                <a:cs typeface="+mn-lt"/>
              </a:rPr>
              <a:t>Scatter</a:t>
            </a:r>
            <a:r>
              <a:rPr lang="nl-NL" dirty="0">
                <a:ea typeface="+mn-lt"/>
                <a:cs typeface="+mn-lt"/>
              </a:rPr>
              <a:t> plot:</a:t>
            </a:r>
          </a:p>
          <a:p>
            <a:pPr lvl="1"/>
            <a:r>
              <a:rPr lang="nl-NL" dirty="0">
                <a:ea typeface="+mn-lt"/>
                <a:cs typeface="+mn-lt"/>
              </a:rPr>
              <a:t>Data </a:t>
            </a:r>
            <a:r>
              <a:rPr lang="nl-NL" dirty="0" err="1">
                <a:ea typeface="+mn-lt"/>
                <a:cs typeface="+mn-lt"/>
              </a:rPr>
              <a:t>visualisation</a:t>
            </a:r>
            <a:r>
              <a:rPr lang="nl-NL" dirty="0">
                <a:ea typeface="+mn-lt"/>
                <a:cs typeface="+mn-lt"/>
              </a:rPr>
              <a:t> </a:t>
            </a:r>
            <a:r>
              <a:rPr lang="nl-NL" dirty="0" err="1">
                <a:ea typeface="+mn-lt"/>
                <a:cs typeface="+mn-lt"/>
              </a:rPr>
              <a:t>technique</a:t>
            </a:r>
            <a:r>
              <a:rPr lang="nl-NL" dirty="0">
                <a:ea typeface="+mn-lt"/>
                <a:cs typeface="+mn-lt"/>
              </a:rPr>
              <a:t> </a:t>
            </a:r>
            <a:r>
              <a:rPr lang="nl-NL" dirty="0" err="1">
                <a:ea typeface="+mn-lt"/>
                <a:cs typeface="+mn-lt"/>
              </a:rPr>
              <a:t>to</a:t>
            </a:r>
            <a:r>
              <a:rPr lang="nl-NL" dirty="0">
                <a:ea typeface="+mn-lt"/>
                <a:cs typeface="+mn-lt"/>
              </a:rPr>
              <a:t> show </a:t>
            </a:r>
            <a:r>
              <a:rPr lang="nl-NL" dirty="0" err="1">
                <a:ea typeface="+mn-lt"/>
                <a:cs typeface="+mn-lt"/>
              </a:rPr>
              <a:t>the</a:t>
            </a:r>
            <a:r>
              <a:rPr lang="nl-NL" dirty="0">
                <a:ea typeface="+mn-lt"/>
                <a:cs typeface="+mn-lt"/>
              </a:rPr>
              <a:t> </a:t>
            </a:r>
            <a:r>
              <a:rPr lang="nl-NL" dirty="0" err="1">
                <a:ea typeface="+mn-lt"/>
                <a:cs typeface="+mn-lt"/>
              </a:rPr>
              <a:t>relationship</a:t>
            </a:r>
            <a:r>
              <a:rPr lang="nl-NL" dirty="0">
                <a:ea typeface="+mn-lt"/>
                <a:cs typeface="+mn-lt"/>
              </a:rPr>
              <a:t>  </a:t>
            </a:r>
            <a:r>
              <a:rPr lang="nl-NL" dirty="0" err="1">
                <a:ea typeface="+mn-lt"/>
                <a:cs typeface="+mn-lt"/>
              </a:rPr>
              <a:t>between</a:t>
            </a:r>
            <a:r>
              <a:rPr lang="nl-NL" dirty="0">
                <a:ea typeface="+mn-lt"/>
                <a:cs typeface="+mn-lt"/>
              </a:rPr>
              <a:t> </a:t>
            </a:r>
            <a:r>
              <a:rPr lang="nl-NL" dirty="0" err="1">
                <a:ea typeface="+mn-lt"/>
                <a:cs typeface="+mn-lt"/>
              </a:rPr>
              <a:t>two</a:t>
            </a:r>
            <a:r>
              <a:rPr lang="nl-NL" dirty="0">
                <a:ea typeface="+mn-lt"/>
                <a:cs typeface="+mn-lt"/>
              </a:rPr>
              <a:t> </a:t>
            </a:r>
            <a:r>
              <a:rPr lang="nl-NL" dirty="0" err="1">
                <a:ea typeface="+mn-lt"/>
                <a:cs typeface="+mn-lt"/>
              </a:rPr>
              <a:t>numerical</a:t>
            </a:r>
            <a:r>
              <a:rPr lang="nl-NL" dirty="0">
                <a:ea typeface="+mn-lt"/>
                <a:cs typeface="+mn-lt"/>
              </a:rPr>
              <a:t> variables. </a:t>
            </a:r>
          </a:p>
          <a:p>
            <a:pPr lvl="1"/>
            <a:r>
              <a:rPr lang="nl-NL" dirty="0" err="1">
                <a:ea typeface="+mn-lt"/>
                <a:cs typeface="+mn-lt"/>
              </a:rPr>
              <a:t>DataFrame.plot.scatter</a:t>
            </a:r>
            <a:r>
              <a:rPr lang="nl-NL" dirty="0">
                <a:ea typeface="+mn-lt"/>
                <a:cs typeface="+mn-lt"/>
              </a:rPr>
              <a:t>(x, y, s = none, c = none)</a:t>
            </a:r>
            <a:endParaRPr lang="nl-NL" dirty="0">
              <a:cs typeface="Calibri"/>
            </a:endParaRPr>
          </a:p>
          <a:p>
            <a:pPr lvl="2"/>
            <a:r>
              <a:rPr lang="nl-NL" dirty="0">
                <a:ea typeface="+mn-lt"/>
                <a:cs typeface="+mn-lt"/>
              </a:rPr>
              <a:t>x: column name </a:t>
            </a:r>
            <a:r>
              <a:rPr lang="nl-NL" dirty="0" err="1">
                <a:ea typeface="+mn-lt"/>
                <a:cs typeface="+mn-lt"/>
              </a:rPr>
              <a:t>to</a:t>
            </a:r>
            <a:r>
              <a:rPr lang="nl-NL" dirty="0">
                <a:ea typeface="+mn-lt"/>
                <a:cs typeface="+mn-lt"/>
              </a:rPr>
              <a:t> </a:t>
            </a:r>
            <a:r>
              <a:rPr lang="nl-NL" dirty="0" err="1">
                <a:ea typeface="+mn-lt"/>
                <a:cs typeface="+mn-lt"/>
              </a:rPr>
              <a:t>be</a:t>
            </a:r>
            <a:r>
              <a:rPr lang="nl-NL" dirty="0">
                <a:ea typeface="+mn-lt"/>
                <a:cs typeface="+mn-lt"/>
              </a:rPr>
              <a:t> </a:t>
            </a:r>
            <a:r>
              <a:rPr lang="nl-NL" dirty="0" err="1">
                <a:ea typeface="+mn-lt"/>
                <a:cs typeface="+mn-lt"/>
              </a:rPr>
              <a:t>used</a:t>
            </a:r>
            <a:r>
              <a:rPr lang="nl-NL" dirty="0">
                <a:ea typeface="+mn-lt"/>
                <a:cs typeface="+mn-lt"/>
              </a:rPr>
              <a:t> as </a:t>
            </a:r>
            <a:r>
              <a:rPr lang="nl-NL" dirty="0" err="1">
                <a:ea typeface="+mn-lt"/>
                <a:cs typeface="+mn-lt"/>
              </a:rPr>
              <a:t>horizontal</a:t>
            </a:r>
            <a:r>
              <a:rPr lang="nl-NL" dirty="0">
                <a:ea typeface="+mn-lt"/>
                <a:cs typeface="+mn-lt"/>
              </a:rPr>
              <a:t> </a:t>
            </a:r>
            <a:r>
              <a:rPr lang="nl-NL" dirty="0" err="1">
                <a:ea typeface="+mn-lt"/>
                <a:cs typeface="+mn-lt"/>
              </a:rPr>
              <a:t>coordinates</a:t>
            </a:r>
            <a:r>
              <a:rPr lang="nl-NL" dirty="0">
                <a:ea typeface="+mn-lt"/>
                <a:cs typeface="+mn-lt"/>
              </a:rPr>
              <a:t> </a:t>
            </a:r>
            <a:r>
              <a:rPr lang="nl-NL" dirty="0" err="1">
                <a:ea typeface="+mn-lt"/>
                <a:cs typeface="+mn-lt"/>
              </a:rPr>
              <a:t>for</a:t>
            </a:r>
            <a:r>
              <a:rPr lang="nl-NL" dirty="0">
                <a:ea typeface="+mn-lt"/>
                <a:cs typeface="+mn-lt"/>
              </a:rPr>
              <a:t> </a:t>
            </a:r>
            <a:r>
              <a:rPr lang="nl-NL" dirty="0" err="1">
                <a:ea typeface="+mn-lt"/>
                <a:cs typeface="+mn-lt"/>
              </a:rPr>
              <a:t>each</a:t>
            </a:r>
            <a:r>
              <a:rPr lang="nl-NL" dirty="0">
                <a:ea typeface="+mn-lt"/>
                <a:cs typeface="+mn-lt"/>
              </a:rPr>
              <a:t> point</a:t>
            </a:r>
            <a:endParaRPr lang="nl-NL" dirty="0">
              <a:cs typeface="Calibri"/>
            </a:endParaRPr>
          </a:p>
          <a:p>
            <a:pPr lvl="2"/>
            <a:r>
              <a:rPr lang="nl-NL" dirty="0">
                <a:ea typeface="+mn-lt"/>
                <a:cs typeface="+mn-lt"/>
              </a:rPr>
              <a:t>y: column name </a:t>
            </a:r>
            <a:r>
              <a:rPr lang="nl-NL" dirty="0" err="1">
                <a:ea typeface="+mn-lt"/>
                <a:cs typeface="+mn-lt"/>
              </a:rPr>
              <a:t>to</a:t>
            </a:r>
            <a:r>
              <a:rPr lang="nl-NL" dirty="0">
                <a:ea typeface="+mn-lt"/>
                <a:cs typeface="+mn-lt"/>
              </a:rPr>
              <a:t> </a:t>
            </a:r>
            <a:r>
              <a:rPr lang="nl-NL" dirty="0" err="1">
                <a:ea typeface="+mn-lt"/>
                <a:cs typeface="+mn-lt"/>
              </a:rPr>
              <a:t>be</a:t>
            </a:r>
            <a:r>
              <a:rPr lang="nl-NL" dirty="0">
                <a:ea typeface="+mn-lt"/>
                <a:cs typeface="+mn-lt"/>
              </a:rPr>
              <a:t> </a:t>
            </a:r>
            <a:r>
              <a:rPr lang="nl-NL" dirty="0" err="1">
                <a:ea typeface="+mn-lt"/>
                <a:cs typeface="+mn-lt"/>
              </a:rPr>
              <a:t>used</a:t>
            </a:r>
            <a:r>
              <a:rPr lang="nl-NL" dirty="0">
                <a:ea typeface="+mn-lt"/>
                <a:cs typeface="+mn-lt"/>
              </a:rPr>
              <a:t> as </a:t>
            </a:r>
            <a:r>
              <a:rPr lang="nl-NL" dirty="0" err="1">
                <a:ea typeface="+mn-lt"/>
                <a:cs typeface="+mn-lt"/>
              </a:rPr>
              <a:t>vertical</a:t>
            </a:r>
            <a:r>
              <a:rPr lang="nl-NL" dirty="0">
                <a:ea typeface="+mn-lt"/>
                <a:cs typeface="+mn-lt"/>
              </a:rPr>
              <a:t> </a:t>
            </a:r>
            <a:r>
              <a:rPr lang="nl-NL" dirty="0" err="1">
                <a:ea typeface="+mn-lt"/>
                <a:cs typeface="+mn-lt"/>
              </a:rPr>
              <a:t>coordinates</a:t>
            </a:r>
            <a:r>
              <a:rPr lang="nl-NL" dirty="0">
                <a:ea typeface="+mn-lt"/>
                <a:cs typeface="+mn-lt"/>
              </a:rPr>
              <a:t> </a:t>
            </a:r>
            <a:r>
              <a:rPr lang="nl-NL" dirty="0" err="1">
                <a:ea typeface="+mn-lt"/>
                <a:cs typeface="+mn-lt"/>
              </a:rPr>
              <a:t>for</a:t>
            </a:r>
            <a:r>
              <a:rPr lang="nl-NL" dirty="0">
                <a:ea typeface="+mn-lt"/>
                <a:cs typeface="+mn-lt"/>
              </a:rPr>
              <a:t> </a:t>
            </a:r>
            <a:r>
              <a:rPr lang="nl-NL" dirty="0" err="1">
                <a:ea typeface="+mn-lt"/>
                <a:cs typeface="+mn-lt"/>
              </a:rPr>
              <a:t>each</a:t>
            </a:r>
            <a:r>
              <a:rPr lang="nl-NL" dirty="0">
                <a:ea typeface="+mn-lt"/>
                <a:cs typeface="+mn-lt"/>
              </a:rPr>
              <a:t> point</a:t>
            </a:r>
            <a:endParaRPr lang="nl-NL" dirty="0">
              <a:cs typeface="Calibri"/>
            </a:endParaRPr>
          </a:p>
          <a:p>
            <a:pPr lvl="2"/>
            <a:r>
              <a:rPr lang="nl-NL" dirty="0">
                <a:ea typeface="+mn-lt"/>
                <a:cs typeface="+mn-lt"/>
              </a:rPr>
              <a:t>s: </a:t>
            </a:r>
            <a:r>
              <a:rPr lang="nl-NL" dirty="0" err="1">
                <a:ea typeface="+mn-lt"/>
                <a:cs typeface="+mn-lt"/>
              </a:rPr>
              <a:t>size</a:t>
            </a:r>
            <a:r>
              <a:rPr lang="nl-NL" dirty="0">
                <a:ea typeface="+mn-lt"/>
                <a:cs typeface="+mn-lt"/>
              </a:rPr>
              <a:t> of </a:t>
            </a:r>
            <a:r>
              <a:rPr lang="nl-NL" dirty="0" err="1">
                <a:ea typeface="+mn-lt"/>
                <a:cs typeface="+mn-lt"/>
              </a:rPr>
              <a:t>dots</a:t>
            </a:r>
            <a:endParaRPr lang="nl-NL" dirty="0">
              <a:cs typeface="Calibri"/>
            </a:endParaRPr>
          </a:p>
          <a:p>
            <a:pPr lvl="2"/>
            <a:r>
              <a:rPr lang="nl-NL" dirty="0">
                <a:ea typeface="+mn-lt"/>
                <a:cs typeface="+mn-lt"/>
              </a:rPr>
              <a:t>c: </a:t>
            </a:r>
            <a:r>
              <a:rPr lang="nl-NL" dirty="0" err="1">
                <a:ea typeface="+mn-lt"/>
                <a:cs typeface="+mn-lt"/>
              </a:rPr>
              <a:t>color</a:t>
            </a:r>
            <a:r>
              <a:rPr lang="nl-NL" dirty="0">
                <a:ea typeface="+mn-lt"/>
                <a:cs typeface="+mn-lt"/>
              </a:rPr>
              <a:t> of </a:t>
            </a:r>
            <a:r>
              <a:rPr lang="nl-NL" dirty="0" err="1">
                <a:ea typeface="+mn-lt"/>
                <a:cs typeface="+mn-lt"/>
              </a:rPr>
              <a:t>dots</a:t>
            </a:r>
            <a:endParaRPr lang="nl-NL" dirty="0">
              <a:ea typeface="+mn-lt"/>
              <a:cs typeface="+mn-lt"/>
            </a:endParaRPr>
          </a:p>
          <a:p>
            <a:endParaRPr lang="nl-NL" dirty="0">
              <a:ea typeface="+mn-lt"/>
              <a:cs typeface="Calibri"/>
            </a:endParaRPr>
          </a:p>
          <a:p>
            <a:r>
              <a:rPr lang="nl-NL" dirty="0">
                <a:ea typeface="+mn-lt"/>
                <a:cs typeface="Calibri"/>
              </a:rPr>
              <a:t>BTW, </a:t>
            </a:r>
            <a:r>
              <a:rPr lang="nl-NL" dirty="0" err="1">
                <a:ea typeface="+mn-lt"/>
                <a:cs typeface="Calibri"/>
              </a:rPr>
              <a:t>we’re</a:t>
            </a:r>
            <a:r>
              <a:rPr lang="nl-NL" dirty="0">
                <a:ea typeface="+mn-lt"/>
                <a:cs typeface="Calibri"/>
              </a:rPr>
              <a:t> </a:t>
            </a:r>
            <a:r>
              <a:rPr lang="nl-NL" dirty="0" err="1">
                <a:ea typeface="+mn-lt"/>
                <a:cs typeface="Calibri"/>
              </a:rPr>
              <a:t>using</a:t>
            </a:r>
            <a:r>
              <a:rPr lang="nl-NL" dirty="0">
                <a:ea typeface="+mn-lt"/>
                <a:cs typeface="Calibri"/>
              </a:rPr>
              <a:t> </a:t>
            </a:r>
            <a:r>
              <a:rPr lang="nl-NL" dirty="0" err="1">
                <a:ea typeface="+mn-lt"/>
                <a:cs typeface="Calibri"/>
              </a:rPr>
              <a:t>the</a:t>
            </a:r>
            <a:r>
              <a:rPr lang="nl-NL" dirty="0">
                <a:ea typeface="+mn-lt"/>
                <a:cs typeface="Calibri"/>
              </a:rPr>
              <a:t> </a:t>
            </a:r>
            <a:r>
              <a:rPr lang="nl-NL" dirty="0" err="1">
                <a:ea typeface="+mn-lt"/>
                <a:cs typeface="Calibri"/>
              </a:rPr>
              <a:t>cars</a:t>
            </a:r>
            <a:r>
              <a:rPr lang="nl-NL" dirty="0">
                <a:ea typeface="+mn-lt"/>
                <a:cs typeface="Calibri"/>
              </a:rPr>
              <a:t> dataset ‘MPG’ here</a:t>
            </a:r>
          </a:p>
          <a:p>
            <a:pPr lvl="1"/>
            <a:r>
              <a:rPr lang="nl-NL" dirty="0">
                <a:ea typeface="+mn-lt"/>
                <a:cs typeface="Calibri"/>
              </a:rPr>
              <a:t>The MPG dataset </a:t>
            </a:r>
            <a:r>
              <a:rPr lang="nl-NL" dirty="0" err="1">
                <a:ea typeface="+mn-lt"/>
                <a:cs typeface="Calibri"/>
              </a:rPr>
              <a:t>contains</a:t>
            </a:r>
            <a:r>
              <a:rPr lang="nl-NL" dirty="0">
                <a:ea typeface="+mn-lt"/>
                <a:cs typeface="Calibri"/>
              </a:rPr>
              <a:t> 234 </a:t>
            </a:r>
            <a:r>
              <a:rPr lang="nl-NL" dirty="0" err="1">
                <a:ea typeface="+mn-lt"/>
                <a:cs typeface="Calibri"/>
              </a:rPr>
              <a:t>cars</a:t>
            </a:r>
            <a:r>
              <a:rPr lang="nl-NL" dirty="0">
                <a:ea typeface="+mn-lt"/>
                <a:cs typeface="Calibri"/>
              </a:rPr>
              <a:t> </a:t>
            </a:r>
            <a:r>
              <a:rPr lang="nl-NL" dirty="0" err="1">
                <a:ea typeface="+mn-lt"/>
                <a:cs typeface="Calibri"/>
              </a:rPr>
              <a:t>and</a:t>
            </a:r>
            <a:r>
              <a:rPr lang="nl-NL" dirty="0">
                <a:ea typeface="+mn-lt"/>
                <a:cs typeface="Calibri"/>
              </a:rPr>
              <a:t> </a:t>
            </a:r>
            <a:r>
              <a:rPr lang="nl-NL" dirty="0" err="1">
                <a:ea typeface="+mn-lt"/>
                <a:cs typeface="Calibri"/>
              </a:rPr>
              <a:t>their</a:t>
            </a:r>
            <a:r>
              <a:rPr lang="nl-NL" dirty="0">
                <a:ea typeface="+mn-lt"/>
                <a:cs typeface="Calibri"/>
              </a:rPr>
              <a:t> </a:t>
            </a:r>
            <a:r>
              <a:rPr lang="nl-NL" dirty="0" err="1">
                <a:ea typeface="+mn-lt"/>
                <a:cs typeface="Calibri"/>
              </a:rPr>
              <a:t>mileage</a:t>
            </a:r>
            <a:r>
              <a:rPr lang="nl-NL" dirty="0">
                <a:ea typeface="+mn-lt"/>
                <a:cs typeface="Calibri"/>
              </a:rPr>
              <a:t> (~ </a:t>
            </a:r>
            <a:r>
              <a:rPr lang="nl-NL" dirty="0" err="1">
                <a:ea typeface="+mn-lt"/>
                <a:cs typeface="Calibri"/>
              </a:rPr>
              <a:t>chapter</a:t>
            </a:r>
            <a:r>
              <a:rPr lang="nl-NL" dirty="0">
                <a:ea typeface="+mn-lt"/>
                <a:cs typeface="Calibri"/>
              </a:rPr>
              <a:t> 5)</a:t>
            </a:r>
          </a:p>
          <a:p>
            <a:pPr lvl="1"/>
            <a:r>
              <a:rPr lang="nl-NL" dirty="0">
                <a:ea typeface="+mn-lt"/>
                <a:cs typeface="+mn-lt"/>
                <a:hlinkClick r:id="rId2"/>
              </a:rPr>
              <a:t>https://ggplot2.tidyverse.org/reference/mpg.html</a:t>
            </a:r>
            <a:endParaRPr lang="nl-NL" dirty="0">
              <a:ea typeface="+mn-lt"/>
              <a:cs typeface="+mn-lt"/>
            </a:endParaRPr>
          </a:p>
          <a:p>
            <a:pPr lvl="1"/>
            <a:endParaRPr lang="nl-NL" dirty="0">
              <a:ea typeface="+mn-lt"/>
              <a:cs typeface="+mn-lt"/>
            </a:endParaRPr>
          </a:p>
        </p:txBody>
      </p:sp>
      <p:sp>
        <p:nvSpPr>
          <p:cNvPr id="4" name="Tijdelijke aanduiding voor dianummer 3">
            <a:extLst>
              <a:ext uri="{FF2B5EF4-FFF2-40B4-BE49-F238E27FC236}">
                <a16:creationId xmlns:a16="http://schemas.microsoft.com/office/drawing/2014/main" id="{5B6A8D93-7F73-D090-06A8-47D8639AB20A}"/>
              </a:ext>
            </a:extLst>
          </p:cNvPr>
          <p:cNvSpPr>
            <a:spLocks noGrp="1"/>
          </p:cNvSpPr>
          <p:nvPr>
            <p:ph type="sldNum" sz="quarter" idx="12"/>
          </p:nvPr>
        </p:nvSpPr>
        <p:spPr/>
        <p:txBody>
          <a:bodyPr/>
          <a:lstStyle/>
          <a:p>
            <a:fld id="{FE1B3154-47D9-4402-8EDB-E791933DC0B9}" type="slidenum">
              <a:rPr lang="nl-BE" smtClean="0"/>
              <a:pPr/>
              <a:t>38</a:t>
            </a:fld>
            <a:endParaRPr lang="nl-BE"/>
          </a:p>
        </p:txBody>
      </p:sp>
    </p:spTree>
    <p:extLst>
      <p:ext uri="{BB962C8B-B14F-4D97-AF65-F5344CB8AC3E}">
        <p14:creationId xmlns:p14="http://schemas.microsoft.com/office/powerpoint/2010/main" val="38702844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91B38-8C02-DF6E-1215-224BE1F77BAD}"/>
              </a:ext>
            </a:extLst>
          </p:cNvPr>
          <p:cNvSpPr>
            <a:spLocks noGrp="1"/>
          </p:cNvSpPr>
          <p:nvPr>
            <p:ph type="title"/>
          </p:nvPr>
        </p:nvSpPr>
        <p:spPr/>
        <p:txBody>
          <a:bodyPr/>
          <a:lstStyle/>
          <a:p>
            <a:r>
              <a:rPr lang="en-US"/>
              <a:t>Scatter plot</a:t>
            </a:r>
            <a:endParaRPr lang="en-BE"/>
          </a:p>
        </p:txBody>
      </p:sp>
      <p:sp>
        <p:nvSpPr>
          <p:cNvPr id="3" name="Content Placeholder 2">
            <a:extLst>
              <a:ext uri="{FF2B5EF4-FFF2-40B4-BE49-F238E27FC236}">
                <a16:creationId xmlns:a16="http://schemas.microsoft.com/office/drawing/2014/main" id="{2634E835-2715-9913-BE8D-13B514470433}"/>
              </a:ext>
            </a:extLst>
          </p:cNvPr>
          <p:cNvSpPr>
            <a:spLocks noGrp="1"/>
          </p:cNvSpPr>
          <p:nvPr>
            <p:ph idx="1"/>
          </p:nvPr>
        </p:nvSpPr>
        <p:spPr/>
        <p:txBody>
          <a:bodyPr/>
          <a:lstStyle/>
          <a:p>
            <a:r>
              <a:rPr lang="en-US" dirty="0"/>
              <a:t>The easiest plot possible: plot highway miles per gallon vs engine displacement</a:t>
            </a:r>
          </a:p>
          <a:p>
            <a:pPr lvl="1"/>
            <a:r>
              <a:rPr lang="en-US" dirty="0"/>
              <a:t>How far you can drive vs how big your engine is</a:t>
            </a:r>
            <a:endParaRPr lang="en-BE" dirty="0"/>
          </a:p>
        </p:txBody>
      </p:sp>
      <p:sp>
        <p:nvSpPr>
          <p:cNvPr id="4" name="Slide Number Placeholder 3">
            <a:extLst>
              <a:ext uri="{FF2B5EF4-FFF2-40B4-BE49-F238E27FC236}">
                <a16:creationId xmlns:a16="http://schemas.microsoft.com/office/drawing/2014/main" id="{D4E5234E-1991-8E8F-969D-73D49A2F80F7}"/>
              </a:ext>
            </a:extLst>
          </p:cNvPr>
          <p:cNvSpPr>
            <a:spLocks noGrp="1"/>
          </p:cNvSpPr>
          <p:nvPr>
            <p:ph type="sldNum" sz="quarter" idx="12"/>
          </p:nvPr>
        </p:nvSpPr>
        <p:spPr/>
        <p:txBody>
          <a:bodyPr/>
          <a:lstStyle/>
          <a:p>
            <a:fld id="{FE1B3154-47D9-4402-8EDB-E791933DC0B9}" type="slidenum">
              <a:rPr lang="nl-BE" smtClean="0"/>
              <a:pPr/>
              <a:t>39</a:t>
            </a:fld>
            <a:endParaRPr lang="nl-BE"/>
          </a:p>
        </p:txBody>
      </p:sp>
      <p:pic>
        <p:nvPicPr>
          <p:cNvPr id="8" name="Picture 7">
            <a:extLst>
              <a:ext uri="{FF2B5EF4-FFF2-40B4-BE49-F238E27FC236}">
                <a16:creationId xmlns:a16="http://schemas.microsoft.com/office/drawing/2014/main" id="{1632388B-7351-D028-2164-683065079EED}"/>
              </a:ext>
            </a:extLst>
          </p:cNvPr>
          <p:cNvPicPr>
            <a:picLocks noChangeAspect="1"/>
          </p:cNvPicPr>
          <p:nvPr/>
        </p:nvPicPr>
        <p:blipFill>
          <a:blip r:embed="rId2"/>
          <a:stretch>
            <a:fillRect/>
          </a:stretch>
        </p:blipFill>
        <p:spPr>
          <a:xfrm>
            <a:off x="3976517" y="2853329"/>
            <a:ext cx="4238965" cy="3868146"/>
          </a:xfrm>
          <a:prstGeom prst="rect">
            <a:avLst/>
          </a:prstGeom>
        </p:spPr>
      </p:pic>
    </p:spTree>
    <p:extLst>
      <p:ext uri="{BB962C8B-B14F-4D97-AF65-F5344CB8AC3E}">
        <p14:creationId xmlns:p14="http://schemas.microsoft.com/office/powerpoint/2010/main" val="30864159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5DAEF-C12B-2E46-482B-975809F3FB7B}"/>
              </a:ext>
            </a:extLst>
          </p:cNvPr>
          <p:cNvSpPr>
            <a:spLocks noGrp="1"/>
          </p:cNvSpPr>
          <p:nvPr>
            <p:ph type="title"/>
          </p:nvPr>
        </p:nvSpPr>
        <p:spPr/>
        <p:txBody>
          <a:bodyPr/>
          <a:lstStyle/>
          <a:p>
            <a:r>
              <a:rPr lang="en-US"/>
              <a:t>Pandas vs matplotlib</a:t>
            </a:r>
            <a:endParaRPr lang="en-BE"/>
          </a:p>
        </p:txBody>
      </p:sp>
      <p:sp>
        <p:nvSpPr>
          <p:cNvPr id="3" name="Content Placeholder 2">
            <a:extLst>
              <a:ext uri="{FF2B5EF4-FFF2-40B4-BE49-F238E27FC236}">
                <a16:creationId xmlns:a16="http://schemas.microsoft.com/office/drawing/2014/main" id="{780C5096-3C45-8C31-EDA0-991235A01947}"/>
              </a:ext>
            </a:extLst>
          </p:cNvPr>
          <p:cNvSpPr>
            <a:spLocks noGrp="1"/>
          </p:cNvSpPr>
          <p:nvPr>
            <p:ph idx="1"/>
          </p:nvPr>
        </p:nvSpPr>
        <p:spPr/>
        <p:txBody>
          <a:bodyPr/>
          <a:lstStyle/>
          <a:p>
            <a:r>
              <a:rPr lang="en-US"/>
              <a:t>Pandas uses matplotlib under the hood, but you can use it separately</a:t>
            </a:r>
          </a:p>
          <a:p>
            <a:r>
              <a:rPr lang="en-US"/>
              <a:t>You get the same graph, but the labels on the axes are gone</a:t>
            </a:r>
            <a:endParaRPr lang="en-BE"/>
          </a:p>
        </p:txBody>
      </p:sp>
      <p:sp>
        <p:nvSpPr>
          <p:cNvPr id="4" name="Slide Number Placeholder 3">
            <a:extLst>
              <a:ext uri="{FF2B5EF4-FFF2-40B4-BE49-F238E27FC236}">
                <a16:creationId xmlns:a16="http://schemas.microsoft.com/office/drawing/2014/main" id="{AFB34610-8390-4D07-AE6A-13E59881C632}"/>
              </a:ext>
            </a:extLst>
          </p:cNvPr>
          <p:cNvSpPr>
            <a:spLocks noGrp="1"/>
          </p:cNvSpPr>
          <p:nvPr>
            <p:ph type="sldNum" sz="quarter" idx="12"/>
          </p:nvPr>
        </p:nvSpPr>
        <p:spPr/>
        <p:txBody>
          <a:bodyPr/>
          <a:lstStyle/>
          <a:p>
            <a:fld id="{FE1B3154-47D9-4402-8EDB-E791933DC0B9}" type="slidenum">
              <a:rPr lang="nl-BE" smtClean="0"/>
              <a:pPr/>
              <a:t>40</a:t>
            </a:fld>
            <a:endParaRPr lang="nl-BE"/>
          </a:p>
        </p:txBody>
      </p:sp>
      <p:pic>
        <p:nvPicPr>
          <p:cNvPr id="6" name="Picture 5">
            <a:extLst>
              <a:ext uri="{FF2B5EF4-FFF2-40B4-BE49-F238E27FC236}">
                <a16:creationId xmlns:a16="http://schemas.microsoft.com/office/drawing/2014/main" id="{5557F9B7-1A14-B91F-D33E-C792E2EE554E}"/>
              </a:ext>
            </a:extLst>
          </p:cNvPr>
          <p:cNvPicPr>
            <a:picLocks noChangeAspect="1"/>
          </p:cNvPicPr>
          <p:nvPr/>
        </p:nvPicPr>
        <p:blipFill>
          <a:blip r:embed="rId2"/>
          <a:stretch>
            <a:fillRect/>
          </a:stretch>
        </p:blipFill>
        <p:spPr>
          <a:xfrm>
            <a:off x="4289369" y="2738888"/>
            <a:ext cx="3877720" cy="3800024"/>
          </a:xfrm>
          <a:prstGeom prst="rect">
            <a:avLst/>
          </a:prstGeom>
        </p:spPr>
      </p:pic>
    </p:spTree>
    <p:extLst>
      <p:ext uri="{BB962C8B-B14F-4D97-AF65-F5344CB8AC3E}">
        <p14:creationId xmlns:p14="http://schemas.microsoft.com/office/powerpoint/2010/main" val="13020355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421A8-E2A3-EA8F-A234-8EE037B51FD1}"/>
              </a:ext>
            </a:extLst>
          </p:cNvPr>
          <p:cNvSpPr>
            <a:spLocks noGrp="1"/>
          </p:cNvSpPr>
          <p:nvPr>
            <p:ph type="title"/>
          </p:nvPr>
        </p:nvSpPr>
        <p:spPr/>
        <p:txBody>
          <a:bodyPr/>
          <a:lstStyle/>
          <a:p>
            <a:r>
              <a:rPr lang="en-US"/>
              <a:t>Scatter with factors</a:t>
            </a:r>
            <a:endParaRPr lang="en-BE"/>
          </a:p>
        </p:txBody>
      </p:sp>
      <p:sp>
        <p:nvSpPr>
          <p:cNvPr id="3" name="Content Placeholder 2">
            <a:extLst>
              <a:ext uri="{FF2B5EF4-FFF2-40B4-BE49-F238E27FC236}">
                <a16:creationId xmlns:a16="http://schemas.microsoft.com/office/drawing/2014/main" id="{7A5AADD9-C649-053D-9CAB-91D239848936}"/>
              </a:ext>
            </a:extLst>
          </p:cNvPr>
          <p:cNvSpPr>
            <a:spLocks noGrp="1"/>
          </p:cNvSpPr>
          <p:nvPr>
            <p:ph idx="1"/>
          </p:nvPr>
        </p:nvSpPr>
        <p:spPr/>
        <p:txBody>
          <a:bodyPr/>
          <a:lstStyle/>
          <a:p>
            <a:r>
              <a:rPr lang="en-US"/>
              <a:t>Maybe the class of the car has an impact on this graph. Could we color the dots according to the class?</a:t>
            </a:r>
            <a:endParaRPr lang="en-BE"/>
          </a:p>
        </p:txBody>
      </p:sp>
      <p:sp>
        <p:nvSpPr>
          <p:cNvPr id="4" name="Slide Number Placeholder 3">
            <a:extLst>
              <a:ext uri="{FF2B5EF4-FFF2-40B4-BE49-F238E27FC236}">
                <a16:creationId xmlns:a16="http://schemas.microsoft.com/office/drawing/2014/main" id="{6A34321F-F319-B15B-0841-B62BF2A27A5B}"/>
              </a:ext>
            </a:extLst>
          </p:cNvPr>
          <p:cNvSpPr>
            <a:spLocks noGrp="1"/>
          </p:cNvSpPr>
          <p:nvPr>
            <p:ph type="sldNum" sz="quarter" idx="12"/>
          </p:nvPr>
        </p:nvSpPr>
        <p:spPr/>
        <p:txBody>
          <a:bodyPr/>
          <a:lstStyle/>
          <a:p>
            <a:fld id="{FE1B3154-47D9-4402-8EDB-E791933DC0B9}" type="slidenum">
              <a:rPr lang="nl-BE" smtClean="0"/>
              <a:pPr/>
              <a:t>41</a:t>
            </a:fld>
            <a:endParaRPr lang="nl-BE"/>
          </a:p>
        </p:txBody>
      </p:sp>
      <p:pic>
        <p:nvPicPr>
          <p:cNvPr id="6" name="Picture 5">
            <a:extLst>
              <a:ext uri="{FF2B5EF4-FFF2-40B4-BE49-F238E27FC236}">
                <a16:creationId xmlns:a16="http://schemas.microsoft.com/office/drawing/2014/main" id="{6349E184-71EC-B5D6-750F-3E3296249600}"/>
              </a:ext>
            </a:extLst>
          </p:cNvPr>
          <p:cNvPicPr>
            <a:picLocks noChangeAspect="1"/>
          </p:cNvPicPr>
          <p:nvPr/>
        </p:nvPicPr>
        <p:blipFill>
          <a:blip r:embed="rId3"/>
          <a:stretch>
            <a:fillRect/>
          </a:stretch>
        </p:blipFill>
        <p:spPr>
          <a:xfrm>
            <a:off x="5749213" y="2201161"/>
            <a:ext cx="5604587" cy="4469976"/>
          </a:xfrm>
          <a:prstGeom prst="rect">
            <a:avLst/>
          </a:prstGeom>
        </p:spPr>
      </p:pic>
      <p:pic>
        <p:nvPicPr>
          <p:cNvPr id="8" name="Picture 7">
            <a:extLst>
              <a:ext uri="{FF2B5EF4-FFF2-40B4-BE49-F238E27FC236}">
                <a16:creationId xmlns:a16="http://schemas.microsoft.com/office/drawing/2014/main" id="{D275CD96-C3E4-635E-B5A3-400AA0515058}"/>
              </a:ext>
            </a:extLst>
          </p:cNvPr>
          <p:cNvPicPr>
            <a:picLocks noChangeAspect="1"/>
          </p:cNvPicPr>
          <p:nvPr/>
        </p:nvPicPr>
        <p:blipFill>
          <a:blip r:embed="rId4"/>
          <a:stretch>
            <a:fillRect/>
          </a:stretch>
        </p:blipFill>
        <p:spPr>
          <a:xfrm>
            <a:off x="471385" y="2760348"/>
            <a:ext cx="5059869" cy="1337304"/>
          </a:xfrm>
          <a:prstGeom prst="rect">
            <a:avLst/>
          </a:prstGeom>
        </p:spPr>
      </p:pic>
      <p:sp>
        <p:nvSpPr>
          <p:cNvPr id="9" name="TextBox 8">
            <a:extLst>
              <a:ext uri="{FF2B5EF4-FFF2-40B4-BE49-F238E27FC236}">
                <a16:creationId xmlns:a16="http://schemas.microsoft.com/office/drawing/2014/main" id="{CC96C514-4FDE-2237-3AA9-6F0DB23F5F36}"/>
              </a:ext>
            </a:extLst>
          </p:cNvPr>
          <p:cNvSpPr txBox="1"/>
          <p:nvPr/>
        </p:nvSpPr>
        <p:spPr>
          <a:xfrm>
            <a:off x="1646493" y="4178740"/>
            <a:ext cx="2336602" cy="369332"/>
          </a:xfrm>
          <a:prstGeom prst="rect">
            <a:avLst/>
          </a:prstGeom>
          <a:noFill/>
        </p:spPr>
        <p:txBody>
          <a:bodyPr wrap="none" rtlCol="0">
            <a:spAutoFit/>
          </a:bodyPr>
          <a:lstStyle/>
          <a:p>
            <a:r>
              <a:rPr lang="en-US"/>
              <a:t>Code also in notebook.</a:t>
            </a:r>
            <a:endParaRPr lang="en-BE"/>
          </a:p>
        </p:txBody>
      </p:sp>
    </p:spTree>
    <p:extLst>
      <p:ext uri="{BB962C8B-B14F-4D97-AF65-F5344CB8AC3E}">
        <p14:creationId xmlns:p14="http://schemas.microsoft.com/office/powerpoint/2010/main" val="4085610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EA4A-CF8D-2B26-8396-980493D6BA4F}"/>
              </a:ext>
            </a:extLst>
          </p:cNvPr>
          <p:cNvSpPr>
            <a:spLocks noGrp="1"/>
          </p:cNvSpPr>
          <p:nvPr>
            <p:ph type="title"/>
          </p:nvPr>
        </p:nvSpPr>
        <p:spPr/>
        <p:txBody>
          <a:bodyPr/>
          <a:lstStyle/>
          <a:p>
            <a:r>
              <a:rPr lang="en-US" dirty="0"/>
              <a:t>A trendline: </a:t>
            </a:r>
            <a:r>
              <a:rPr lang="en-US" dirty="0" err="1"/>
              <a:t>ax+b</a:t>
            </a:r>
            <a:endParaRPr lang="en-BE" dirty="0"/>
          </a:p>
        </p:txBody>
      </p:sp>
      <p:sp>
        <p:nvSpPr>
          <p:cNvPr id="3" name="Content Placeholder 2">
            <a:extLst>
              <a:ext uri="{FF2B5EF4-FFF2-40B4-BE49-F238E27FC236}">
                <a16:creationId xmlns:a16="http://schemas.microsoft.com/office/drawing/2014/main" id="{067A3411-3990-CB9D-ADB1-5099144B2857}"/>
              </a:ext>
            </a:extLst>
          </p:cNvPr>
          <p:cNvSpPr>
            <a:spLocks noGrp="1"/>
          </p:cNvSpPr>
          <p:nvPr>
            <p:ph idx="1"/>
          </p:nvPr>
        </p:nvSpPr>
        <p:spPr/>
        <p:txBody>
          <a:bodyPr/>
          <a:lstStyle/>
          <a:p>
            <a:r>
              <a:rPr lang="en-US"/>
              <a:t>We’ve seen the trend in the data (bigger engines are less economical), but can we show it?</a:t>
            </a:r>
            <a:endParaRPr lang="en-BE"/>
          </a:p>
        </p:txBody>
      </p:sp>
      <p:sp>
        <p:nvSpPr>
          <p:cNvPr id="4" name="Slide Number Placeholder 3">
            <a:extLst>
              <a:ext uri="{FF2B5EF4-FFF2-40B4-BE49-F238E27FC236}">
                <a16:creationId xmlns:a16="http://schemas.microsoft.com/office/drawing/2014/main" id="{D47B9762-001B-F56B-CFE9-7EFF312AFACD}"/>
              </a:ext>
            </a:extLst>
          </p:cNvPr>
          <p:cNvSpPr>
            <a:spLocks noGrp="1"/>
          </p:cNvSpPr>
          <p:nvPr>
            <p:ph type="sldNum" sz="quarter" idx="12"/>
          </p:nvPr>
        </p:nvSpPr>
        <p:spPr/>
        <p:txBody>
          <a:bodyPr/>
          <a:lstStyle/>
          <a:p>
            <a:fld id="{FE1B3154-47D9-4402-8EDB-E791933DC0B9}" type="slidenum">
              <a:rPr lang="nl-BE" smtClean="0"/>
              <a:pPr/>
              <a:t>42</a:t>
            </a:fld>
            <a:endParaRPr lang="nl-BE"/>
          </a:p>
        </p:txBody>
      </p:sp>
      <p:pic>
        <p:nvPicPr>
          <p:cNvPr id="6" name="Picture 5">
            <a:extLst>
              <a:ext uri="{FF2B5EF4-FFF2-40B4-BE49-F238E27FC236}">
                <a16:creationId xmlns:a16="http://schemas.microsoft.com/office/drawing/2014/main" id="{76A5DB86-229F-8A8E-DCF8-6EF1D6083D92}"/>
              </a:ext>
            </a:extLst>
          </p:cNvPr>
          <p:cNvPicPr>
            <a:picLocks noChangeAspect="1"/>
          </p:cNvPicPr>
          <p:nvPr/>
        </p:nvPicPr>
        <p:blipFill>
          <a:blip r:embed="rId3"/>
          <a:stretch>
            <a:fillRect/>
          </a:stretch>
        </p:blipFill>
        <p:spPr>
          <a:xfrm>
            <a:off x="6350761" y="2355292"/>
            <a:ext cx="5258534" cy="4001058"/>
          </a:xfrm>
          <a:prstGeom prst="rect">
            <a:avLst/>
          </a:prstGeom>
        </p:spPr>
      </p:pic>
      <p:pic>
        <p:nvPicPr>
          <p:cNvPr id="8" name="Picture 7">
            <a:extLst>
              <a:ext uri="{FF2B5EF4-FFF2-40B4-BE49-F238E27FC236}">
                <a16:creationId xmlns:a16="http://schemas.microsoft.com/office/drawing/2014/main" id="{C38C5F0A-B3B3-927F-6F81-0B29BE7AD480}"/>
              </a:ext>
            </a:extLst>
          </p:cNvPr>
          <p:cNvPicPr>
            <a:picLocks noChangeAspect="1"/>
          </p:cNvPicPr>
          <p:nvPr/>
        </p:nvPicPr>
        <p:blipFill>
          <a:blip r:embed="rId4"/>
          <a:stretch>
            <a:fillRect/>
          </a:stretch>
        </p:blipFill>
        <p:spPr>
          <a:xfrm>
            <a:off x="637024" y="2637383"/>
            <a:ext cx="5331229" cy="3190660"/>
          </a:xfrm>
          <a:prstGeom prst="rect">
            <a:avLst/>
          </a:prstGeom>
        </p:spPr>
      </p:pic>
      <p:cxnSp>
        <p:nvCxnSpPr>
          <p:cNvPr id="7" name="Straight Connector 6">
            <a:extLst>
              <a:ext uri="{FF2B5EF4-FFF2-40B4-BE49-F238E27FC236}">
                <a16:creationId xmlns:a16="http://schemas.microsoft.com/office/drawing/2014/main" id="{BBE4F821-4AAD-B00E-022E-22B30A0E258E}"/>
              </a:ext>
            </a:extLst>
          </p:cNvPr>
          <p:cNvCxnSpPr/>
          <p:nvPr/>
        </p:nvCxnSpPr>
        <p:spPr>
          <a:xfrm>
            <a:off x="4129873" y="4732774"/>
            <a:ext cx="231112"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61331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AD46E-2DE9-642F-F17C-54215A4D78DF}"/>
              </a:ext>
            </a:extLst>
          </p:cNvPr>
          <p:cNvSpPr>
            <a:spLocks noGrp="1"/>
          </p:cNvSpPr>
          <p:nvPr>
            <p:ph type="title"/>
          </p:nvPr>
        </p:nvSpPr>
        <p:spPr/>
        <p:txBody>
          <a:bodyPr/>
          <a:lstStyle/>
          <a:p>
            <a:r>
              <a:rPr lang="en-US" dirty="0"/>
              <a:t>A trendline: ax²+bx+c</a:t>
            </a:r>
            <a:endParaRPr lang="en-BE" dirty="0"/>
          </a:p>
        </p:txBody>
      </p:sp>
      <p:sp>
        <p:nvSpPr>
          <p:cNvPr id="3" name="Content Placeholder 2">
            <a:extLst>
              <a:ext uri="{FF2B5EF4-FFF2-40B4-BE49-F238E27FC236}">
                <a16:creationId xmlns:a16="http://schemas.microsoft.com/office/drawing/2014/main" id="{B1DA0958-A757-42F7-C2F1-7450D9FC038B}"/>
              </a:ext>
            </a:extLst>
          </p:cNvPr>
          <p:cNvSpPr>
            <a:spLocks noGrp="1"/>
          </p:cNvSpPr>
          <p:nvPr>
            <p:ph idx="1"/>
          </p:nvPr>
        </p:nvSpPr>
        <p:spPr/>
        <p:txBody>
          <a:bodyPr/>
          <a:lstStyle/>
          <a:p>
            <a:r>
              <a:rPr lang="en-US"/>
              <a:t>Maybe the relationship is of the second order?</a:t>
            </a:r>
            <a:endParaRPr lang="en-BE"/>
          </a:p>
        </p:txBody>
      </p:sp>
      <p:sp>
        <p:nvSpPr>
          <p:cNvPr id="4" name="Slide Number Placeholder 3">
            <a:extLst>
              <a:ext uri="{FF2B5EF4-FFF2-40B4-BE49-F238E27FC236}">
                <a16:creationId xmlns:a16="http://schemas.microsoft.com/office/drawing/2014/main" id="{499A423E-C719-D910-5EC8-0AB5118FED08}"/>
              </a:ext>
            </a:extLst>
          </p:cNvPr>
          <p:cNvSpPr>
            <a:spLocks noGrp="1"/>
          </p:cNvSpPr>
          <p:nvPr>
            <p:ph type="sldNum" sz="quarter" idx="12"/>
          </p:nvPr>
        </p:nvSpPr>
        <p:spPr/>
        <p:txBody>
          <a:bodyPr/>
          <a:lstStyle/>
          <a:p>
            <a:fld id="{FE1B3154-47D9-4402-8EDB-E791933DC0B9}" type="slidenum">
              <a:rPr lang="nl-BE" smtClean="0"/>
              <a:pPr/>
              <a:t>43</a:t>
            </a:fld>
            <a:endParaRPr lang="nl-BE"/>
          </a:p>
        </p:txBody>
      </p:sp>
      <p:pic>
        <p:nvPicPr>
          <p:cNvPr id="6" name="Picture 5">
            <a:extLst>
              <a:ext uri="{FF2B5EF4-FFF2-40B4-BE49-F238E27FC236}">
                <a16:creationId xmlns:a16="http://schemas.microsoft.com/office/drawing/2014/main" id="{0FCCDB8C-E6AB-EEEE-47CB-E867F38F3D57}"/>
              </a:ext>
            </a:extLst>
          </p:cNvPr>
          <p:cNvPicPr>
            <a:picLocks noChangeAspect="1"/>
          </p:cNvPicPr>
          <p:nvPr/>
        </p:nvPicPr>
        <p:blipFill>
          <a:blip r:embed="rId3"/>
          <a:stretch>
            <a:fillRect/>
          </a:stretch>
        </p:blipFill>
        <p:spPr>
          <a:xfrm>
            <a:off x="6662851" y="2460081"/>
            <a:ext cx="5210902" cy="3896269"/>
          </a:xfrm>
          <a:prstGeom prst="rect">
            <a:avLst/>
          </a:prstGeom>
        </p:spPr>
      </p:pic>
      <p:pic>
        <p:nvPicPr>
          <p:cNvPr id="8" name="Picture 7">
            <a:extLst>
              <a:ext uri="{FF2B5EF4-FFF2-40B4-BE49-F238E27FC236}">
                <a16:creationId xmlns:a16="http://schemas.microsoft.com/office/drawing/2014/main" id="{04109BA0-44EA-AD7F-DAC3-0CD9EFF7E5D0}"/>
              </a:ext>
            </a:extLst>
          </p:cNvPr>
          <p:cNvPicPr>
            <a:picLocks noChangeAspect="1"/>
          </p:cNvPicPr>
          <p:nvPr/>
        </p:nvPicPr>
        <p:blipFill>
          <a:blip r:embed="rId4"/>
          <a:stretch>
            <a:fillRect/>
          </a:stretch>
        </p:blipFill>
        <p:spPr>
          <a:xfrm>
            <a:off x="462382" y="2500183"/>
            <a:ext cx="6122639" cy="2101962"/>
          </a:xfrm>
          <a:prstGeom prst="rect">
            <a:avLst/>
          </a:prstGeom>
        </p:spPr>
      </p:pic>
      <p:cxnSp>
        <p:nvCxnSpPr>
          <p:cNvPr id="5" name="Straight Connector 4">
            <a:extLst>
              <a:ext uri="{FF2B5EF4-FFF2-40B4-BE49-F238E27FC236}">
                <a16:creationId xmlns:a16="http://schemas.microsoft.com/office/drawing/2014/main" id="{B8850F35-5CA1-5563-5033-EA8F233220B7}"/>
              </a:ext>
            </a:extLst>
          </p:cNvPr>
          <p:cNvCxnSpPr/>
          <p:nvPr/>
        </p:nvCxnSpPr>
        <p:spPr>
          <a:xfrm>
            <a:off x="3225521" y="3737987"/>
            <a:ext cx="231112"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55710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D5EBD-AD07-B242-1962-1EC445BF835D}"/>
              </a:ext>
            </a:extLst>
          </p:cNvPr>
          <p:cNvSpPr>
            <a:spLocks noGrp="1"/>
          </p:cNvSpPr>
          <p:nvPr>
            <p:ph type="title"/>
          </p:nvPr>
        </p:nvSpPr>
        <p:spPr/>
        <p:txBody>
          <a:bodyPr/>
          <a:lstStyle/>
          <a:p>
            <a:r>
              <a:rPr lang="en-US"/>
              <a:t>Trendline</a:t>
            </a:r>
            <a:endParaRPr lang="en-BE"/>
          </a:p>
        </p:txBody>
      </p:sp>
      <p:sp>
        <p:nvSpPr>
          <p:cNvPr id="3" name="Content Placeholder 2">
            <a:extLst>
              <a:ext uri="{FF2B5EF4-FFF2-40B4-BE49-F238E27FC236}">
                <a16:creationId xmlns:a16="http://schemas.microsoft.com/office/drawing/2014/main" id="{70F77C8F-4EC7-4B16-055E-4B093A2595B1}"/>
              </a:ext>
            </a:extLst>
          </p:cNvPr>
          <p:cNvSpPr>
            <a:spLocks noGrp="1"/>
          </p:cNvSpPr>
          <p:nvPr>
            <p:ph idx="1"/>
          </p:nvPr>
        </p:nvSpPr>
        <p:spPr/>
        <p:txBody>
          <a:bodyPr/>
          <a:lstStyle/>
          <a:p>
            <a:r>
              <a:rPr lang="en-US"/>
              <a:t>The trendline shows there is a relationship between engine displacement and highway miles per gallons</a:t>
            </a:r>
          </a:p>
          <a:p>
            <a:r>
              <a:rPr lang="en-US"/>
              <a:t>In statistical terms, this is called a covariance</a:t>
            </a:r>
          </a:p>
          <a:p>
            <a:pPr lvl="1"/>
            <a:r>
              <a:rPr lang="en-US"/>
              <a:t>It’s a number you can calculate by using some cool formula</a:t>
            </a:r>
          </a:p>
          <a:p>
            <a:pPr lvl="1"/>
            <a:r>
              <a:rPr lang="en-US"/>
              <a:t>But it doesn’t mean anything, as it will greatly depend on the actual numbers</a:t>
            </a:r>
          </a:p>
          <a:p>
            <a:pPr lvl="2"/>
            <a:r>
              <a:rPr lang="en-US"/>
              <a:t>Big number: between number of ants and number of blades of grass</a:t>
            </a:r>
          </a:p>
          <a:p>
            <a:pPr lvl="2"/>
            <a:r>
              <a:rPr lang="en-US"/>
              <a:t>Small number: between number of kids and number of cars</a:t>
            </a:r>
          </a:p>
          <a:p>
            <a:r>
              <a:rPr lang="en-US"/>
              <a:t>The strength of a covariance is expressed as the correlation</a:t>
            </a:r>
          </a:p>
          <a:p>
            <a:pPr lvl="1"/>
            <a:r>
              <a:rPr lang="en-US"/>
              <a:t>Can also be calculated using another cool formula</a:t>
            </a:r>
          </a:p>
          <a:p>
            <a:pPr lvl="1"/>
            <a:r>
              <a:rPr lang="en-US"/>
              <a:t>Is always between -1 and +1 -&gt; </a:t>
            </a:r>
            <a:r>
              <a:rPr lang="en-US" b="1"/>
              <a:t>can be compared</a:t>
            </a:r>
            <a:endParaRPr lang="en-BE" b="1"/>
          </a:p>
        </p:txBody>
      </p:sp>
      <p:sp>
        <p:nvSpPr>
          <p:cNvPr id="4" name="Slide Number Placeholder 3">
            <a:extLst>
              <a:ext uri="{FF2B5EF4-FFF2-40B4-BE49-F238E27FC236}">
                <a16:creationId xmlns:a16="http://schemas.microsoft.com/office/drawing/2014/main" id="{E1917FC4-1DC9-2324-21A2-115276AD8E02}"/>
              </a:ext>
            </a:extLst>
          </p:cNvPr>
          <p:cNvSpPr>
            <a:spLocks noGrp="1"/>
          </p:cNvSpPr>
          <p:nvPr>
            <p:ph type="sldNum" sz="quarter" idx="12"/>
          </p:nvPr>
        </p:nvSpPr>
        <p:spPr/>
        <p:txBody>
          <a:bodyPr/>
          <a:lstStyle/>
          <a:p>
            <a:fld id="{FE1B3154-47D9-4402-8EDB-E791933DC0B9}" type="slidenum">
              <a:rPr lang="nl-BE" smtClean="0"/>
              <a:pPr/>
              <a:t>44</a:t>
            </a:fld>
            <a:endParaRPr lang="nl-BE"/>
          </a:p>
        </p:txBody>
      </p:sp>
    </p:spTree>
    <p:extLst>
      <p:ext uri="{BB962C8B-B14F-4D97-AF65-F5344CB8AC3E}">
        <p14:creationId xmlns:p14="http://schemas.microsoft.com/office/powerpoint/2010/main" val="11300268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0B7C-2514-B500-2503-6691E8F27524}"/>
              </a:ext>
            </a:extLst>
          </p:cNvPr>
          <p:cNvSpPr>
            <a:spLocks noGrp="1"/>
          </p:cNvSpPr>
          <p:nvPr>
            <p:ph type="title"/>
          </p:nvPr>
        </p:nvSpPr>
        <p:spPr/>
        <p:txBody>
          <a:bodyPr/>
          <a:lstStyle/>
          <a:p>
            <a:endParaRPr lang="en-BE"/>
          </a:p>
        </p:txBody>
      </p:sp>
      <p:sp>
        <p:nvSpPr>
          <p:cNvPr id="3" name="Content Placeholder 2">
            <a:extLst>
              <a:ext uri="{FF2B5EF4-FFF2-40B4-BE49-F238E27FC236}">
                <a16:creationId xmlns:a16="http://schemas.microsoft.com/office/drawing/2014/main" id="{9AAAFE1B-D283-DC23-BF1A-B771BE43B9E5}"/>
              </a:ext>
            </a:extLst>
          </p:cNvPr>
          <p:cNvSpPr>
            <a:spLocks noGrp="1"/>
          </p:cNvSpPr>
          <p:nvPr>
            <p:ph idx="1"/>
          </p:nvPr>
        </p:nvSpPr>
        <p:spPr/>
        <p:txBody>
          <a:bodyPr/>
          <a:lstStyle/>
          <a:p>
            <a:endParaRPr lang="en-BE"/>
          </a:p>
        </p:txBody>
      </p:sp>
      <p:sp>
        <p:nvSpPr>
          <p:cNvPr id="4" name="Slide Number Placeholder 3">
            <a:extLst>
              <a:ext uri="{FF2B5EF4-FFF2-40B4-BE49-F238E27FC236}">
                <a16:creationId xmlns:a16="http://schemas.microsoft.com/office/drawing/2014/main" id="{04E4BE2A-15A4-1708-303A-7BEA4B7B57FA}"/>
              </a:ext>
            </a:extLst>
          </p:cNvPr>
          <p:cNvSpPr>
            <a:spLocks noGrp="1"/>
          </p:cNvSpPr>
          <p:nvPr>
            <p:ph type="sldNum" sz="quarter" idx="12"/>
          </p:nvPr>
        </p:nvSpPr>
        <p:spPr/>
        <p:txBody>
          <a:bodyPr/>
          <a:lstStyle/>
          <a:p>
            <a:fld id="{FE1B3154-47D9-4402-8EDB-E791933DC0B9}" type="slidenum">
              <a:rPr lang="nl-BE" smtClean="0"/>
              <a:pPr/>
              <a:t>45</a:t>
            </a:fld>
            <a:endParaRPr lang="nl-BE"/>
          </a:p>
        </p:txBody>
      </p:sp>
      <p:pic>
        <p:nvPicPr>
          <p:cNvPr id="5" name="Picture 4">
            <a:extLst>
              <a:ext uri="{FF2B5EF4-FFF2-40B4-BE49-F238E27FC236}">
                <a16:creationId xmlns:a16="http://schemas.microsoft.com/office/drawing/2014/main" id="{C67D8BDE-A9DB-7185-19AA-143B6F02B760}"/>
              </a:ext>
            </a:extLst>
          </p:cNvPr>
          <p:cNvPicPr>
            <a:picLocks noChangeAspect="1"/>
          </p:cNvPicPr>
          <p:nvPr/>
        </p:nvPicPr>
        <p:blipFill>
          <a:blip r:embed="rId3"/>
          <a:stretch>
            <a:fillRect/>
          </a:stretch>
        </p:blipFill>
        <p:spPr>
          <a:xfrm>
            <a:off x="676862" y="365125"/>
            <a:ext cx="5291391" cy="5962131"/>
          </a:xfrm>
          <a:prstGeom prst="rect">
            <a:avLst/>
          </a:prstGeom>
        </p:spPr>
      </p:pic>
      <p:pic>
        <p:nvPicPr>
          <p:cNvPr id="6" name="Picture 5">
            <a:extLst>
              <a:ext uri="{FF2B5EF4-FFF2-40B4-BE49-F238E27FC236}">
                <a16:creationId xmlns:a16="http://schemas.microsoft.com/office/drawing/2014/main" id="{0B45EFED-CD51-1BEB-45E5-57703CEB9489}"/>
              </a:ext>
            </a:extLst>
          </p:cNvPr>
          <p:cNvPicPr>
            <a:picLocks noChangeAspect="1"/>
          </p:cNvPicPr>
          <p:nvPr/>
        </p:nvPicPr>
        <p:blipFill>
          <a:blip r:embed="rId4"/>
          <a:stretch>
            <a:fillRect/>
          </a:stretch>
        </p:blipFill>
        <p:spPr>
          <a:xfrm>
            <a:off x="6413523" y="365125"/>
            <a:ext cx="5554386" cy="5962131"/>
          </a:xfrm>
          <a:prstGeom prst="rect">
            <a:avLst/>
          </a:prstGeom>
        </p:spPr>
      </p:pic>
      <p:sp>
        <p:nvSpPr>
          <p:cNvPr id="8" name="TextBox 7">
            <a:extLst>
              <a:ext uri="{FF2B5EF4-FFF2-40B4-BE49-F238E27FC236}">
                <a16:creationId xmlns:a16="http://schemas.microsoft.com/office/drawing/2014/main" id="{7B2C1B35-0151-B6C8-49F3-4A5BD82574EC}"/>
              </a:ext>
            </a:extLst>
          </p:cNvPr>
          <p:cNvSpPr txBox="1"/>
          <p:nvPr/>
        </p:nvSpPr>
        <p:spPr>
          <a:xfrm>
            <a:off x="676862" y="6407798"/>
            <a:ext cx="868656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hlinkClick r:id="rId5"/>
              </a:rPr>
              <a:t>https://www.youtube.com/watch?v=mG__Wpp9dns&amp;ab_channel=zedstatistics</a:t>
            </a:r>
            <a:endParaRPr lang="en-US"/>
          </a:p>
        </p:txBody>
      </p:sp>
    </p:spTree>
    <p:extLst>
      <p:ext uri="{BB962C8B-B14F-4D97-AF65-F5344CB8AC3E}">
        <p14:creationId xmlns:p14="http://schemas.microsoft.com/office/powerpoint/2010/main" val="17599492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261FE-8C98-5779-8D3B-4F5AEF5BCA2A}"/>
              </a:ext>
            </a:extLst>
          </p:cNvPr>
          <p:cNvSpPr>
            <a:spLocks noGrp="1"/>
          </p:cNvSpPr>
          <p:nvPr>
            <p:ph type="title"/>
          </p:nvPr>
        </p:nvSpPr>
        <p:spPr/>
        <p:txBody>
          <a:bodyPr/>
          <a:lstStyle/>
          <a:p>
            <a:r>
              <a:rPr lang="en-US"/>
              <a:t>The cool formulas</a:t>
            </a:r>
            <a:endParaRPr lang="en-BE"/>
          </a:p>
        </p:txBody>
      </p:sp>
      <p:sp>
        <p:nvSpPr>
          <p:cNvPr id="4" name="Slide Number Placeholder 3">
            <a:extLst>
              <a:ext uri="{FF2B5EF4-FFF2-40B4-BE49-F238E27FC236}">
                <a16:creationId xmlns:a16="http://schemas.microsoft.com/office/drawing/2014/main" id="{5DE9E55E-E610-99C7-A516-3889A16C6E7E}"/>
              </a:ext>
            </a:extLst>
          </p:cNvPr>
          <p:cNvSpPr>
            <a:spLocks noGrp="1"/>
          </p:cNvSpPr>
          <p:nvPr>
            <p:ph type="sldNum" sz="quarter" idx="12"/>
          </p:nvPr>
        </p:nvSpPr>
        <p:spPr/>
        <p:txBody>
          <a:bodyPr/>
          <a:lstStyle/>
          <a:p>
            <a:fld id="{FE1B3154-47D9-4402-8EDB-E791933DC0B9}" type="slidenum">
              <a:rPr lang="nl-BE" smtClean="0"/>
              <a:pPr/>
              <a:t>46</a:t>
            </a:fld>
            <a:endParaRPr lang="nl-BE"/>
          </a:p>
        </p:txBody>
      </p:sp>
      <p:pic>
        <p:nvPicPr>
          <p:cNvPr id="5" name="Content Placeholder 4">
            <a:extLst>
              <a:ext uri="{FF2B5EF4-FFF2-40B4-BE49-F238E27FC236}">
                <a16:creationId xmlns:a16="http://schemas.microsoft.com/office/drawing/2014/main" id="{7AE3D5DB-D9AB-1F3C-5421-BCBB3471E3C8}"/>
              </a:ext>
            </a:extLst>
          </p:cNvPr>
          <p:cNvPicPr>
            <a:picLocks noGrp="1" noChangeAspect="1"/>
          </p:cNvPicPr>
          <p:nvPr>
            <p:ph idx="1"/>
          </p:nvPr>
        </p:nvPicPr>
        <p:blipFill>
          <a:blip r:embed="rId3"/>
          <a:stretch>
            <a:fillRect/>
          </a:stretch>
        </p:blipFill>
        <p:spPr>
          <a:xfrm>
            <a:off x="582706" y="1730375"/>
            <a:ext cx="4563461" cy="4625975"/>
          </a:xfrm>
          <a:prstGeom prst="rect">
            <a:avLst/>
          </a:prstGeom>
        </p:spPr>
      </p:pic>
      <p:pic>
        <p:nvPicPr>
          <p:cNvPr id="6" name="Picture 5">
            <a:extLst>
              <a:ext uri="{FF2B5EF4-FFF2-40B4-BE49-F238E27FC236}">
                <a16:creationId xmlns:a16="http://schemas.microsoft.com/office/drawing/2014/main" id="{1FE5C4EB-A1D6-9D56-595E-3FBDAFD8C8E3}"/>
              </a:ext>
            </a:extLst>
          </p:cNvPr>
          <p:cNvPicPr>
            <a:picLocks noChangeAspect="1"/>
          </p:cNvPicPr>
          <p:nvPr/>
        </p:nvPicPr>
        <p:blipFill>
          <a:blip r:embed="rId4"/>
          <a:stretch>
            <a:fillRect/>
          </a:stretch>
        </p:blipFill>
        <p:spPr>
          <a:xfrm>
            <a:off x="6096000" y="1756695"/>
            <a:ext cx="5753903" cy="4782217"/>
          </a:xfrm>
          <a:prstGeom prst="rect">
            <a:avLst/>
          </a:prstGeom>
        </p:spPr>
      </p:pic>
    </p:spTree>
    <p:extLst>
      <p:ext uri="{BB962C8B-B14F-4D97-AF65-F5344CB8AC3E}">
        <p14:creationId xmlns:p14="http://schemas.microsoft.com/office/powerpoint/2010/main" val="15992628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01DDA-DFEF-26EB-C4EF-0EBC1A8E393D}"/>
              </a:ext>
            </a:extLst>
          </p:cNvPr>
          <p:cNvSpPr>
            <a:spLocks noGrp="1"/>
          </p:cNvSpPr>
          <p:nvPr>
            <p:ph type="title"/>
          </p:nvPr>
        </p:nvSpPr>
        <p:spPr/>
        <p:txBody>
          <a:bodyPr/>
          <a:lstStyle/>
          <a:p>
            <a:r>
              <a:rPr lang="nl-BE" err="1"/>
              <a:t>Correlation</a:t>
            </a:r>
            <a:r>
              <a:rPr lang="nl-BE"/>
              <a:t> = </a:t>
            </a:r>
            <a:r>
              <a:rPr lang="nl-BE" err="1"/>
              <a:t>measure</a:t>
            </a:r>
            <a:r>
              <a:rPr lang="nl-BE"/>
              <a:t> of </a:t>
            </a:r>
            <a:r>
              <a:rPr lang="nl-BE" err="1"/>
              <a:t>strength</a:t>
            </a:r>
            <a:endParaRPr lang="en-BE"/>
          </a:p>
        </p:txBody>
      </p:sp>
      <p:sp>
        <p:nvSpPr>
          <p:cNvPr id="4" name="Slide Number Placeholder 3">
            <a:extLst>
              <a:ext uri="{FF2B5EF4-FFF2-40B4-BE49-F238E27FC236}">
                <a16:creationId xmlns:a16="http://schemas.microsoft.com/office/drawing/2014/main" id="{BED49E0A-2D2A-C670-CC65-E173524311CD}"/>
              </a:ext>
            </a:extLst>
          </p:cNvPr>
          <p:cNvSpPr>
            <a:spLocks noGrp="1"/>
          </p:cNvSpPr>
          <p:nvPr>
            <p:ph type="sldNum" sz="quarter" idx="12"/>
          </p:nvPr>
        </p:nvSpPr>
        <p:spPr/>
        <p:txBody>
          <a:bodyPr/>
          <a:lstStyle/>
          <a:p>
            <a:fld id="{FE1B3154-47D9-4402-8EDB-E791933DC0B9}" type="slidenum">
              <a:rPr lang="nl-BE" smtClean="0"/>
              <a:pPr/>
              <a:t>47</a:t>
            </a:fld>
            <a:endParaRPr lang="nl-BE"/>
          </a:p>
        </p:txBody>
      </p:sp>
      <p:pic>
        <p:nvPicPr>
          <p:cNvPr id="5" name="Picture 4">
            <a:extLst>
              <a:ext uri="{FF2B5EF4-FFF2-40B4-BE49-F238E27FC236}">
                <a16:creationId xmlns:a16="http://schemas.microsoft.com/office/drawing/2014/main" id="{DDBB3CBB-0BC0-B2CD-9970-DC6541D54BF9}"/>
              </a:ext>
            </a:extLst>
          </p:cNvPr>
          <p:cNvPicPr>
            <a:picLocks noChangeAspect="1"/>
          </p:cNvPicPr>
          <p:nvPr/>
        </p:nvPicPr>
        <p:blipFill>
          <a:blip r:embed="rId3"/>
          <a:stretch>
            <a:fillRect/>
          </a:stretch>
        </p:blipFill>
        <p:spPr>
          <a:xfrm>
            <a:off x="1751824" y="1489221"/>
            <a:ext cx="8896123" cy="5396163"/>
          </a:xfrm>
          <a:prstGeom prst="rect">
            <a:avLst/>
          </a:prstGeom>
        </p:spPr>
      </p:pic>
    </p:spTree>
    <p:extLst>
      <p:ext uri="{BB962C8B-B14F-4D97-AF65-F5344CB8AC3E}">
        <p14:creationId xmlns:p14="http://schemas.microsoft.com/office/powerpoint/2010/main" val="6424709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56E94-6227-EC39-9DFC-580C9640BFCA}"/>
              </a:ext>
            </a:extLst>
          </p:cNvPr>
          <p:cNvSpPr>
            <a:spLocks noGrp="1"/>
          </p:cNvSpPr>
          <p:nvPr>
            <p:ph type="title"/>
          </p:nvPr>
        </p:nvSpPr>
        <p:spPr/>
        <p:txBody>
          <a:bodyPr/>
          <a:lstStyle/>
          <a:p>
            <a:r>
              <a:rPr lang="nl-BE" err="1"/>
              <a:t>Extremes</a:t>
            </a:r>
            <a:r>
              <a:rPr lang="nl-BE"/>
              <a:t> of </a:t>
            </a:r>
            <a:r>
              <a:rPr lang="nl-BE" err="1"/>
              <a:t>correlation</a:t>
            </a:r>
            <a:endParaRPr lang="en-BE"/>
          </a:p>
        </p:txBody>
      </p:sp>
      <p:sp>
        <p:nvSpPr>
          <p:cNvPr id="4" name="Slide Number Placeholder 3">
            <a:extLst>
              <a:ext uri="{FF2B5EF4-FFF2-40B4-BE49-F238E27FC236}">
                <a16:creationId xmlns:a16="http://schemas.microsoft.com/office/drawing/2014/main" id="{2D75D916-98F1-50D7-AC07-BE9C9E7CEB61}"/>
              </a:ext>
            </a:extLst>
          </p:cNvPr>
          <p:cNvSpPr>
            <a:spLocks noGrp="1"/>
          </p:cNvSpPr>
          <p:nvPr>
            <p:ph type="sldNum" sz="quarter" idx="12"/>
          </p:nvPr>
        </p:nvSpPr>
        <p:spPr/>
        <p:txBody>
          <a:bodyPr/>
          <a:lstStyle/>
          <a:p>
            <a:fld id="{FE1B3154-47D9-4402-8EDB-E791933DC0B9}" type="slidenum">
              <a:rPr lang="nl-BE" smtClean="0"/>
              <a:pPr/>
              <a:t>48</a:t>
            </a:fld>
            <a:endParaRPr lang="nl-BE"/>
          </a:p>
        </p:txBody>
      </p:sp>
      <p:pic>
        <p:nvPicPr>
          <p:cNvPr id="5" name="Picture 4">
            <a:extLst>
              <a:ext uri="{FF2B5EF4-FFF2-40B4-BE49-F238E27FC236}">
                <a16:creationId xmlns:a16="http://schemas.microsoft.com/office/drawing/2014/main" id="{D3D271E3-542F-3BD2-3760-E422DBC2F9D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35360" y="2204864"/>
            <a:ext cx="3625435" cy="2088232"/>
          </a:xfrm>
          <a:prstGeom prst="rect">
            <a:avLst/>
          </a:prstGeom>
        </p:spPr>
      </p:pic>
      <p:pic>
        <p:nvPicPr>
          <p:cNvPr id="6" name="Picture 5">
            <a:extLst>
              <a:ext uri="{FF2B5EF4-FFF2-40B4-BE49-F238E27FC236}">
                <a16:creationId xmlns:a16="http://schemas.microsoft.com/office/drawing/2014/main" id="{B375CFF2-29F1-ED61-E4B5-89C51AF7A65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079776" y="2204864"/>
            <a:ext cx="3625435" cy="2088231"/>
          </a:xfrm>
          <a:prstGeom prst="rect">
            <a:avLst/>
          </a:prstGeom>
        </p:spPr>
      </p:pic>
      <p:pic>
        <p:nvPicPr>
          <p:cNvPr id="7" name="Picture 6">
            <a:extLst>
              <a:ext uri="{FF2B5EF4-FFF2-40B4-BE49-F238E27FC236}">
                <a16:creationId xmlns:a16="http://schemas.microsoft.com/office/drawing/2014/main" id="{859CC596-B798-7217-4739-F69E6B70B89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824192" y="2179921"/>
            <a:ext cx="3625435" cy="2088231"/>
          </a:xfrm>
          <a:prstGeom prst="rect">
            <a:avLst/>
          </a:prstGeom>
        </p:spPr>
      </p:pic>
      <p:sp>
        <p:nvSpPr>
          <p:cNvPr id="8" name="Rectangle 7">
            <a:extLst>
              <a:ext uri="{FF2B5EF4-FFF2-40B4-BE49-F238E27FC236}">
                <a16:creationId xmlns:a16="http://schemas.microsoft.com/office/drawing/2014/main" id="{BA200F69-EBD7-9D73-A24A-00E33033C80D}"/>
              </a:ext>
            </a:extLst>
          </p:cNvPr>
          <p:cNvSpPr/>
          <p:nvPr/>
        </p:nvSpPr>
        <p:spPr>
          <a:xfrm>
            <a:off x="335360" y="4365104"/>
            <a:ext cx="3625435" cy="646331"/>
          </a:xfrm>
          <a:prstGeom prst="rect">
            <a:avLst/>
          </a:prstGeom>
        </p:spPr>
        <p:txBody>
          <a:bodyPr wrap="square">
            <a:spAutoFit/>
          </a:bodyPr>
          <a:lstStyle/>
          <a:p>
            <a:pPr algn="ctr"/>
            <a:r>
              <a:rPr lang="en-GB" b="1">
                <a:latin typeface="GuardianTextEgyptian"/>
              </a:rPr>
              <a:t>Correlation = 1</a:t>
            </a:r>
            <a:br>
              <a:rPr lang="en-GB" b="1">
                <a:latin typeface="GuardianTextEgyptian"/>
              </a:rPr>
            </a:br>
            <a:r>
              <a:rPr lang="en-GB">
                <a:latin typeface="GuardianTextEgyptian"/>
              </a:rPr>
              <a:t>Perfect positive relationship</a:t>
            </a:r>
            <a:endParaRPr lang="en-BE"/>
          </a:p>
        </p:txBody>
      </p:sp>
      <p:sp>
        <p:nvSpPr>
          <p:cNvPr id="9" name="Rectangle 8">
            <a:extLst>
              <a:ext uri="{FF2B5EF4-FFF2-40B4-BE49-F238E27FC236}">
                <a16:creationId xmlns:a16="http://schemas.microsoft.com/office/drawing/2014/main" id="{29A84D2B-6DA0-2347-11A7-48676E9F6FDF}"/>
              </a:ext>
            </a:extLst>
          </p:cNvPr>
          <p:cNvSpPr/>
          <p:nvPr/>
        </p:nvSpPr>
        <p:spPr>
          <a:xfrm>
            <a:off x="4079776" y="4365104"/>
            <a:ext cx="3625435" cy="646331"/>
          </a:xfrm>
          <a:prstGeom prst="rect">
            <a:avLst/>
          </a:prstGeom>
        </p:spPr>
        <p:txBody>
          <a:bodyPr wrap="square">
            <a:spAutoFit/>
          </a:bodyPr>
          <a:lstStyle/>
          <a:p>
            <a:pPr algn="ctr"/>
            <a:r>
              <a:rPr lang="en-GB" b="1">
                <a:latin typeface="GuardianTextEgyptian"/>
              </a:rPr>
              <a:t>Correlation = 0</a:t>
            </a:r>
          </a:p>
          <a:p>
            <a:pPr algn="ctr"/>
            <a:r>
              <a:rPr lang="en-GB">
                <a:latin typeface="GuardianTextEgyptian"/>
              </a:rPr>
              <a:t>No pattern</a:t>
            </a:r>
            <a:endParaRPr lang="en-BE"/>
          </a:p>
        </p:txBody>
      </p:sp>
      <p:sp>
        <p:nvSpPr>
          <p:cNvPr id="10" name="Rectangle 9">
            <a:extLst>
              <a:ext uri="{FF2B5EF4-FFF2-40B4-BE49-F238E27FC236}">
                <a16:creationId xmlns:a16="http://schemas.microsoft.com/office/drawing/2014/main" id="{206AC0B7-5E6B-3669-328E-202AFA918715}"/>
              </a:ext>
            </a:extLst>
          </p:cNvPr>
          <p:cNvSpPr/>
          <p:nvPr/>
        </p:nvSpPr>
        <p:spPr>
          <a:xfrm>
            <a:off x="7824192" y="4365104"/>
            <a:ext cx="3625435" cy="646331"/>
          </a:xfrm>
          <a:prstGeom prst="rect">
            <a:avLst/>
          </a:prstGeom>
        </p:spPr>
        <p:txBody>
          <a:bodyPr wrap="square">
            <a:spAutoFit/>
          </a:bodyPr>
          <a:lstStyle/>
          <a:p>
            <a:pPr algn="ctr"/>
            <a:r>
              <a:rPr lang="en-GB" b="1">
                <a:latin typeface="GuardianTextEgyptian"/>
              </a:rPr>
              <a:t>Correlation = -1</a:t>
            </a:r>
          </a:p>
          <a:p>
            <a:pPr algn="ctr"/>
            <a:r>
              <a:rPr lang="en-GB">
                <a:latin typeface="GuardianTextEgyptian"/>
              </a:rPr>
              <a:t>Perfect negative relationship</a:t>
            </a:r>
            <a:endParaRPr lang="en-BE"/>
          </a:p>
        </p:txBody>
      </p:sp>
    </p:spTree>
    <p:extLst>
      <p:ext uri="{BB962C8B-B14F-4D97-AF65-F5344CB8AC3E}">
        <p14:creationId xmlns:p14="http://schemas.microsoft.com/office/powerpoint/2010/main" val="32686151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D3BC-D7C3-7427-B255-6E716B4C399B}"/>
              </a:ext>
            </a:extLst>
          </p:cNvPr>
          <p:cNvSpPr>
            <a:spLocks noGrp="1"/>
          </p:cNvSpPr>
          <p:nvPr>
            <p:ph type="title"/>
          </p:nvPr>
        </p:nvSpPr>
        <p:spPr/>
        <p:txBody>
          <a:bodyPr/>
          <a:lstStyle/>
          <a:p>
            <a:r>
              <a:rPr lang="en-US" dirty="0"/>
              <a:t>Covariance does not imply causation</a:t>
            </a:r>
            <a:endParaRPr lang="en-BE" dirty="0"/>
          </a:p>
        </p:txBody>
      </p:sp>
      <p:sp>
        <p:nvSpPr>
          <p:cNvPr id="4" name="Slide Number Placeholder 3">
            <a:extLst>
              <a:ext uri="{FF2B5EF4-FFF2-40B4-BE49-F238E27FC236}">
                <a16:creationId xmlns:a16="http://schemas.microsoft.com/office/drawing/2014/main" id="{B64B2E24-0456-1709-7FFA-3ABFC53BE293}"/>
              </a:ext>
            </a:extLst>
          </p:cNvPr>
          <p:cNvSpPr>
            <a:spLocks noGrp="1"/>
          </p:cNvSpPr>
          <p:nvPr>
            <p:ph type="sldNum" sz="quarter" idx="12"/>
          </p:nvPr>
        </p:nvSpPr>
        <p:spPr/>
        <p:txBody>
          <a:bodyPr/>
          <a:lstStyle/>
          <a:p>
            <a:fld id="{FE1B3154-47D9-4402-8EDB-E791933DC0B9}" type="slidenum">
              <a:rPr lang="nl-BE" smtClean="0"/>
              <a:pPr/>
              <a:t>49</a:t>
            </a:fld>
            <a:endParaRPr lang="nl-BE"/>
          </a:p>
        </p:txBody>
      </p:sp>
      <p:pic>
        <p:nvPicPr>
          <p:cNvPr id="5" name="Picture 4" descr="Chart, line chart&#10;&#10;Description automatically generated">
            <a:extLst>
              <a:ext uri="{FF2B5EF4-FFF2-40B4-BE49-F238E27FC236}">
                <a16:creationId xmlns:a16="http://schemas.microsoft.com/office/drawing/2014/main" id="{583D29D3-E267-E409-2260-7E6813C9F5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002" y="1942348"/>
            <a:ext cx="9748501" cy="3843160"/>
          </a:xfrm>
          <a:prstGeom prst="rect">
            <a:avLst/>
          </a:prstGeom>
        </p:spPr>
      </p:pic>
    </p:spTree>
    <p:extLst>
      <p:ext uri="{BB962C8B-B14F-4D97-AF65-F5344CB8AC3E}">
        <p14:creationId xmlns:p14="http://schemas.microsoft.com/office/powerpoint/2010/main" val="6325384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415D5-BC04-EA0D-7826-171419142525}"/>
              </a:ext>
            </a:extLst>
          </p:cNvPr>
          <p:cNvSpPr>
            <a:spLocks noGrp="1"/>
          </p:cNvSpPr>
          <p:nvPr>
            <p:ph type="title"/>
          </p:nvPr>
        </p:nvSpPr>
        <p:spPr/>
        <p:txBody>
          <a:bodyPr/>
          <a:lstStyle/>
          <a:p>
            <a:r>
              <a:rPr lang="en-US" dirty="0"/>
              <a:t>Correlation in </a:t>
            </a:r>
            <a:r>
              <a:rPr lang="en-US" dirty="0" err="1"/>
              <a:t>DataFrames</a:t>
            </a:r>
            <a:endParaRPr lang="en-BE" dirty="0"/>
          </a:p>
        </p:txBody>
      </p:sp>
      <p:sp>
        <p:nvSpPr>
          <p:cNvPr id="3" name="Content Placeholder 2">
            <a:extLst>
              <a:ext uri="{FF2B5EF4-FFF2-40B4-BE49-F238E27FC236}">
                <a16:creationId xmlns:a16="http://schemas.microsoft.com/office/drawing/2014/main" id="{596E2D31-63DF-DCC9-8C5F-8A3F571C4C3A}"/>
              </a:ext>
            </a:extLst>
          </p:cNvPr>
          <p:cNvSpPr>
            <a:spLocks noGrp="1"/>
          </p:cNvSpPr>
          <p:nvPr>
            <p:ph idx="1"/>
          </p:nvPr>
        </p:nvSpPr>
        <p:spPr/>
        <p:txBody>
          <a:bodyPr/>
          <a:lstStyle/>
          <a:p>
            <a:r>
              <a:rPr lang="en-US" dirty="0"/>
              <a:t>A scatter plot is a very useful plot to check if there is correlation between two variables in a dataset</a:t>
            </a:r>
          </a:p>
          <a:p>
            <a:r>
              <a:rPr lang="en-US" dirty="0"/>
              <a:t>But which variables correlate well, and which don’t? You have 2 options:</a:t>
            </a:r>
          </a:p>
          <a:p>
            <a:pPr lvl="1"/>
            <a:r>
              <a:rPr lang="en-US" dirty="0"/>
              <a:t>Check numerically: calculate correlation matrix</a:t>
            </a:r>
          </a:p>
          <a:p>
            <a:pPr lvl="1"/>
            <a:r>
              <a:rPr lang="en-US" dirty="0"/>
              <a:t>Check visually: plot a scatter matrix</a:t>
            </a:r>
            <a:endParaRPr lang="en-BE" dirty="0"/>
          </a:p>
        </p:txBody>
      </p:sp>
      <p:sp>
        <p:nvSpPr>
          <p:cNvPr id="4" name="Slide Number Placeholder 3">
            <a:extLst>
              <a:ext uri="{FF2B5EF4-FFF2-40B4-BE49-F238E27FC236}">
                <a16:creationId xmlns:a16="http://schemas.microsoft.com/office/drawing/2014/main" id="{4A1D9A72-45E0-6C91-BE85-2A839E2BBB19}"/>
              </a:ext>
            </a:extLst>
          </p:cNvPr>
          <p:cNvSpPr>
            <a:spLocks noGrp="1"/>
          </p:cNvSpPr>
          <p:nvPr>
            <p:ph type="sldNum" sz="quarter" idx="12"/>
          </p:nvPr>
        </p:nvSpPr>
        <p:spPr/>
        <p:txBody>
          <a:bodyPr/>
          <a:lstStyle/>
          <a:p>
            <a:fld id="{FE1B3154-47D9-4402-8EDB-E791933DC0B9}" type="slidenum">
              <a:rPr lang="nl-BE" smtClean="0"/>
              <a:pPr/>
              <a:t>50</a:t>
            </a:fld>
            <a:endParaRPr lang="nl-BE"/>
          </a:p>
        </p:txBody>
      </p:sp>
    </p:spTree>
    <p:extLst>
      <p:ext uri="{BB962C8B-B14F-4D97-AF65-F5344CB8AC3E}">
        <p14:creationId xmlns:p14="http://schemas.microsoft.com/office/powerpoint/2010/main" val="37976777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A25B6-016F-4A56-2972-87E44FED5F75}"/>
              </a:ext>
            </a:extLst>
          </p:cNvPr>
          <p:cNvSpPr>
            <a:spLocks noGrp="1"/>
          </p:cNvSpPr>
          <p:nvPr>
            <p:ph type="title"/>
          </p:nvPr>
        </p:nvSpPr>
        <p:spPr/>
        <p:txBody>
          <a:bodyPr>
            <a:normAutofit/>
          </a:bodyPr>
          <a:lstStyle/>
          <a:p>
            <a:r>
              <a:rPr lang="en-US"/>
              <a:t>Correlation matrix</a:t>
            </a:r>
            <a:endParaRPr lang="nl-BE"/>
          </a:p>
        </p:txBody>
      </p:sp>
      <p:sp>
        <p:nvSpPr>
          <p:cNvPr id="4" name="Slide Number Placeholder 3">
            <a:extLst>
              <a:ext uri="{FF2B5EF4-FFF2-40B4-BE49-F238E27FC236}">
                <a16:creationId xmlns:a16="http://schemas.microsoft.com/office/drawing/2014/main" id="{70A0E38F-5418-4A70-26E2-5DE50C8CABCB}"/>
              </a:ext>
            </a:extLst>
          </p:cNvPr>
          <p:cNvSpPr>
            <a:spLocks noGrp="1"/>
          </p:cNvSpPr>
          <p:nvPr>
            <p:ph type="sldNum" sz="quarter" idx="12"/>
          </p:nvPr>
        </p:nvSpPr>
        <p:spPr/>
        <p:txBody>
          <a:bodyPr/>
          <a:lstStyle/>
          <a:p>
            <a:fld id="{FE1B3154-47D9-4402-8EDB-E791933DC0B9}" type="slidenum">
              <a:rPr lang="nl-BE" smtClean="0"/>
              <a:pPr/>
              <a:t>51</a:t>
            </a:fld>
            <a:endParaRPr lang="nl-BE"/>
          </a:p>
        </p:txBody>
      </p:sp>
      <p:sp>
        <p:nvSpPr>
          <p:cNvPr id="5" name="Content Placeholder 4">
            <a:extLst>
              <a:ext uri="{FF2B5EF4-FFF2-40B4-BE49-F238E27FC236}">
                <a16:creationId xmlns:a16="http://schemas.microsoft.com/office/drawing/2014/main" id="{3892B9B1-EE88-0FF3-C131-0F0D0A9E7BC7}"/>
              </a:ext>
            </a:extLst>
          </p:cNvPr>
          <p:cNvSpPr>
            <a:spLocks noGrp="1"/>
          </p:cNvSpPr>
          <p:nvPr>
            <p:ph idx="1"/>
          </p:nvPr>
        </p:nvSpPr>
        <p:spPr>
          <a:xfrm>
            <a:off x="582704" y="1550894"/>
            <a:ext cx="7047805" cy="4626069"/>
          </a:xfrm>
        </p:spPr>
        <p:txBody>
          <a:bodyPr/>
          <a:lstStyle/>
          <a:p>
            <a:r>
              <a:rPr lang="en-US" dirty="0"/>
              <a:t>Calculate the correlation between all columns</a:t>
            </a:r>
          </a:p>
          <a:p>
            <a:pPr lvl="1"/>
            <a:r>
              <a:rPr lang="en-US" dirty="0"/>
              <a:t>Or all numerical columns, to be precise</a:t>
            </a:r>
          </a:p>
          <a:p>
            <a:r>
              <a:rPr lang="en-US" dirty="0"/>
              <a:t>Gives you a number showing </a:t>
            </a:r>
            <a:br>
              <a:rPr lang="en-US" dirty="0"/>
            </a:br>
            <a:r>
              <a:rPr lang="en-US" dirty="0"/>
              <a:t>how much they are related</a:t>
            </a:r>
          </a:p>
          <a:p>
            <a:pPr lvl="1"/>
            <a:r>
              <a:rPr lang="en-US" dirty="0"/>
              <a:t>0:  No correlation</a:t>
            </a:r>
          </a:p>
          <a:p>
            <a:pPr lvl="1"/>
            <a:r>
              <a:rPr lang="en-US" dirty="0"/>
              <a:t>1:  One goes up, other goes up</a:t>
            </a:r>
          </a:p>
          <a:p>
            <a:pPr lvl="1"/>
            <a:r>
              <a:rPr lang="en-US" dirty="0"/>
              <a:t>-1: One goes up, other goes down</a:t>
            </a:r>
          </a:p>
          <a:p>
            <a:r>
              <a:rPr lang="en-US" dirty="0"/>
              <a:t>The closer the number is to +1/-1, </a:t>
            </a:r>
            <a:br>
              <a:rPr lang="en-US" dirty="0"/>
            </a:br>
            <a:r>
              <a:rPr lang="en-US" dirty="0"/>
              <a:t>the better the correlation</a:t>
            </a:r>
            <a:endParaRPr lang="en-BE" dirty="0"/>
          </a:p>
        </p:txBody>
      </p:sp>
      <p:pic>
        <p:nvPicPr>
          <p:cNvPr id="8" name="Picture 7">
            <a:extLst>
              <a:ext uri="{FF2B5EF4-FFF2-40B4-BE49-F238E27FC236}">
                <a16:creationId xmlns:a16="http://schemas.microsoft.com/office/drawing/2014/main" id="{26C76FC7-E8BE-B8E9-6E14-2852EC8F7547}"/>
              </a:ext>
            </a:extLst>
          </p:cNvPr>
          <p:cNvPicPr>
            <a:picLocks noChangeAspect="1"/>
          </p:cNvPicPr>
          <p:nvPr/>
        </p:nvPicPr>
        <p:blipFill>
          <a:blip r:embed="rId2"/>
          <a:stretch>
            <a:fillRect/>
          </a:stretch>
        </p:blipFill>
        <p:spPr>
          <a:xfrm>
            <a:off x="6956811" y="2237846"/>
            <a:ext cx="5053573" cy="3029956"/>
          </a:xfrm>
          <a:prstGeom prst="rect">
            <a:avLst/>
          </a:prstGeom>
        </p:spPr>
      </p:pic>
    </p:spTree>
    <p:extLst>
      <p:ext uri="{BB962C8B-B14F-4D97-AF65-F5344CB8AC3E}">
        <p14:creationId xmlns:p14="http://schemas.microsoft.com/office/powerpoint/2010/main" val="7689558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77399-7910-E1E6-5156-89E0FC0584CD}"/>
              </a:ext>
            </a:extLst>
          </p:cNvPr>
          <p:cNvSpPr>
            <a:spLocks noGrp="1"/>
          </p:cNvSpPr>
          <p:nvPr>
            <p:ph type="title"/>
          </p:nvPr>
        </p:nvSpPr>
        <p:spPr/>
        <p:txBody>
          <a:bodyPr/>
          <a:lstStyle/>
          <a:p>
            <a:r>
              <a:rPr lang="nl-BE" err="1"/>
              <a:t>Scatter</a:t>
            </a:r>
            <a:r>
              <a:rPr lang="nl-BE"/>
              <a:t> matrix</a:t>
            </a:r>
          </a:p>
        </p:txBody>
      </p:sp>
      <p:sp>
        <p:nvSpPr>
          <p:cNvPr id="4" name="Slide Number Placeholder 3">
            <a:extLst>
              <a:ext uri="{FF2B5EF4-FFF2-40B4-BE49-F238E27FC236}">
                <a16:creationId xmlns:a16="http://schemas.microsoft.com/office/drawing/2014/main" id="{6A1F8865-5705-CDA2-8A82-A1C7B5747EDF}"/>
              </a:ext>
            </a:extLst>
          </p:cNvPr>
          <p:cNvSpPr>
            <a:spLocks noGrp="1"/>
          </p:cNvSpPr>
          <p:nvPr>
            <p:ph type="sldNum" sz="quarter" idx="12"/>
          </p:nvPr>
        </p:nvSpPr>
        <p:spPr/>
        <p:txBody>
          <a:bodyPr/>
          <a:lstStyle/>
          <a:p>
            <a:fld id="{FE1B3154-47D9-4402-8EDB-E791933DC0B9}" type="slidenum">
              <a:rPr lang="nl-BE" smtClean="0"/>
              <a:pPr/>
              <a:t>52</a:t>
            </a:fld>
            <a:endParaRPr lang="nl-BE"/>
          </a:p>
        </p:txBody>
      </p:sp>
      <p:sp>
        <p:nvSpPr>
          <p:cNvPr id="5" name="Content Placeholder 4">
            <a:extLst>
              <a:ext uri="{FF2B5EF4-FFF2-40B4-BE49-F238E27FC236}">
                <a16:creationId xmlns:a16="http://schemas.microsoft.com/office/drawing/2014/main" id="{D903A0EE-2D2D-4247-7AA3-145C81F9D895}"/>
              </a:ext>
            </a:extLst>
          </p:cNvPr>
          <p:cNvSpPr>
            <a:spLocks noGrp="1"/>
          </p:cNvSpPr>
          <p:nvPr>
            <p:ph idx="1"/>
          </p:nvPr>
        </p:nvSpPr>
        <p:spPr>
          <a:xfrm>
            <a:off x="582705" y="1550894"/>
            <a:ext cx="5817528" cy="4626069"/>
          </a:xfrm>
        </p:spPr>
        <p:txBody>
          <a:bodyPr/>
          <a:lstStyle/>
          <a:p>
            <a:r>
              <a:rPr lang="en-US"/>
              <a:t>The same as a correlation matrix, but instead of numbers you get a scatter plot</a:t>
            </a:r>
          </a:p>
          <a:p>
            <a:r>
              <a:rPr lang="en-US"/>
              <a:t>Some plots stand out:</a:t>
            </a:r>
          </a:p>
          <a:p>
            <a:pPr lvl="1"/>
            <a:r>
              <a:rPr lang="en-US" err="1"/>
              <a:t>cty</a:t>
            </a:r>
            <a:r>
              <a:rPr lang="en-US"/>
              <a:t> vs </a:t>
            </a:r>
            <a:r>
              <a:rPr lang="en-US" err="1"/>
              <a:t>hwy</a:t>
            </a:r>
            <a:r>
              <a:rPr lang="en-US"/>
              <a:t>: near perfect correlation</a:t>
            </a:r>
          </a:p>
          <a:p>
            <a:pPr lvl="1"/>
            <a:r>
              <a:rPr lang="en-US"/>
              <a:t>year vs …: Only 2 distinct values for year are present</a:t>
            </a:r>
          </a:p>
          <a:p>
            <a:pPr lvl="1"/>
            <a:r>
              <a:rPr lang="en-US" err="1"/>
              <a:t>cyl</a:t>
            </a:r>
            <a:r>
              <a:rPr lang="en-US"/>
              <a:t>: few distinct values, but some correlation with </a:t>
            </a:r>
            <a:r>
              <a:rPr lang="en-US" err="1"/>
              <a:t>displ</a:t>
            </a:r>
            <a:endParaRPr lang="en-BE"/>
          </a:p>
        </p:txBody>
      </p:sp>
      <p:pic>
        <p:nvPicPr>
          <p:cNvPr id="8" name="Picture 7">
            <a:extLst>
              <a:ext uri="{FF2B5EF4-FFF2-40B4-BE49-F238E27FC236}">
                <a16:creationId xmlns:a16="http://schemas.microsoft.com/office/drawing/2014/main" id="{265D90A9-7269-7ABD-74AA-27183F3D2726}"/>
              </a:ext>
            </a:extLst>
          </p:cNvPr>
          <p:cNvPicPr>
            <a:picLocks noChangeAspect="1"/>
          </p:cNvPicPr>
          <p:nvPr/>
        </p:nvPicPr>
        <p:blipFill>
          <a:blip r:embed="rId2"/>
          <a:stretch>
            <a:fillRect/>
          </a:stretch>
        </p:blipFill>
        <p:spPr>
          <a:xfrm>
            <a:off x="6542887" y="1550894"/>
            <a:ext cx="5649113" cy="5087060"/>
          </a:xfrm>
          <a:prstGeom prst="rect">
            <a:avLst/>
          </a:prstGeom>
        </p:spPr>
      </p:pic>
    </p:spTree>
    <p:extLst>
      <p:ext uri="{BB962C8B-B14F-4D97-AF65-F5344CB8AC3E}">
        <p14:creationId xmlns:p14="http://schemas.microsoft.com/office/powerpoint/2010/main" val="12385004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6429E-4B37-8457-EE24-B74C56BC67BB}"/>
              </a:ext>
            </a:extLst>
          </p:cNvPr>
          <p:cNvSpPr>
            <a:spLocks noGrp="1"/>
          </p:cNvSpPr>
          <p:nvPr>
            <p:ph type="title"/>
          </p:nvPr>
        </p:nvSpPr>
        <p:spPr/>
        <p:txBody>
          <a:bodyPr/>
          <a:lstStyle/>
          <a:p>
            <a:r>
              <a:rPr lang="en-US"/>
              <a:t>Scatter matrix</a:t>
            </a:r>
            <a:endParaRPr lang="en-BE"/>
          </a:p>
        </p:txBody>
      </p:sp>
      <p:sp>
        <p:nvSpPr>
          <p:cNvPr id="3" name="Content Placeholder 2">
            <a:extLst>
              <a:ext uri="{FF2B5EF4-FFF2-40B4-BE49-F238E27FC236}">
                <a16:creationId xmlns:a16="http://schemas.microsoft.com/office/drawing/2014/main" id="{2C8C4A25-7179-4580-2A00-D47AFE102B4E}"/>
              </a:ext>
            </a:extLst>
          </p:cNvPr>
          <p:cNvSpPr>
            <a:spLocks noGrp="1"/>
          </p:cNvSpPr>
          <p:nvPr>
            <p:ph idx="1"/>
          </p:nvPr>
        </p:nvSpPr>
        <p:spPr/>
        <p:txBody>
          <a:bodyPr/>
          <a:lstStyle/>
          <a:p>
            <a:r>
              <a:rPr lang="en-US"/>
              <a:t>Did we see that correctly?</a:t>
            </a:r>
          </a:p>
          <a:p>
            <a:endParaRPr lang="en-US"/>
          </a:p>
          <a:p>
            <a:r>
              <a:rPr lang="en-US" err="1"/>
              <a:t>cty</a:t>
            </a:r>
            <a:r>
              <a:rPr lang="en-US"/>
              <a:t> vs </a:t>
            </a:r>
            <a:r>
              <a:rPr lang="en-US" err="1"/>
              <a:t>hwy</a:t>
            </a:r>
            <a:r>
              <a:rPr lang="en-US"/>
              <a:t>: near perfect correlation</a:t>
            </a:r>
          </a:p>
          <a:p>
            <a:pPr lvl="1"/>
            <a:r>
              <a:rPr lang="en-US" err="1"/>
              <a:t>cty</a:t>
            </a:r>
            <a:r>
              <a:rPr lang="en-US"/>
              <a:t>: Miles per gallon in the city</a:t>
            </a:r>
          </a:p>
          <a:p>
            <a:pPr lvl="1"/>
            <a:r>
              <a:rPr lang="en-US" err="1"/>
              <a:t>hwy</a:t>
            </a:r>
            <a:r>
              <a:rPr lang="en-US"/>
              <a:t>: Miles per gallon on the highway</a:t>
            </a:r>
          </a:p>
          <a:p>
            <a:r>
              <a:rPr lang="en-US" err="1"/>
              <a:t>cyl</a:t>
            </a:r>
            <a:r>
              <a:rPr lang="en-US"/>
              <a:t>: few distinct values, but some correlation with </a:t>
            </a:r>
            <a:r>
              <a:rPr lang="en-US" err="1"/>
              <a:t>displ</a:t>
            </a:r>
            <a:endParaRPr lang="en-US"/>
          </a:p>
          <a:p>
            <a:pPr lvl="1"/>
            <a:r>
              <a:rPr lang="en-US" err="1"/>
              <a:t>cyl</a:t>
            </a:r>
            <a:r>
              <a:rPr lang="en-US"/>
              <a:t>: the number of </a:t>
            </a:r>
            <a:r>
              <a:rPr lang="en-US" err="1"/>
              <a:t>cilinders</a:t>
            </a:r>
            <a:endParaRPr lang="en-US"/>
          </a:p>
          <a:p>
            <a:pPr lvl="1"/>
            <a:r>
              <a:rPr lang="en-US" err="1"/>
              <a:t>displ</a:t>
            </a:r>
            <a:r>
              <a:rPr lang="en-US"/>
              <a:t>: the size of the engine (in liters)</a:t>
            </a:r>
          </a:p>
          <a:p>
            <a:pPr lvl="1"/>
            <a:endParaRPr lang="en-US"/>
          </a:p>
          <a:p>
            <a:r>
              <a:rPr lang="en-US"/>
              <a:t>So yes, what we saw in the graphs is also true in real life</a:t>
            </a:r>
            <a:endParaRPr lang="en-BE"/>
          </a:p>
        </p:txBody>
      </p:sp>
      <p:sp>
        <p:nvSpPr>
          <p:cNvPr id="4" name="Slide Number Placeholder 3">
            <a:extLst>
              <a:ext uri="{FF2B5EF4-FFF2-40B4-BE49-F238E27FC236}">
                <a16:creationId xmlns:a16="http://schemas.microsoft.com/office/drawing/2014/main" id="{2654CCCE-2F75-D176-28F9-2422639A9D50}"/>
              </a:ext>
            </a:extLst>
          </p:cNvPr>
          <p:cNvSpPr>
            <a:spLocks noGrp="1"/>
          </p:cNvSpPr>
          <p:nvPr>
            <p:ph type="sldNum" sz="quarter" idx="12"/>
          </p:nvPr>
        </p:nvSpPr>
        <p:spPr/>
        <p:txBody>
          <a:bodyPr/>
          <a:lstStyle/>
          <a:p>
            <a:fld id="{FE1B3154-47D9-4402-8EDB-E791933DC0B9}" type="slidenum">
              <a:rPr lang="nl-BE" smtClean="0"/>
              <a:pPr/>
              <a:t>53</a:t>
            </a:fld>
            <a:endParaRPr lang="nl-BE"/>
          </a:p>
        </p:txBody>
      </p:sp>
    </p:spTree>
    <p:extLst>
      <p:ext uri="{BB962C8B-B14F-4D97-AF65-F5344CB8AC3E}">
        <p14:creationId xmlns:p14="http://schemas.microsoft.com/office/powerpoint/2010/main" val="20060633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A714E-EBE7-6500-2256-1ED47358DBB1}"/>
              </a:ext>
            </a:extLst>
          </p:cNvPr>
          <p:cNvSpPr>
            <a:spLocks noGrp="1"/>
          </p:cNvSpPr>
          <p:nvPr>
            <p:ph type="title"/>
          </p:nvPr>
        </p:nvSpPr>
        <p:spPr/>
        <p:txBody>
          <a:bodyPr/>
          <a:lstStyle/>
          <a:p>
            <a:r>
              <a:rPr lang="en-US"/>
              <a:t>Boxplots, skewing and distributions</a:t>
            </a:r>
            <a:endParaRPr lang="en-BE"/>
          </a:p>
        </p:txBody>
      </p:sp>
      <p:sp>
        <p:nvSpPr>
          <p:cNvPr id="3" name="Content Placeholder 2">
            <a:extLst>
              <a:ext uri="{FF2B5EF4-FFF2-40B4-BE49-F238E27FC236}">
                <a16:creationId xmlns:a16="http://schemas.microsoft.com/office/drawing/2014/main" id="{D683FD38-C27B-F35C-9A8D-8F61AEE5FF1F}"/>
              </a:ext>
            </a:extLst>
          </p:cNvPr>
          <p:cNvSpPr>
            <a:spLocks noGrp="1"/>
          </p:cNvSpPr>
          <p:nvPr>
            <p:ph idx="1"/>
          </p:nvPr>
        </p:nvSpPr>
        <p:spPr/>
        <p:txBody>
          <a:bodyPr>
            <a:normAutofit fontScale="92500" lnSpcReduction="10000"/>
          </a:bodyPr>
          <a:lstStyle/>
          <a:p>
            <a:r>
              <a:rPr lang="en-US"/>
              <a:t>When investigating it’s important to recognize certain patterns in the distribution of data</a:t>
            </a:r>
          </a:p>
          <a:p>
            <a:r>
              <a:rPr lang="en-US"/>
              <a:t>Fortunately, there’s a whole field of knowledge concerning itself with just that:</a:t>
            </a:r>
          </a:p>
          <a:p>
            <a:endParaRPr lang="en-US"/>
          </a:p>
          <a:p>
            <a:endParaRPr lang="en-US"/>
          </a:p>
          <a:p>
            <a:r>
              <a:rPr lang="en-US"/>
              <a:t>And we’d like very much to prep you for a couple of weeks in just the theoretical background of analysis of distributions, correlations, covariations, …</a:t>
            </a:r>
          </a:p>
          <a:p>
            <a:pPr lvl="1"/>
            <a:r>
              <a:rPr lang="en-US"/>
              <a:t>But that would be a step too far...</a:t>
            </a:r>
          </a:p>
          <a:p>
            <a:pPr marL="457200" lvl="1" indent="0">
              <a:buNone/>
            </a:pPr>
            <a:endParaRPr lang="en-US"/>
          </a:p>
          <a:p>
            <a:r>
              <a:rPr lang="en-US"/>
              <a:t>But what you do need to understand is the </a:t>
            </a:r>
            <a:r>
              <a:rPr lang="en-US" b="1"/>
              <a:t>normal distribution</a:t>
            </a:r>
            <a:br>
              <a:rPr lang="en-US"/>
            </a:br>
            <a:endParaRPr lang="en-US"/>
          </a:p>
        </p:txBody>
      </p:sp>
      <p:sp>
        <p:nvSpPr>
          <p:cNvPr id="4" name="Slide Number Placeholder 3">
            <a:extLst>
              <a:ext uri="{FF2B5EF4-FFF2-40B4-BE49-F238E27FC236}">
                <a16:creationId xmlns:a16="http://schemas.microsoft.com/office/drawing/2014/main" id="{CEE22F1F-4A47-1CB6-E2A8-C10C93B62857}"/>
              </a:ext>
            </a:extLst>
          </p:cNvPr>
          <p:cNvSpPr>
            <a:spLocks noGrp="1"/>
          </p:cNvSpPr>
          <p:nvPr>
            <p:ph type="sldNum" sz="quarter" idx="12"/>
          </p:nvPr>
        </p:nvSpPr>
        <p:spPr/>
        <p:txBody>
          <a:bodyPr/>
          <a:lstStyle/>
          <a:p>
            <a:fld id="{FE1B3154-47D9-4402-8EDB-E791933DC0B9}" type="slidenum">
              <a:rPr lang="nl-BE" smtClean="0"/>
              <a:pPr/>
              <a:t>54</a:t>
            </a:fld>
            <a:endParaRPr lang="nl-BE"/>
          </a:p>
        </p:txBody>
      </p:sp>
      <p:sp>
        <p:nvSpPr>
          <p:cNvPr id="5" name="TextBox 4">
            <a:extLst>
              <a:ext uri="{FF2B5EF4-FFF2-40B4-BE49-F238E27FC236}">
                <a16:creationId xmlns:a16="http://schemas.microsoft.com/office/drawing/2014/main" id="{ACD870F2-918F-7B08-B185-CFFC657A455D}"/>
              </a:ext>
            </a:extLst>
          </p:cNvPr>
          <p:cNvSpPr txBox="1"/>
          <p:nvPr/>
        </p:nvSpPr>
        <p:spPr>
          <a:xfrm>
            <a:off x="4582296" y="2872578"/>
            <a:ext cx="2771913" cy="707886"/>
          </a:xfrm>
          <a:prstGeom prst="rect">
            <a:avLst/>
          </a:prstGeom>
          <a:noFill/>
        </p:spPr>
        <p:txBody>
          <a:bodyPr wrap="none" rtlCol="0">
            <a:spAutoFit/>
          </a:bodyPr>
          <a:lstStyle/>
          <a:p>
            <a:r>
              <a:rPr lang="en-US" sz="4000">
                <a:solidFill>
                  <a:schemeClr val="accent2">
                    <a:lumMod val="75000"/>
                  </a:schemeClr>
                </a:solidFill>
                <a:latin typeface="Amasis MT Pro Black" panose="020B0604020202020204" pitchFamily="18" charset="0"/>
              </a:rPr>
              <a:t>Statistics!</a:t>
            </a:r>
          </a:p>
        </p:txBody>
      </p:sp>
    </p:spTree>
    <p:extLst>
      <p:ext uri="{BB962C8B-B14F-4D97-AF65-F5344CB8AC3E}">
        <p14:creationId xmlns:p14="http://schemas.microsoft.com/office/powerpoint/2010/main" val="9360884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histogram&#10;&#10;Description automatically generated">
            <a:extLst>
              <a:ext uri="{FF2B5EF4-FFF2-40B4-BE49-F238E27FC236}">
                <a16:creationId xmlns:a16="http://schemas.microsoft.com/office/drawing/2014/main" id="{2001A1AC-5430-4BDA-8985-8FA7E5D180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2478" y="3676261"/>
            <a:ext cx="6209522" cy="3104761"/>
          </a:xfrm>
          <a:prstGeom prst="rect">
            <a:avLst/>
          </a:prstGeom>
        </p:spPr>
      </p:pic>
      <p:sp>
        <p:nvSpPr>
          <p:cNvPr id="2" name="Title 1">
            <a:extLst>
              <a:ext uri="{FF2B5EF4-FFF2-40B4-BE49-F238E27FC236}">
                <a16:creationId xmlns:a16="http://schemas.microsoft.com/office/drawing/2014/main" id="{53A849B6-80EE-4C91-9A5C-FEAC0B24A5C2}"/>
              </a:ext>
            </a:extLst>
          </p:cNvPr>
          <p:cNvSpPr>
            <a:spLocks noGrp="1"/>
          </p:cNvSpPr>
          <p:nvPr>
            <p:ph type="title"/>
          </p:nvPr>
        </p:nvSpPr>
        <p:spPr/>
        <p:txBody>
          <a:bodyPr/>
          <a:lstStyle/>
          <a:p>
            <a:r>
              <a:rPr lang="en-US"/>
              <a:t>Normal distribution</a:t>
            </a:r>
          </a:p>
        </p:txBody>
      </p:sp>
      <p:sp>
        <p:nvSpPr>
          <p:cNvPr id="3" name="Content Placeholder 2">
            <a:extLst>
              <a:ext uri="{FF2B5EF4-FFF2-40B4-BE49-F238E27FC236}">
                <a16:creationId xmlns:a16="http://schemas.microsoft.com/office/drawing/2014/main" id="{A3126ABE-C0C5-4E86-A2EB-296D6451D2EC}"/>
              </a:ext>
            </a:extLst>
          </p:cNvPr>
          <p:cNvSpPr>
            <a:spLocks noGrp="1"/>
          </p:cNvSpPr>
          <p:nvPr>
            <p:ph idx="1"/>
          </p:nvPr>
        </p:nvSpPr>
        <p:spPr/>
        <p:txBody>
          <a:bodyPr/>
          <a:lstStyle/>
          <a:p>
            <a:r>
              <a:rPr lang="en-US" dirty="0"/>
              <a:t>Most data will have a “normal” distribution</a:t>
            </a:r>
          </a:p>
          <a:p>
            <a:r>
              <a:rPr lang="en-US" dirty="0"/>
              <a:t>This means:</a:t>
            </a:r>
          </a:p>
          <a:p>
            <a:pPr lvl="1"/>
            <a:r>
              <a:rPr lang="en-US" dirty="0"/>
              <a:t>A lot of datapoints in the center (red part)</a:t>
            </a:r>
          </a:p>
          <a:p>
            <a:pPr lvl="1"/>
            <a:r>
              <a:rPr lang="en-US" dirty="0"/>
              <a:t>Some datapoints to the side (blue part)</a:t>
            </a:r>
          </a:p>
          <a:p>
            <a:pPr lvl="1"/>
            <a:r>
              <a:rPr lang="en-US" dirty="0"/>
              <a:t>Leftovers left and right (green and ... part)</a:t>
            </a:r>
          </a:p>
          <a:p>
            <a:r>
              <a:rPr lang="en-US" dirty="0"/>
              <a:t>Standard deviation is a measure</a:t>
            </a:r>
            <a:br>
              <a:rPr lang="en-US" dirty="0"/>
            </a:br>
            <a:r>
              <a:rPr lang="en-US" dirty="0"/>
              <a:t>for the steepness of the curve</a:t>
            </a:r>
          </a:p>
          <a:p>
            <a:pPr lvl="1"/>
            <a:endParaRPr lang="en-US" dirty="0"/>
          </a:p>
        </p:txBody>
      </p:sp>
    </p:spTree>
    <p:extLst>
      <p:ext uri="{BB962C8B-B14F-4D97-AF65-F5344CB8AC3E}">
        <p14:creationId xmlns:p14="http://schemas.microsoft.com/office/powerpoint/2010/main" val="38121818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D7432-612B-4038-9698-1CF010436EE1}"/>
              </a:ext>
            </a:extLst>
          </p:cNvPr>
          <p:cNvSpPr>
            <a:spLocks noGrp="1"/>
          </p:cNvSpPr>
          <p:nvPr>
            <p:ph type="title"/>
          </p:nvPr>
        </p:nvSpPr>
        <p:spPr/>
        <p:txBody>
          <a:bodyPr/>
          <a:lstStyle/>
          <a:p>
            <a:r>
              <a:rPr lang="en-US"/>
              <a:t>Normal distribution in boxplot</a:t>
            </a:r>
          </a:p>
        </p:txBody>
      </p:sp>
      <p:sp>
        <p:nvSpPr>
          <p:cNvPr id="3" name="Content Placeholder 2">
            <a:extLst>
              <a:ext uri="{FF2B5EF4-FFF2-40B4-BE49-F238E27FC236}">
                <a16:creationId xmlns:a16="http://schemas.microsoft.com/office/drawing/2014/main" id="{0DBD534C-1BAD-4D08-988F-4AC3C3C526F4}"/>
              </a:ext>
            </a:extLst>
          </p:cNvPr>
          <p:cNvSpPr>
            <a:spLocks noGrp="1"/>
          </p:cNvSpPr>
          <p:nvPr>
            <p:ph idx="1"/>
          </p:nvPr>
        </p:nvSpPr>
        <p:spPr/>
        <p:txBody>
          <a:bodyPr>
            <a:normAutofit/>
          </a:bodyPr>
          <a:lstStyle/>
          <a:p>
            <a:r>
              <a:rPr lang="en-US" dirty="0"/>
              <a:t>A normal distribution is a plot of 1 variable, with varying standard deviation </a:t>
            </a:r>
          </a:p>
          <a:p>
            <a:pPr lvl="1"/>
            <a:r>
              <a:rPr lang="en-US" dirty="0"/>
              <a:t>The smaller your </a:t>
            </a:r>
            <a:r>
              <a:rPr lang="en-US" dirty="0" err="1"/>
              <a:t>stddev</a:t>
            </a:r>
            <a:r>
              <a:rPr lang="en-US" dirty="0"/>
              <a:t>, the steeper the curve, the easier to predict</a:t>
            </a:r>
          </a:p>
          <a:p>
            <a:pPr lvl="1"/>
            <a:r>
              <a:rPr lang="en-US" dirty="0"/>
              <a:t>The bigger your </a:t>
            </a:r>
            <a:r>
              <a:rPr lang="en-US" dirty="0" err="1"/>
              <a:t>stddev</a:t>
            </a:r>
            <a:r>
              <a:rPr lang="en-US" dirty="0"/>
              <a:t>, the flatter and widen the curve, the more spread your data, the more difficult to predict</a:t>
            </a:r>
            <a:br>
              <a:rPr lang="en-US" dirty="0"/>
            </a:br>
            <a:endParaRPr lang="en-US" dirty="0"/>
          </a:p>
          <a:p>
            <a:r>
              <a:rPr lang="en-US" dirty="0"/>
              <a:t>In case you want to compare 2 variables like prices of fiction vs prices of non-fiction books, you need a more compact way of showing a distribution</a:t>
            </a:r>
          </a:p>
          <a:p>
            <a:pPr marL="0" indent="0">
              <a:buNone/>
            </a:pPr>
            <a:endParaRPr lang="en-US" dirty="0"/>
          </a:p>
          <a:p>
            <a:r>
              <a:rPr lang="en-US" dirty="0"/>
              <a:t>Enter: The Boxplot</a:t>
            </a:r>
          </a:p>
        </p:txBody>
      </p:sp>
    </p:spTree>
    <p:extLst>
      <p:ext uri="{BB962C8B-B14F-4D97-AF65-F5344CB8AC3E}">
        <p14:creationId xmlns:p14="http://schemas.microsoft.com/office/powerpoint/2010/main" val="35874782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FBE813-40EF-4CC0-B773-B910A190B36F}"/>
              </a:ext>
            </a:extLst>
          </p:cNvPr>
          <p:cNvSpPr>
            <a:spLocks noGrp="1"/>
          </p:cNvSpPr>
          <p:nvPr>
            <p:ph idx="1"/>
          </p:nvPr>
        </p:nvSpPr>
        <p:spPr>
          <a:xfrm>
            <a:off x="364067" y="1945873"/>
            <a:ext cx="4732866" cy="4214155"/>
          </a:xfrm>
        </p:spPr>
        <p:txBody>
          <a:bodyPr>
            <a:normAutofit/>
          </a:bodyPr>
          <a:lstStyle/>
          <a:p>
            <a:r>
              <a:rPr lang="en-US" dirty="0"/>
              <a:t>The yellow line: the median</a:t>
            </a:r>
          </a:p>
          <a:p>
            <a:r>
              <a:rPr lang="en-US" dirty="0"/>
              <a:t>The box: the red part</a:t>
            </a:r>
          </a:p>
          <a:p>
            <a:r>
              <a:rPr lang="en-US" dirty="0"/>
              <a:t>The lines: the blue part</a:t>
            </a:r>
          </a:p>
          <a:p>
            <a:r>
              <a:rPr lang="en-US" dirty="0"/>
              <a:t>The dots: the green part</a:t>
            </a:r>
          </a:p>
          <a:p>
            <a:r>
              <a:rPr lang="en-US" dirty="0"/>
              <a:t>IQR: Interquartile Range </a:t>
            </a:r>
            <a:br>
              <a:rPr lang="en-US" dirty="0"/>
            </a:br>
            <a:r>
              <a:rPr lang="en-US" dirty="0"/>
              <a:t>The difference between Q1 and Q3 which measures the spread of the middle 50% of the data.</a:t>
            </a:r>
          </a:p>
        </p:txBody>
      </p:sp>
      <p:pic>
        <p:nvPicPr>
          <p:cNvPr id="8" name="Picture 7" descr="Chart, histogram&#10;&#10;Description automatically generated">
            <a:extLst>
              <a:ext uri="{FF2B5EF4-FFF2-40B4-BE49-F238E27FC236}">
                <a16:creationId xmlns:a16="http://schemas.microsoft.com/office/drawing/2014/main" id="{5C645255-0419-433A-B04B-BA4BAEA90F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4510" y="0"/>
            <a:ext cx="6858000" cy="6858000"/>
          </a:xfrm>
          <a:prstGeom prst="rect">
            <a:avLst/>
          </a:prstGeom>
        </p:spPr>
      </p:pic>
    </p:spTree>
    <p:extLst>
      <p:ext uri="{BB962C8B-B14F-4D97-AF65-F5344CB8AC3E}">
        <p14:creationId xmlns:p14="http://schemas.microsoft.com/office/powerpoint/2010/main" val="13649357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12CC7-10FB-4E69-863E-2802CF3102CE}"/>
              </a:ext>
            </a:extLst>
          </p:cNvPr>
          <p:cNvSpPr>
            <a:spLocks noGrp="1"/>
          </p:cNvSpPr>
          <p:nvPr>
            <p:ph type="title"/>
          </p:nvPr>
        </p:nvSpPr>
        <p:spPr/>
        <p:txBody>
          <a:bodyPr/>
          <a:lstStyle/>
          <a:p>
            <a:r>
              <a:rPr lang="en-US"/>
              <a:t>Dataset skewing</a:t>
            </a:r>
          </a:p>
        </p:txBody>
      </p:sp>
      <p:sp>
        <p:nvSpPr>
          <p:cNvPr id="3" name="Content Placeholder 2">
            <a:extLst>
              <a:ext uri="{FF2B5EF4-FFF2-40B4-BE49-F238E27FC236}">
                <a16:creationId xmlns:a16="http://schemas.microsoft.com/office/drawing/2014/main" id="{5BED2D41-E05C-4985-B9B0-DB5B43F0FE08}"/>
              </a:ext>
            </a:extLst>
          </p:cNvPr>
          <p:cNvSpPr>
            <a:spLocks noGrp="1"/>
          </p:cNvSpPr>
          <p:nvPr>
            <p:ph idx="1"/>
          </p:nvPr>
        </p:nvSpPr>
        <p:spPr/>
        <p:txBody>
          <a:bodyPr/>
          <a:lstStyle/>
          <a:p>
            <a:r>
              <a:rPr lang="en-US"/>
              <a:t>All data is ‘normal’, but some is more normal than others</a:t>
            </a:r>
          </a:p>
          <a:p>
            <a:pPr lvl="1"/>
            <a:endParaRPr lang="en-US"/>
          </a:p>
        </p:txBody>
      </p:sp>
      <p:grpSp>
        <p:nvGrpSpPr>
          <p:cNvPr id="7" name="Group 6">
            <a:extLst>
              <a:ext uri="{FF2B5EF4-FFF2-40B4-BE49-F238E27FC236}">
                <a16:creationId xmlns:a16="http://schemas.microsoft.com/office/drawing/2014/main" id="{B91C7FDA-3A0E-F5A8-F366-4ABF393A9A06}"/>
              </a:ext>
            </a:extLst>
          </p:cNvPr>
          <p:cNvGrpSpPr/>
          <p:nvPr/>
        </p:nvGrpSpPr>
        <p:grpSpPr>
          <a:xfrm>
            <a:off x="1065707" y="2240541"/>
            <a:ext cx="9588523" cy="4412657"/>
            <a:chOff x="1173991" y="2372888"/>
            <a:chExt cx="9588523" cy="4412657"/>
          </a:xfrm>
        </p:grpSpPr>
        <p:pic>
          <p:nvPicPr>
            <p:cNvPr id="5" name="Picture 4" descr="Diagram&#10;&#10;Description automatically generated">
              <a:extLst>
                <a:ext uri="{FF2B5EF4-FFF2-40B4-BE49-F238E27FC236}">
                  <a16:creationId xmlns:a16="http://schemas.microsoft.com/office/drawing/2014/main" id="{E0DF6C6A-5B0A-4709-AD1F-E0164E8464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3991" y="2372888"/>
              <a:ext cx="9588523" cy="3617893"/>
            </a:xfrm>
            <a:prstGeom prst="rect">
              <a:avLst/>
            </a:prstGeom>
          </p:spPr>
        </p:pic>
        <p:sp>
          <p:nvSpPr>
            <p:cNvPr id="4" name="TextBox 3">
              <a:extLst>
                <a:ext uri="{FF2B5EF4-FFF2-40B4-BE49-F238E27FC236}">
                  <a16:creationId xmlns:a16="http://schemas.microsoft.com/office/drawing/2014/main" id="{5D81A88A-3165-E231-A75A-B94FA829CA04}"/>
                </a:ext>
              </a:extLst>
            </p:cNvPr>
            <p:cNvSpPr txBox="1"/>
            <p:nvPr/>
          </p:nvSpPr>
          <p:spPr>
            <a:xfrm>
              <a:off x="8193505" y="5823020"/>
              <a:ext cx="1614097" cy="954107"/>
            </a:xfrm>
            <a:prstGeom prst="rect">
              <a:avLst/>
            </a:prstGeom>
            <a:noFill/>
          </p:spPr>
          <p:txBody>
            <a:bodyPr wrap="square" rtlCol="0">
              <a:spAutoFit/>
            </a:bodyPr>
            <a:lstStyle/>
            <a:p>
              <a:pPr algn="ctr"/>
              <a:r>
                <a:rPr lang="en-US" sz="1600">
                  <a:solidFill>
                    <a:srgbClr val="616161"/>
                  </a:solidFill>
                  <a:latin typeface="Avenir Next LT Pro Demi" panose="020B0704020202020204" pitchFamily="34" charset="0"/>
                  <a:ea typeface="Verdana" panose="020B0604030504040204" pitchFamily="34" charset="0"/>
                </a:rPr>
                <a:t>or </a:t>
              </a:r>
              <a:br>
                <a:rPr lang="en-US" sz="2000" b="1">
                  <a:solidFill>
                    <a:srgbClr val="616161"/>
                  </a:solidFill>
                  <a:latin typeface="Century Gothic" panose="020B0502020202020204" pitchFamily="34" charset="0"/>
                  <a:ea typeface="Verdana" panose="020B0604030504040204" pitchFamily="34" charset="0"/>
                </a:rPr>
              </a:br>
              <a:r>
                <a:rPr lang="en-US" sz="2000" b="1">
                  <a:solidFill>
                    <a:srgbClr val="616161"/>
                  </a:solidFill>
                  <a:latin typeface="Avenir Next LT Pro Demi" panose="020B0604020202020204" pitchFamily="34" charset="0"/>
                  <a:ea typeface="Verdana" panose="020B0604030504040204" pitchFamily="34" charset="0"/>
                </a:rPr>
                <a:t>Left</a:t>
              </a:r>
              <a:r>
                <a:rPr lang="en-US" sz="2000" b="1">
                  <a:solidFill>
                    <a:srgbClr val="616161"/>
                  </a:solidFill>
                  <a:latin typeface="Century Gothic" panose="020B0502020202020204" pitchFamily="34" charset="0"/>
                  <a:ea typeface="Verdana" panose="020B0604030504040204" pitchFamily="34" charset="0"/>
                </a:rPr>
                <a:t> </a:t>
              </a:r>
              <a:r>
                <a:rPr lang="en-US" sz="2000" b="1">
                  <a:solidFill>
                    <a:srgbClr val="616161"/>
                  </a:solidFill>
                  <a:latin typeface="Avenir Next LT Pro Demi" panose="020B0604020202020204" pitchFamily="34" charset="0"/>
                  <a:ea typeface="Verdana" panose="020B0604030504040204" pitchFamily="34" charset="0"/>
                </a:rPr>
                <a:t>Skewed</a:t>
              </a:r>
            </a:p>
          </p:txBody>
        </p:sp>
        <p:sp>
          <p:nvSpPr>
            <p:cNvPr id="6" name="TextBox 5">
              <a:extLst>
                <a:ext uri="{FF2B5EF4-FFF2-40B4-BE49-F238E27FC236}">
                  <a16:creationId xmlns:a16="http://schemas.microsoft.com/office/drawing/2014/main" id="{B7A5026A-913C-C7C5-08B0-2A99B7F4C680}"/>
                </a:ext>
              </a:extLst>
            </p:cNvPr>
            <p:cNvSpPr txBox="1"/>
            <p:nvPr/>
          </p:nvSpPr>
          <p:spPr>
            <a:xfrm>
              <a:off x="1510874" y="5769882"/>
              <a:ext cx="2204737" cy="1015663"/>
            </a:xfrm>
            <a:prstGeom prst="rect">
              <a:avLst/>
            </a:prstGeom>
            <a:noFill/>
          </p:spPr>
          <p:txBody>
            <a:bodyPr wrap="square" rtlCol="0">
              <a:spAutoFit/>
            </a:bodyPr>
            <a:lstStyle/>
            <a:p>
              <a:pPr algn="ctr"/>
              <a:r>
                <a:rPr lang="en-US" sz="1600">
                  <a:solidFill>
                    <a:srgbClr val="616161"/>
                  </a:solidFill>
                  <a:latin typeface="Avenir Next LT Pro Demi" panose="020B0704020202020204" pitchFamily="34" charset="0"/>
                  <a:ea typeface="Verdana" panose="020B0604030504040204" pitchFamily="34" charset="0"/>
                </a:rPr>
                <a:t>or</a:t>
              </a:r>
              <a:r>
                <a:rPr lang="en-US" sz="2000" b="1">
                  <a:solidFill>
                    <a:srgbClr val="616161"/>
                  </a:solidFill>
                  <a:latin typeface="Avenir Next LT Pro Demi" panose="020B0704020202020204" pitchFamily="34" charset="0"/>
                  <a:ea typeface="Verdana" panose="020B0604030504040204" pitchFamily="34" charset="0"/>
                </a:rPr>
                <a:t> </a:t>
              </a:r>
              <a:br>
                <a:rPr lang="en-US" sz="2000" b="1">
                  <a:solidFill>
                    <a:srgbClr val="616161"/>
                  </a:solidFill>
                  <a:latin typeface="Century Gothic" panose="020B0502020202020204" pitchFamily="34" charset="0"/>
                  <a:ea typeface="Verdana" panose="020B0604030504040204" pitchFamily="34" charset="0"/>
                </a:rPr>
              </a:br>
              <a:r>
                <a:rPr lang="en-US" sz="2000" b="1">
                  <a:solidFill>
                    <a:srgbClr val="616161"/>
                  </a:solidFill>
                  <a:latin typeface="Avenir Next LT Pro Demi" panose="020B0604020202020204" pitchFamily="34" charset="0"/>
                  <a:ea typeface="Verdana" panose="020B0604030504040204" pitchFamily="34" charset="0"/>
                </a:rPr>
                <a:t>Right</a:t>
              </a:r>
              <a:r>
                <a:rPr lang="en-US" sz="2000" b="1">
                  <a:solidFill>
                    <a:srgbClr val="616161"/>
                  </a:solidFill>
                  <a:latin typeface="Century Gothic" panose="020B0502020202020204" pitchFamily="34" charset="0"/>
                  <a:ea typeface="Verdana" panose="020B0604030504040204" pitchFamily="34" charset="0"/>
                </a:rPr>
                <a:t> </a:t>
              </a:r>
              <a:br>
                <a:rPr lang="en-US" sz="2000" b="1">
                  <a:solidFill>
                    <a:srgbClr val="616161"/>
                  </a:solidFill>
                  <a:latin typeface="Century Gothic" panose="020B0502020202020204" pitchFamily="34" charset="0"/>
                  <a:ea typeface="Verdana" panose="020B0604030504040204" pitchFamily="34" charset="0"/>
                </a:rPr>
              </a:br>
              <a:r>
                <a:rPr lang="en-US" sz="2000" b="1">
                  <a:solidFill>
                    <a:srgbClr val="616161"/>
                  </a:solidFill>
                  <a:latin typeface="Avenir Next LT Pro Demi" panose="020B0604020202020204" pitchFamily="34" charset="0"/>
                  <a:ea typeface="Verdana" panose="020B0604030504040204" pitchFamily="34" charset="0"/>
                </a:rPr>
                <a:t>Skewed</a:t>
              </a:r>
            </a:p>
          </p:txBody>
        </p:sp>
      </p:grpSp>
    </p:spTree>
    <p:extLst>
      <p:ext uri="{BB962C8B-B14F-4D97-AF65-F5344CB8AC3E}">
        <p14:creationId xmlns:p14="http://schemas.microsoft.com/office/powerpoint/2010/main" val="18765941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D171E-2DD9-B9C6-88DB-6B8B3D3AF78F}"/>
              </a:ext>
            </a:extLst>
          </p:cNvPr>
          <p:cNvSpPr>
            <a:spLocks noGrp="1"/>
          </p:cNvSpPr>
          <p:nvPr>
            <p:ph type="title"/>
          </p:nvPr>
        </p:nvSpPr>
        <p:spPr/>
        <p:txBody>
          <a:bodyPr/>
          <a:lstStyle/>
          <a:p>
            <a:r>
              <a:rPr lang="nl-BE" err="1"/>
              <a:t>skew</a:t>
            </a:r>
            <a:r>
              <a:rPr lang="nl-BE"/>
              <a:t>()</a:t>
            </a:r>
          </a:p>
        </p:txBody>
      </p:sp>
      <p:sp>
        <p:nvSpPr>
          <p:cNvPr id="3" name="Content Placeholder 2">
            <a:extLst>
              <a:ext uri="{FF2B5EF4-FFF2-40B4-BE49-F238E27FC236}">
                <a16:creationId xmlns:a16="http://schemas.microsoft.com/office/drawing/2014/main" id="{B8167C74-3A46-7133-1D14-C5DC92FD4605}"/>
              </a:ext>
            </a:extLst>
          </p:cNvPr>
          <p:cNvSpPr>
            <a:spLocks noGrp="1"/>
          </p:cNvSpPr>
          <p:nvPr>
            <p:ph idx="1"/>
          </p:nvPr>
        </p:nvSpPr>
        <p:spPr>
          <a:xfrm>
            <a:off x="582705" y="1550894"/>
            <a:ext cx="11514702" cy="4626069"/>
          </a:xfrm>
        </p:spPr>
        <p:txBody>
          <a:bodyPr/>
          <a:lstStyle/>
          <a:p>
            <a:r>
              <a:rPr lang="en-US" b="1"/>
              <a:t>Skewness</a:t>
            </a:r>
            <a:r>
              <a:rPr lang="en-US"/>
              <a:t> is a measure of the asymmetry of a distribution. A distribution is asymmetrical when its left and right side are not mirror images.</a:t>
            </a:r>
          </a:p>
          <a:p>
            <a:pPr>
              <a:buFont typeface="Arial" panose="020B0604020202020204" pitchFamily="34" charset="0"/>
              <a:buChar char="•"/>
            </a:pPr>
            <a:r>
              <a:rPr lang="en-US"/>
              <a:t>Describes the distribution of a variable alongside other </a:t>
            </a:r>
            <a:r>
              <a:rPr lang="en-US">
                <a:hlinkClick r:id="rId2"/>
              </a:rPr>
              <a:t>descriptive statistics</a:t>
            </a:r>
            <a:endParaRPr lang="en-US"/>
          </a:p>
          <a:p>
            <a:pPr>
              <a:buFont typeface="Arial" panose="020B0604020202020204" pitchFamily="34" charset="0"/>
              <a:buChar char="•"/>
            </a:pPr>
            <a:r>
              <a:rPr lang="en-US"/>
              <a:t>Determines if a variable is </a:t>
            </a:r>
            <a:r>
              <a:rPr lang="en-US">
                <a:hlinkClick r:id="rId3"/>
              </a:rPr>
              <a:t>normally distributed</a:t>
            </a:r>
            <a:r>
              <a:rPr lang="en-US"/>
              <a:t>. A normal distribution has zero skew and is an assumption of many statistical procedures.</a:t>
            </a:r>
          </a:p>
          <a:p>
            <a:endParaRPr lang="nl-BE"/>
          </a:p>
        </p:txBody>
      </p:sp>
      <p:sp>
        <p:nvSpPr>
          <p:cNvPr id="4" name="Slide Number Placeholder 3">
            <a:extLst>
              <a:ext uri="{FF2B5EF4-FFF2-40B4-BE49-F238E27FC236}">
                <a16:creationId xmlns:a16="http://schemas.microsoft.com/office/drawing/2014/main" id="{2B43413A-7E62-531C-0C55-A4B218130C79}"/>
              </a:ext>
            </a:extLst>
          </p:cNvPr>
          <p:cNvSpPr>
            <a:spLocks noGrp="1"/>
          </p:cNvSpPr>
          <p:nvPr>
            <p:ph type="sldNum" sz="quarter" idx="12"/>
          </p:nvPr>
        </p:nvSpPr>
        <p:spPr/>
        <p:txBody>
          <a:bodyPr/>
          <a:lstStyle/>
          <a:p>
            <a:fld id="{FE1B3154-47D9-4402-8EDB-E791933DC0B9}" type="slidenum">
              <a:rPr lang="nl-BE" smtClean="0"/>
              <a:pPr/>
              <a:t>59</a:t>
            </a:fld>
            <a:endParaRPr lang="nl-BE"/>
          </a:p>
        </p:txBody>
      </p:sp>
      <p:sp>
        <p:nvSpPr>
          <p:cNvPr id="6" name="TextBox 5">
            <a:extLst>
              <a:ext uri="{FF2B5EF4-FFF2-40B4-BE49-F238E27FC236}">
                <a16:creationId xmlns:a16="http://schemas.microsoft.com/office/drawing/2014/main" id="{EB17F5F1-09D9-63E8-93C8-E6E774A65E35}"/>
              </a:ext>
            </a:extLst>
          </p:cNvPr>
          <p:cNvSpPr txBox="1"/>
          <p:nvPr/>
        </p:nvSpPr>
        <p:spPr>
          <a:xfrm>
            <a:off x="1149944" y="5704876"/>
            <a:ext cx="6101254" cy="215444"/>
          </a:xfrm>
          <a:prstGeom prst="rect">
            <a:avLst/>
          </a:prstGeom>
          <a:noFill/>
        </p:spPr>
        <p:txBody>
          <a:bodyPr wrap="square">
            <a:spAutoFit/>
          </a:bodyPr>
          <a:lstStyle/>
          <a:p>
            <a:r>
              <a:rPr lang="nl-BE" sz="800"/>
              <a:t>https://www.scribbr.com/statistics/skewness/</a:t>
            </a:r>
          </a:p>
        </p:txBody>
      </p:sp>
      <p:pic>
        <p:nvPicPr>
          <p:cNvPr id="8" name="Picture 7" descr="Chart, line chart&#10;&#10;Description automatically generated">
            <a:extLst>
              <a:ext uri="{FF2B5EF4-FFF2-40B4-BE49-F238E27FC236}">
                <a16:creationId xmlns:a16="http://schemas.microsoft.com/office/drawing/2014/main" id="{4B5601D9-2C58-A477-C74A-EC2D8A7FDBA0}"/>
              </a:ext>
            </a:extLst>
          </p:cNvPr>
          <p:cNvPicPr>
            <a:picLocks noChangeAspect="1"/>
          </p:cNvPicPr>
          <p:nvPr/>
        </p:nvPicPr>
        <p:blipFill rotWithShape="1">
          <a:blip r:embed="rId4">
            <a:extLst>
              <a:ext uri="{28A0092B-C50C-407E-A947-70E740481C1C}">
                <a14:useLocalDpi xmlns:a14="http://schemas.microsoft.com/office/drawing/2010/main" val="0"/>
              </a:ext>
            </a:extLst>
          </a:blip>
          <a:srcRect b="25987"/>
          <a:stretch/>
        </p:blipFill>
        <p:spPr>
          <a:xfrm>
            <a:off x="1149943" y="4122549"/>
            <a:ext cx="7657725" cy="1532018"/>
          </a:xfrm>
          <a:prstGeom prst="rect">
            <a:avLst/>
          </a:prstGeom>
        </p:spPr>
      </p:pic>
      <p:pic>
        <p:nvPicPr>
          <p:cNvPr id="10" name="Picture 9">
            <a:extLst>
              <a:ext uri="{FF2B5EF4-FFF2-40B4-BE49-F238E27FC236}">
                <a16:creationId xmlns:a16="http://schemas.microsoft.com/office/drawing/2014/main" id="{49CE0DB6-7B30-174D-B7A8-6D462E273B16}"/>
              </a:ext>
            </a:extLst>
          </p:cNvPr>
          <p:cNvPicPr>
            <a:picLocks noChangeAspect="1"/>
          </p:cNvPicPr>
          <p:nvPr/>
        </p:nvPicPr>
        <p:blipFill>
          <a:blip r:embed="rId5"/>
          <a:stretch>
            <a:fillRect/>
          </a:stretch>
        </p:blipFill>
        <p:spPr>
          <a:xfrm>
            <a:off x="9476148" y="3875071"/>
            <a:ext cx="1877652" cy="2864069"/>
          </a:xfrm>
          <a:prstGeom prst="rect">
            <a:avLst/>
          </a:prstGeom>
        </p:spPr>
      </p:pic>
    </p:spTree>
    <p:extLst>
      <p:ext uri="{BB962C8B-B14F-4D97-AF65-F5344CB8AC3E}">
        <p14:creationId xmlns:p14="http://schemas.microsoft.com/office/powerpoint/2010/main" val="1298359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E29F6-1C7A-E60E-7178-6A7FEDCBC839}"/>
              </a:ext>
            </a:extLst>
          </p:cNvPr>
          <p:cNvSpPr>
            <a:spLocks noGrp="1"/>
          </p:cNvSpPr>
          <p:nvPr>
            <p:ph type="title"/>
          </p:nvPr>
        </p:nvSpPr>
        <p:spPr/>
        <p:txBody>
          <a:bodyPr>
            <a:normAutofit/>
          </a:bodyPr>
          <a:lstStyle/>
          <a:p>
            <a:r>
              <a:rPr lang="en-US"/>
              <a:t>Example: age of mother when giving birth</a:t>
            </a:r>
            <a:endParaRPr lang="en-BE"/>
          </a:p>
        </p:txBody>
      </p:sp>
      <p:sp>
        <p:nvSpPr>
          <p:cNvPr id="3" name="Content Placeholder 2">
            <a:extLst>
              <a:ext uri="{FF2B5EF4-FFF2-40B4-BE49-F238E27FC236}">
                <a16:creationId xmlns:a16="http://schemas.microsoft.com/office/drawing/2014/main" id="{8C19A27B-2305-4AD8-86D6-67BBC6634FCA}"/>
              </a:ext>
            </a:extLst>
          </p:cNvPr>
          <p:cNvSpPr>
            <a:spLocks noGrp="1"/>
          </p:cNvSpPr>
          <p:nvPr>
            <p:ph idx="1"/>
          </p:nvPr>
        </p:nvSpPr>
        <p:spPr>
          <a:xfrm>
            <a:off x="582705" y="1550894"/>
            <a:ext cx="5917247" cy="4626069"/>
          </a:xfrm>
        </p:spPr>
        <p:txBody>
          <a:bodyPr>
            <a:normAutofit fontScale="92500" lnSpcReduction="20000"/>
          </a:bodyPr>
          <a:lstStyle/>
          <a:p>
            <a:r>
              <a:rPr lang="en-US"/>
              <a:t>Some mothers are only 15, but these are exceptions</a:t>
            </a:r>
          </a:p>
          <a:p>
            <a:r>
              <a:rPr lang="en-US"/>
              <a:t>Most women give birth in their 20’s</a:t>
            </a:r>
          </a:p>
          <a:p>
            <a:pPr lvl="1"/>
            <a:r>
              <a:rPr lang="en-US"/>
              <a:t>School is finished, found life-long partner, …</a:t>
            </a:r>
          </a:p>
          <a:p>
            <a:r>
              <a:rPr lang="en-US"/>
              <a:t>There are still quite a few women giving birth in their 30’s</a:t>
            </a:r>
          </a:p>
          <a:p>
            <a:pPr lvl="1"/>
            <a:r>
              <a:rPr lang="en-US"/>
              <a:t>Enjoyed life first, settled later</a:t>
            </a:r>
          </a:p>
          <a:p>
            <a:r>
              <a:rPr lang="en-US"/>
              <a:t>Some exceptions are in their 40’s</a:t>
            </a:r>
          </a:p>
          <a:p>
            <a:pPr lvl="1"/>
            <a:r>
              <a:rPr lang="en-US"/>
              <a:t>You’ll be 60 by the time the kid graduates, which is not ideal</a:t>
            </a:r>
          </a:p>
          <a:p>
            <a:pPr lvl="1"/>
            <a:r>
              <a:rPr lang="en-US"/>
              <a:t>Conception becomes difficult after that age</a:t>
            </a:r>
          </a:p>
        </p:txBody>
      </p:sp>
      <p:sp>
        <p:nvSpPr>
          <p:cNvPr id="4" name="Slide Number Placeholder 3">
            <a:extLst>
              <a:ext uri="{FF2B5EF4-FFF2-40B4-BE49-F238E27FC236}">
                <a16:creationId xmlns:a16="http://schemas.microsoft.com/office/drawing/2014/main" id="{048CF4B4-2801-B675-867E-EE38E6C3E875}"/>
              </a:ext>
            </a:extLst>
          </p:cNvPr>
          <p:cNvSpPr>
            <a:spLocks noGrp="1"/>
          </p:cNvSpPr>
          <p:nvPr>
            <p:ph type="sldNum" sz="quarter" idx="12"/>
          </p:nvPr>
        </p:nvSpPr>
        <p:spPr/>
        <p:txBody>
          <a:bodyPr/>
          <a:lstStyle/>
          <a:p>
            <a:fld id="{FE1B3154-47D9-4402-8EDB-E791933DC0B9}" type="slidenum">
              <a:rPr lang="nl-BE" smtClean="0"/>
              <a:pPr/>
              <a:t>60</a:t>
            </a:fld>
            <a:endParaRPr lang="nl-BE"/>
          </a:p>
        </p:txBody>
      </p:sp>
      <p:pic>
        <p:nvPicPr>
          <p:cNvPr id="6" name="Picture 5">
            <a:extLst>
              <a:ext uri="{FF2B5EF4-FFF2-40B4-BE49-F238E27FC236}">
                <a16:creationId xmlns:a16="http://schemas.microsoft.com/office/drawing/2014/main" id="{65156630-7C9A-C85F-C450-5D2CE2A7EB24}"/>
              </a:ext>
            </a:extLst>
          </p:cNvPr>
          <p:cNvPicPr>
            <a:picLocks noChangeAspect="1"/>
          </p:cNvPicPr>
          <p:nvPr/>
        </p:nvPicPr>
        <p:blipFill>
          <a:blip r:embed="rId3"/>
          <a:stretch>
            <a:fillRect/>
          </a:stretch>
        </p:blipFill>
        <p:spPr>
          <a:xfrm>
            <a:off x="6583631" y="2005819"/>
            <a:ext cx="5458587" cy="4058216"/>
          </a:xfrm>
          <a:prstGeom prst="rect">
            <a:avLst/>
          </a:prstGeom>
        </p:spPr>
      </p:pic>
    </p:spTree>
    <p:extLst>
      <p:ext uri="{BB962C8B-B14F-4D97-AF65-F5344CB8AC3E}">
        <p14:creationId xmlns:p14="http://schemas.microsoft.com/office/powerpoint/2010/main" val="8875935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11307-AF9F-2DAC-EF88-90F4225DC560}"/>
              </a:ext>
            </a:extLst>
          </p:cNvPr>
          <p:cNvSpPr>
            <a:spLocks noGrp="1"/>
          </p:cNvSpPr>
          <p:nvPr>
            <p:ph type="title"/>
          </p:nvPr>
        </p:nvSpPr>
        <p:spPr/>
        <p:txBody>
          <a:bodyPr/>
          <a:lstStyle/>
          <a:p>
            <a:r>
              <a:rPr lang="en-US"/>
              <a:t>More baby-examples</a:t>
            </a:r>
            <a:endParaRPr lang="en-BE"/>
          </a:p>
        </p:txBody>
      </p:sp>
      <p:sp>
        <p:nvSpPr>
          <p:cNvPr id="4" name="Slide Number Placeholder 3">
            <a:extLst>
              <a:ext uri="{FF2B5EF4-FFF2-40B4-BE49-F238E27FC236}">
                <a16:creationId xmlns:a16="http://schemas.microsoft.com/office/drawing/2014/main" id="{8151BB7C-4F39-D8E8-0A6C-37D3FE7FB6EB}"/>
              </a:ext>
            </a:extLst>
          </p:cNvPr>
          <p:cNvSpPr>
            <a:spLocks noGrp="1"/>
          </p:cNvSpPr>
          <p:nvPr>
            <p:ph type="sldNum" sz="quarter" idx="12"/>
          </p:nvPr>
        </p:nvSpPr>
        <p:spPr/>
        <p:txBody>
          <a:bodyPr/>
          <a:lstStyle/>
          <a:p>
            <a:fld id="{FE1B3154-47D9-4402-8EDB-E791933DC0B9}" type="slidenum">
              <a:rPr lang="nl-BE" smtClean="0"/>
              <a:pPr/>
              <a:t>61</a:t>
            </a:fld>
            <a:endParaRPr lang="nl-BE"/>
          </a:p>
        </p:txBody>
      </p:sp>
      <p:pic>
        <p:nvPicPr>
          <p:cNvPr id="6" name="Picture 5">
            <a:extLst>
              <a:ext uri="{FF2B5EF4-FFF2-40B4-BE49-F238E27FC236}">
                <a16:creationId xmlns:a16="http://schemas.microsoft.com/office/drawing/2014/main" id="{5CC47F0B-0780-12C8-A292-16F89DEA8109}"/>
              </a:ext>
            </a:extLst>
          </p:cNvPr>
          <p:cNvPicPr>
            <a:picLocks noChangeAspect="1"/>
          </p:cNvPicPr>
          <p:nvPr/>
        </p:nvPicPr>
        <p:blipFill>
          <a:blip r:embed="rId3"/>
          <a:stretch>
            <a:fillRect/>
          </a:stretch>
        </p:blipFill>
        <p:spPr>
          <a:xfrm>
            <a:off x="440627" y="1507066"/>
            <a:ext cx="11055252" cy="5214409"/>
          </a:xfrm>
          <a:prstGeom prst="rect">
            <a:avLst/>
          </a:prstGeom>
        </p:spPr>
      </p:pic>
    </p:spTree>
    <p:extLst>
      <p:ext uri="{BB962C8B-B14F-4D97-AF65-F5344CB8AC3E}">
        <p14:creationId xmlns:p14="http://schemas.microsoft.com/office/powerpoint/2010/main" val="33425412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FC05C-7C74-4E8D-8F90-5DA572411CF9}"/>
              </a:ext>
            </a:extLst>
          </p:cNvPr>
          <p:cNvSpPr>
            <a:spLocks noGrp="1"/>
          </p:cNvSpPr>
          <p:nvPr>
            <p:ph type="title"/>
          </p:nvPr>
        </p:nvSpPr>
        <p:spPr/>
        <p:txBody>
          <a:bodyPr/>
          <a:lstStyle/>
          <a:p>
            <a:r>
              <a:rPr lang="en-US" dirty="0"/>
              <a:t>Negative skew or left skewed</a:t>
            </a:r>
          </a:p>
        </p:txBody>
      </p:sp>
      <p:sp>
        <p:nvSpPr>
          <p:cNvPr id="3" name="Content Placeholder 2">
            <a:extLst>
              <a:ext uri="{FF2B5EF4-FFF2-40B4-BE49-F238E27FC236}">
                <a16:creationId xmlns:a16="http://schemas.microsoft.com/office/drawing/2014/main" id="{B6D1C86A-BD5B-45D1-9C65-8FBFBBA5CFAE}"/>
              </a:ext>
            </a:extLst>
          </p:cNvPr>
          <p:cNvSpPr>
            <a:spLocks noGrp="1"/>
          </p:cNvSpPr>
          <p:nvPr>
            <p:ph idx="1"/>
          </p:nvPr>
        </p:nvSpPr>
        <p:spPr/>
        <p:txBody>
          <a:bodyPr>
            <a:normAutofit lnSpcReduction="10000"/>
          </a:bodyPr>
          <a:lstStyle/>
          <a:p>
            <a:r>
              <a:rPr lang="en-US"/>
              <a:t>Distribution of Age of Deaths</a:t>
            </a:r>
          </a:p>
          <a:p>
            <a:pPr lvl="1"/>
            <a:r>
              <a:rPr lang="en-US">
                <a:solidFill>
                  <a:srgbClr val="000000"/>
                </a:solidFill>
                <a:effectLst/>
              </a:rPr>
              <a:t>The distribution of the age of deaths in most populations is negatively skewed. Most people live to be between 70 and 80 years old, with fewer and fewer living less than this age.</a:t>
            </a:r>
          </a:p>
          <a:p>
            <a:r>
              <a:rPr lang="en-US">
                <a:solidFill>
                  <a:srgbClr val="000000"/>
                </a:solidFill>
                <a:effectLst/>
              </a:rPr>
              <a:t>Distribution of Olympic Long Jumps</a:t>
            </a:r>
          </a:p>
          <a:p>
            <a:pPr lvl="1"/>
            <a:r>
              <a:rPr lang="en-US">
                <a:solidFill>
                  <a:srgbClr val="000000"/>
                </a:solidFill>
                <a:effectLst/>
              </a:rPr>
              <a:t>In most years, the distribution of long jump lengths for competitors in the Olympics is negatively skewed because most competitors land a jump around 7.5-8 meters, with a few landing a jump of just 5-6 meters.</a:t>
            </a:r>
            <a:endParaRPr lang="en-US">
              <a:solidFill>
                <a:srgbClr val="000000"/>
              </a:solidFill>
            </a:endParaRPr>
          </a:p>
          <a:p>
            <a:r>
              <a:rPr lang="en-US">
                <a:solidFill>
                  <a:srgbClr val="000000"/>
                </a:solidFill>
                <a:effectLst/>
              </a:rPr>
              <a:t>Distribution of Scores on Easy Exams</a:t>
            </a:r>
          </a:p>
          <a:p>
            <a:pPr lvl="1"/>
            <a:r>
              <a:rPr lang="en-US">
                <a:solidFill>
                  <a:srgbClr val="000000"/>
                </a:solidFill>
                <a:effectLst/>
              </a:rPr>
              <a:t>The distribution of scores on easy exams or tests tend to be negatively skewed because most students score very high, while a few students score much lower than the average.</a:t>
            </a:r>
          </a:p>
          <a:p>
            <a:endParaRPr lang="en-US"/>
          </a:p>
        </p:txBody>
      </p:sp>
    </p:spTree>
    <p:extLst>
      <p:ext uri="{BB962C8B-B14F-4D97-AF65-F5344CB8AC3E}">
        <p14:creationId xmlns:p14="http://schemas.microsoft.com/office/powerpoint/2010/main" val="28151306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00655-5DA0-4456-AC07-5EA4A34D0F75}"/>
              </a:ext>
            </a:extLst>
          </p:cNvPr>
          <p:cNvSpPr>
            <a:spLocks noGrp="1"/>
          </p:cNvSpPr>
          <p:nvPr>
            <p:ph type="title"/>
          </p:nvPr>
        </p:nvSpPr>
        <p:spPr/>
        <p:txBody>
          <a:bodyPr/>
          <a:lstStyle/>
          <a:p>
            <a:r>
              <a:rPr lang="en-US" dirty="0"/>
              <a:t>Positive skew or right skewed</a:t>
            </a:r>
          </a:p>
        </p:txBody>
      </p:sp>
      <p:sp>
        <p:nvSpPr>
          <p:cNvPr id="3" name="Content Placeholder 2">
            <a:extLst>
              <a:ext uri="{FF2B5EF4-FFF2-40B4-BE49-F238E27FC236}">
                <a16:creationId xmlns:a16="http://schemas.microsoft.com/office/drawing/2014/main" id="{07E75A19-9AE9-4FB7-B845-1928009FB6BB}"/>
              </a:ext>
            </a:extLst>
          </p:cNvPr>
          <p:cNvSpPr>
            <a:spLocks noGrp="1"/>
          </p:cNvSpPr>
          <p:nvPr>
            <p:ph idx="1"/>
          </p:nvPr>
        </p:nvSpPr>
        <p:spPr/>
        <p:txBody>
          <a:bodyPr>
            <a:normAutofit fontScale="92500" lnSpcReduction="10000"/>
          </a:bodyPr>
          <a:lstStyle/>
          <a:p>
            <a:r>
              <a:rPr lang="en-US"/>
              <a:t>Distribution of Income</a:t>
            </a:r>
          </a:p>
          <a:p>
            <a:pPr lvl="1"/>
            <a:r>
              <a:rPr lang="en-US">
                <a:solidFill>
                  <a:srgbClr val="000000"/>
                </a:solidFill>
                <a:effectLst/>
              </a:rPr>
              <a:t>The distribution of individual incomes in the U.S. is right-skewed, with most individuals earning between $20k and $40k per year but with a long right tail of households that earn much more.</a:t>
            </a:r>
          </a:p>
          <a:p>
            <a:r>
              <a:rPr lang="en-US"/>
              <a:t>Distribution of Pet Ownership</a:t>
            </a:r>
          </a:p>
          <a:p>
            <a:pPr lvl="1"/>
            <a:r>
              <a:rPr lang="en-US"/>
              <a:t>The distribution of the number of pets that households own in any particular city is likely to be right skewed because most households have either 0 or 1 pet, but there are many outlier households that have 7, 8, 9+ pets that cause the distribution to be right skewed.</a:t>
            </a:r>
          </a:p>
          <a:p>
            <a:r>
              <a:rPr lang="en-US"/>
              <a:t>Distribution of Scores on Difficult Exams</a:t>
            </a:r>
          </a:p>
          <a:p>
            <a:pPr lvl="1"/>
            <a:r>
              <a:rPr lang="en-US"/>
              <a:t>The distribution of scores on any particularly difficult exam will be positively skewed with most students scoring around some mean value with a few outlier students scoring much higher.</a:t>
            </a:r>
          </a:p>
        </p:txBody>
      </p:sp>
    </p:spTree>
    <p:extLst>
      <p:ext uri="{BB962C8B-B14F-4D97-AF65-F5344CB8AC3E}">
        <p14:creationId xmlns:p14="http://schemas.microsoft.com/office/powerpoint/2010/main" val="30579309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96628-3279-4181-9F86-11096BD80775}"/>
              </a:ext>
            </a:extLst>
          </p:cNvPr>
          <p:cNvSpPr>
            <a:spLocks noGrp="1"/>
          </p:cNvSpPr>
          <p:nvPr>
            <p:ph type="title"/>
          </p:nvPr>
        </p:nvSpPr>
        <p:spPr/>
        <p:txBody>
          <a:bodyPr/>
          <a:lstStyle/>
          <a:p>
            <a:r>
              <a:rPr lang="en-US"/>
              <a:t>Boxplot skewing</a:t>
            </a:r>
          </a:p>
        </p:txBody>
      </p:sp>
      <p:sp>
        <p:nvSpPr>
          <p:cNvPr id="3" name="Content Placeholder 2">
            <a:extLst>
              <a:ext uri="{FF2B5EF4-FFF2-40B4-BE49-F238E27FC236}">
                <a16:creationId xmlns:a16="http://schemas.microsoft.com/office/drawing/2014/main" id="{76E65DB8-91C1-42AF-9DB1-972B0F3A07A1}"/>
              </a:ext>
            </a:extLst>
          </p:cNvPr>
          <p:cNvSpPr>
            <a:spLocks noGrp="1"/>
          </p:cNvSpPr>
          <p:nvPr>
            <p:ph idx="1"/>
          </p:nvPr>
        </p:nvSpPr>
        <p:spPr>
          <a:xfrm>
            <a:off x="838200" y="1825625"/>
            <a:ext cx="6649720" cy="4351338"/>
          </a:xfrm>
        </p:spPr>
        <p:txBody>
          <a:bodyPr>
            <a:normAutofit lnSpcReduction="10000"/>
          </a:bodyPr>
          <a:lstStyle/>
          <a:p>
            <a:r>
              <a:rPr lang="en-US"/>
              <a:t>How does a boxplot show skewing?</a:t>
            </a:r>
          </a:p>
          <a:p>
            <a:r>
              <a:rPr lang="en-US"/>
              <a:t>The middle line is always the center of your data (median)</a:t>
            </a:r>
          </a:p>
          <a:p>
            <a:r>
              <a:rPr lang="en-US"/>
              <a:t>If that is a perfect mirror-line, your data is perfectly symmetrical and perfectly normal</a:t>
            </a:r>
          </a:p>
          <a:p>
            <a:r>
              <a:rPr lang="en-US"/>
              <a:t>But if the box is smaller on one side of the line, the data is “steeper” there</a:t>
            </a:r>
          </a:p>
          <a:p>
            <a:pPr lvl="1"/>
            <a:r>
              <a:rPr lang="en-US"/>
              <a:t>Less different values, but they occur more</a:t>
            </a:r>
          </a:p>
          <a:p>
            <a:r>
              <a:rPr lang="en-US"/>
              <a:t>Usually, a small box on one side also means a shorter line</a:t>
            </a:r>
          </a:p>
        </p:txBody>
      </p:sp>
      <p:pic>
        <p:nvPicPr>
          <p:cNvPr id="7" name="Picture 6" descr="Chart, diagram, box and whisker chart&#10;&#10;Description automatically generated">
            <a:extLst>
              <a:ext uri="{FF2B5EF4-FFF2-40B4-BE49-F238E27FC236}">
                <a16:creationId xmlns:a16="http://schemas.microsoft.com/office/drawing/2014/main" id="{FD61D3DB-84C0-42F3-9739-0E0651E153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7920" y="1732729"/>
            <a:ext cx="4595116" cy="3739515"/>
          </a:xfrm>
          <a:prstGeom prst="rect">
            <a:avLst/>
          </a:prstGeom>
        </p:spPr>
      </p:pic>
    </p:spTree>
    <p:extLst>
      <p:ext uri="{BB962C8B-B14F-4D97-AF65-F5344CB8AC3E}">
        <p14:creationId xmlns:p14="http://schemas.microsoft.com/office/powerpoint/2010/main" val="37221584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382AA-7456-417A-90C2-70328DA27AAC}"/>
              </a:ext>
            </a:extLst>
          </p:cNvPr>
          <p:cNvSpPr>
            <a:spLocks noGrp="1"/>
          </p:cNvSpPr>
          <p:nvPr>
            <p:ph type="title"/>
          </p:nvPr>
        </p:nvSpPr>
        <p:spPr/>
        <p:txBody>
          <a:bodyPr/>
          <a:lstStyle/>
          <a:p>
            <a:r>
              <a:rPr lang="en-US"/>
              <a:t>Basic boxplot</a:t>
            </a:r>
          </a:p>
        </p:txBody>
      </p:sp>
      <p:pic>
        <p:nvPicPr>
          <p:cNvPr id="7" name="Picture 6" descr="Chart, box and whisker chart&#10;&#10;Description automatically generated">
            <a:extLst>
              <a:ext uri="{FF2B5EF4-FFF2-40B4-BE49-F238E27FC236}">
                <a16:creationId xmlns:a16="http://schemas.microsoft.com/office/drawing/2014/main" id="{FD41005D-57D6-476C-A752-E15031C2D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3148" y="1718696"/>
            <a:ext cx="4788852" cy="3420608"/>
          </a:xfrm>
          <a:prstGeom prst="rect">
            <a:avLst/>
          </a:prstGeom>
        </p:spPr>
      </p:pic>
      <p:sp>
        <p:nvSpPr>
          <p:cNvPr id="9" name="Content Placeholder 8">
            <a:extLst>
              <a:ext uri="{FF2B5EF4-FFF2-40B4-BE49-F238E27FC236}">
                <a16:creationId xmlns:a16="http://schemas.microsoft.com/office/drawing/2014/main" id="{F5CD6244-FE9A-4FB2-AE06-9DEC6EEA00D7}"/>
              </a:ext>
            </a:extLst>
          </p:cNvPr>
          <p:cNvSpPr>
            <a:spLocks noGrp="1"/>
          </p:cNvSpPr>
          <p:nvPr>
            <p:ph idx="1"/>
          </p:nvPr>
        </p:nvSpPr>
        <p:spPr>
          <a:xfrm>
            <a:off x="838200" y="1825625"/>
            <a:ext cx="6649720" cy="4351338"/>
          </a:xfrm>
        </p:spPr>
        <p:txBody>
          <a:bodyPr/>
          <a:lstStyle/>
          <a:p>
            <a:r>
              <a:rPr lang="en-US" dirty="0"/>
              <a:t>Compare the distribution of 4 categories</a:t>
            </a:r>
          </a:p>
          <a:p>
            <a:pPr lvl="1"/>
            <a:r>
              <a:rPr lang="en-US" dirty="0"/>
              <a:t>1 variable</a:t>
            </a:r>
          </a:p>
          <a:p>
            <a:pPr lvl="1"/>
            <a:r>
              <a:rPr lang="en-US" dirty="0"/>
              <a:t>In 4 categories</a:t>
            </a:r>
          </a:p>
          <a:p>
            <a:r>
              <a:rPr lang="en-US" dirty="0"/>
              <a:t>You see how</a:t>
            </a:r>
          </a:p>
          <a:p>
            <a:pPr lvl="1"/>
            <a:r>
              <a:rPr lang="en-US" dirty="0"/>
              <a:t>A is very spread out (</a:t>
            </a:r>
            <a:r>
              <a:rPr lang="en-US" dirty="0" err="1"/>
              <a:t>unsteep</a:t>
            </a:r>
            <a:r>
              <a:rPr lang="en-US" dirty="0"/>
              <a:t> bell curve)</a:t>
            </a:r>
          </a:p>
          <a:p>
            <a:pPr lvl="1"/>
            <a:r>
              <a:rPr lang="en-US" dirty="0"/>
              <a:t>D is very compact (pointy bell curve)</a:t>
            </a:r>
          </a:p>
          <a:p>
            <a:pPr lvl="1"/>
            <a:r>
              <a:rPr lang="en-US" dirty="0"/>
              <a:t>All are pretty ‘normal’ or symmetrical distributed</a:t>
            </a:r>
          </a:p>
        </p:txBody>
      </p:sp>
    </p:spTree>
    <p:extLst>
      <p:ext uri="{BB962C8B-B14F-4D97-AF65-F5344CB8AC3E}">
        <p14:creationId xmlns:p14="http://schemas.microsoft.com/office/powerpoint/2010/main" val="14610047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461E7-A650-40FA-BBCF-FC5025335360}"/>
              </a:ext>
            </a:extLst>
          </p:cNvPr>
          <p:cNvSpPr>
            <a:spLocks noGrp="1"/>
          </p:cNvSpPr>
          <p:nvPr>
            <p:ph type="title"/>
          </p:nvPr>
        </p:nvSpPr>
        <p:spPr/>
        <p:txBody>
          <a:bodyPr/>
          <a:lstStyle/>
          <a:p>
            <a:r>
              <a:rPr lang="en-US"/>
              <a:t>Advanced boxplot</a:t>
            </a:r>
          </a:p>
        </p:txBody>
      </p:sp>
      <p:sp>
        <p:nvSpPr>
          <p:cNvPr id="3" name="Content Placeholder 2">
            <a:extLst>
              <a:ext uri="{FF2B5EF4-FFF2-40B4-BE49-F238E27FC236}">
                <a16:creationId xmlns:a16="http://schemas.microsoft.com/office/drawing/2014/main" id="{01DDDCA2-9827-4916-9D54-8F328F22451D}"/>
              </a:ext>
            </a:extLst>
          </p:cNvPr>
          <p:cNvSpPr>
            <a:spLocks noGrp="1"/>
          </p:cNvSpPr>
          <p:nvPr>
            <p:ph idx="1"/>
          </p:nvPr>
        </p:nvSpPr>
        <p:spPr/>
        <p:txBody>
          <a:bodyPr/>
          <a:lstStyle/>
          <a:p>
            <a:r>
              <a:rPr lang="en-US" dirty="0"/>
              <a:t>You see all the above and:</a:t>
            </a:r>
          </a:p>
          <a:p>
            <a:r>
              <a:rPr lang="en-US" dirty="0"/>
              <a:t>C doesn’t have a lot of datapoints</a:t>
            </a:r>
          </a:p>
          <a:p>
            <a:r>
              <a:rPr lang="en-US" dirty="0"/>
              <a:t>B has two peaks</a:t>
            </a:r>
          </a:p>
          <a:p>
            <a:pPr marL="0" indent="0">
              <a:buNone/>
            </a:pPr>
            <a:endParaRPr lang="en-US" dirty="0"/>
          </a:p>
        </p:txBody>
      </p:sp>
      <p:pic>
        <p:nvPicPr>
          <p:cNvPr id="5" name="Picture 4" descr="Chart, box and whisker chart&#10;&#10;Description automatically generated">
            <a:extLst>
              <a:ext uri="{FF2B5EF4-FFF2-40B4-BE49-F238E27FC236}">
                <a16:creationId xmlns:a16="http://schemas.microsoft.com/office/drawing/2014/main" id="{1E03319E-840C-40E0-8E67-FF706761B6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9422" y="1438490"/>
            <a:ext cx="4850875" cy="4850875"/>
          </a:xfrm>
          <a:prstGeom prst="rect">
            <a:avLst/>
          </a:prstGeom>
        </p:spPr>
      </p:pic>
    </p:spTree>
    <p:extLst>
      <p:ext uri="{BB962C8B-B14F-4D97-AF65-F5344CB8AC3E}">
        <p14:creationId xmlns:p14="http://schemas.microsoft.com/office/powerpoint/2010/main" val="5618036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60B95-07EE-4842-91EC-1E8574005668}"/>
              </a:ext>
            </a:extLst>
          </p:cNvPr>
          <p:cNvSpPr>
            <a:spLocks noGrp="1"/>
          </p:cNvSpPr>
          <p:nvPr>
            <p:ph type="title"/>
          </p:nvPr>
        </p:nvSpPr>
        <p:spPr/>
        <p:txBody>
          <a:bodyPr/>
          <a:lstStyle/>
          <a:p>
            <a:r>
              <a:rPr lang="en-US"/>
              <a:t>Violin plot</a:t>
            </a:r>
          </a:p>
        </p:txBody>
      </p:sp>
      <p:sp>
        <p:nvSpPr>
          <p:cNvPr id="3" name="Content Placeholder 2">
            <a:extLst>
              <a:ext uri="{FF2B5EF4-FFF2-40B4-BE49-F238E27FC236}">
                <a16:creationId xmlns:a16="http://schemas.microsoft.com/office/drawing/2014/main" id="{2E36CD65-C17E-403D-9BE5-9054A8296843}"/>
              </a:ext>
            </a:extLst>
          </p:cNvPr>
          <p:cNvSpPr>
            <a:spLocks noGrp="1"/>
          </p:cNvSpPr>
          <p:nvPr>
            <p:ph idx="1"/>
          </p:nvPr>
        </p:nvSpPr>
        <p:spPr>
          <a:xfrm>
            <a:off x="838200" y="1825625"/>
            <a:ext cx="6101080" cy="4351338"/>
          </a:xfrm>
        </p:spPr>
        <p:txBody>
          <a:bodyPr/>
          <a:lstStyle/>
          <a:p>
            <a:r>
              <a:rPr lang="en-US"/>
              <a:t>Comparable to a boxplot, but the numbers are no longer there</a:t>
            </a:r>
          </a:p>
          <a:p>
            <a:r>
              <a:rPr lang="en-US"/>
              <a:t>Prettier, but not always better</a:t>
            </a:r>
          </a:p>
          <a:p>
            <a:pPr lvl="1"/>
            <a:r>
              <a:rPr lang="en-US"/>
              <a:t>Because it doesn’t compare: are there more A’s than D’s? Or C’s? How much steeper is A’s curve compared to C?</a:t>
            </a:r>
          </a:p>
          <a:p>
            <a:pPr lvl="1"/>
            <a:r>
              <a:rPr lang="en-US"/>
              <a:t>You can use a violin-plot to raise questions, but rarely to answer them</a:t>
            </a:r>
          </a:p>
          <a:p>
            <a:r>
              <a:rPr lang="en-US"/>
              <a:t>Example: is there a property in the B-dataset that splits the two bumps?</a:t>
            </a:r>
          </a:p>
        </p:txBody>
      </p:sp>
      <p:pic>
        <p:nvPicPr>
          <p:cNvPr id="7" name="Picture 6" descr="A picture containing shape&#10;&#10;Description automatically generated">
            <a:extLst>
              <a:ext uri="{FF2B5EF4-FFF2-40B4-BE49-F238E27FC236}">
                <a16:creationId xmlns:a16="http://schemas.microsoft.com/office/drawing/2014/main" id="{DD1FF678-27BE-4472-8843-EF8F928F75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2346" y="1480393"/>
            <a:ext cx="4800600" cy="4800600"/>
          </a:xfrm>
          <a:prstGeom prst="rect">
            <a:avLst/>
          </a:prstGeom>
        </p:spPr>
      </p:pic>
    </p:spTree>
    <p:extLst>
      <p:ext uri="{BB962C8B-B14F-4D97-AF65-F5344CB8AC3E}">
        <p14:creationId xmlns:p14="http://schemas.microsoft.com/office/powerpoint/2010/main" val="12122150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9841B-F0FE-AA54-4DD5-81D82166F051}"/>
              </a:ext>
            </a:extLst>
          </p:cNvPr>
          <p:cNvSpPr>
            <a:spLocks noGrp="1"/>
          </p:cNvSpPr>
          <p:nvPr>
            <p:ph type="title"/>
          </p:nvPr>
        </p:nvSpPr>
        <p:spPr/>
        <p:txBody>
          <a:bodyPr>
            <a:normAutofit fontScale="90000"/>
          </a:bodyPr>
          <a:lstStyle/>
          <a:p>
            <a:r>
              <a:rPr lang="en-US" dirty="0"/>
              <a:t>Once again: Mean (average), standard deviation</a:t>
            </a:r>
            <a:endParaRPr lang="en-BE" dirty="0"/>
          </a:p>
        </p:txBody>
      </p:sp>
      <p:sp>
        <p:nvSpPr>
          <p:cNvPr id="4" name="Slide Number Placeholder 3">
            <a:extLst>
              <a:ext uri="{FF2B5EF4-FFF2-40B4-BE49-F238E27FC236}">
                <a16:creationId xmlns:a16="http://schemas.microsoft.com/office/drawing/2014/main" id="{9133A4EE-5DA9-581D-2A0B-BE2A100128C3}"/>
              </a:ext>
            </a:extLst>
          </p:cNvPr>
          <p:cNvSpPr>
            <a:spLocks noGrp="1"/>
          </p:cNvSpPr>
          <p:nvPr>
            <p:ph type="sldNum" sz="quarter" idx="12"/>
          </p:nvPr>
        </p:nvSpPr>
        <p:spPr/>
        <p:txBody>
          <a:bodyPr/>
          <a:lstStyle/>
          <a:p>
            <a:fld id="{FE1B3154-47D9-4402-8EDB-E791933DC0B9}" type="slidenum">
              <a:rPr lang="nl-BE" smtClean="0"/>
              <a:pPr/>
              <a:t>68</a:t>
            </a:fld>
            <a:endParaRPr lang="nl-BE"/>
          </a:p>
        </p:txBody>
      </p:sp>
      <p:pic>
        <p:nvPicPr>
          <p:cNvPr id="5" name="Picture 4">
            <a:extLst>
              <a:ext uri="{FF2B5EF4-FFF2-40B4-BE49-F238E27FC236}">
                <a16:creationId xmlns:a16="http://schemas.microsoft.com/office/drawing/2014/main" id="{C358E2EA-FFDE-8353-F710-FD6655284663}"/>
              </a:ext>
            </a:extLst>
          </p:cNvPr>
          <p:cNvPicPr>
            <a:picLocks noChangeAspect="1"/>
          </p:cNvPicPr>
          <p:nvPr/>
        </p:nvPicPr>
        <p:blipFill>
          <a:blip r:embed="rId3"/>
          <a:stretch>
            <a:fillRect/>
          </a:stretch>
        </p:blipFill>
        <p:spPr>
          <a:xfrm>
            <a:off x="272380" y="1436593"/>
            <a:ext cx="4591691" cy="2172003"/>
          </a:xfrm>
          <a:prstGeom prst="rect">
            <a:avLst/>
          </a:prstGeom>
        </p:spPr>
      </p:pic>
      <p:pic>
        <p:nvPicPr>
          <p:cNvPr id="6" name="Picture 2" descr="Standard Deviation - BIOLOGY FOR LIFE">
            <a:extLst>
              <a:ext uri="{FF2B5EF4-FFF2-40B4-BE49-F238E27FC236}">
                <a16:creationId xmlns:a16="http://schemas.microsoft.com/office/drawing/2014/main" id="{C6B2ADBF-683C-A5C2-9AB4-457355DB14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8253" y="1445818"/>
            <a:ext cx="5905500" cy="3048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Standard deviation - Wikipedia">
            <a:extLst>
              <a:ext uri="{FF2B5EF4-FFF2-40B4-BE49-F238E27FC236}">
                <a16:creationId xmlns:a16="http://schemas.microsoft.com/office/drawing/2014/main" id="{61F65062-3C72-ABF8-7E2B-2899C6048B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247" y="3760370"/>
            <a:ext cx="5086350" cy="29622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Average Deviation (Average Absolute Deviation) - Statistics How To">
            <a:extLst>
              <a:ext uri="{FF2B5EF4-FFF2-40B4-BE49-F238E27FC236}">
                <a16:creationId xmlns:a16="http://schemas.microsoft.com/office/drawing/2014/main" id="{55AE4F83-54EC-23B4-10D7-EB5FE146BD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7405" y="4357293"/>
            <a:ext cx="4295800" cy="2364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2245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33ED3-E586-8A8B-65C9-3954B619771C}"/>
              </a:ext>
            </a:extLst>
          </p:cNvPr>
          <p:cNvSpPr>
            <a:spLocks noGrp="1"/>
          </p:cNvSpPr>
          <p:nvPr>
            <p:ph type="title"/>
          </p:nvPr>
        </p:nvSpPr>
        <p:spPr/>
        <p:txBody>
          <a:bodyPr/>
          <a:lstStyle/>
          <a:p>
            <a:r>
              <a:rPr lang="en-US"/>
              <a:t>Mean (average), standard deviation</a:t>
            </a:r>
            <a:endParaRPr lang="en-BE"/>
          </a:p>
        </p:txBody>
      </p:sp>
      <p:sp>
        <p:nvSpPr>
          <p:cNvPr id="4" name="Slide Number Placeholder 3">
            <a:extLst>
              <a:ext uri="{FF2B5EF4-FFF2-40B4-BE49-F238E27FC236}">
                <a16:creationId xmlns:a16="http://schemas.microsoft.com/office/drawing/2014/main" id="{63BD06BB-05B6-DF27-6B3F-3F72269AF53B}"/>
              </a:ext>
            </a:extLst>
          </p:cNvPr>
          <p:cNvSpPr>
            <a:spLocks noGrp="1"/>
          </p:cNvSpPr>
          <p:nvPr>
            <p:ph type="sldNum" sz="quarter" idx="12"/>
          </p:nvPr>
        </p:nvSpPr>
        <p:spPr/>
        <p:txBody>
          <a:bodyPr/>
          <a:lstStyle/>
          <a:p>
            <a:fld id="{FE1B3154-47D9-4402-8EDB-E791933DC0B9}" type="slidenum">
              <a:rPr lang="nl-BE" smtClean="0"/>
              <a:pPr/>
              <a:t>69</a:t>
            </a:fld>
            <a:endParaRPr lang="nl-BE"/>
          </a:p>
        </p:txBody>
      </p:sp>
      <p:pic>
        <p:nvPicPr>
          <p:cNvPr id="5" name="Content Placeholder 4">
            <a:extLst>
              <a:ext uri="{FF2B5EF4-FFF2-40B4-BE49-F238E27FC236}">
                <a16:creationId xmlns:a16="http://schemas.microsoft.com/office/drawing/2014/main" id="{60FD60C7-62A7-0288-87F1-E2E6D4E0E5C2}"/>
              </a:ext>
            </a:extLst>
          </p:cNvPr>
          <p:cNvPicPr>
            <a:picLocks noGrp="1" noChangeAspect="1"/>
          </p:cNvPicPr>
          <p:nvPr>
            <p:ph idx="1"/>
          </p:nvPr>
        </p:nvPicPr>
        <p:blipFill rotWithShape="1">
          <a:blip r:embed="rId3"/>
          <a:srcRect l="2003" t="-1882" r="2089" b="9757"/>
          <a:stretch/>
        </p:blipFill>
        <p:spPr>
          <a:xfrm>
            <a:off x="973647" y="1550988"/>
            <a:ext cx="10509818" cy="4625975"/>
          </a:xfrm>
          <a:prstGeom prst="rect">
            <a:avLst/>
          </a:prstGeom>
        </p:spPr>
      </p:pic>
      <p:sp>
        <p:nvSpPr>
          <p:cNvPr id="3" name="TextBox 2">
            <a:extLst>
              <a:ext uri="{FF2B5EF4-FFF2-40B4-BE49-F238E27FC236}">
                <a16:creationId xmlns:a16="http://schemas.microsoft.com/office/drawing/2014/main" id="{4CFF8618-30B2-3188-A156-9862C1925FBD}"/>
              </a:ext>
            </a:extLst>
          </p:cNvPr>
          <p:cNvSpPr txBox="1"/>
          <p:nvPr/>
        </p:nvSpPr>
        <p:spPr>
          <a:xfrm>
            <a:off x="582706" y="6282422"/>
            <a:ext cx="98757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4"/>
              </a:rPr>
              <a:t>https://www.youtube.com/watch?v=wpY9o_OyxoQ&amp;ab_channel=zedstatistics</a:t>
            </a:r>
            <a:endParaRPr lang="en-US" dirty="0"/>
          </a:p>
        </p:txBody>
      </p:sp>
    </p:spTree>
    <p:extLst>
      <p:ext uri="{BB962C8B-B14F-4D97-AF65-F5344CB8AC3E}">
        <p14:creationId xmlns:p14="http://schemas.microsoft.com/office/powerpoint/2010/main" val="7861653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6EFB4-0856-8A0B-C4E3-74D965A87C9F}"/>
              </a:ext>
            </a:extLst>
          </p:cNvPr>
          <p:cNvSpPr>
            <a:spLocks noGrp="1"/>
          </p:cNvSpPr>
          <p:nvPr>
            <p:ph type="title"/>
          </p:nvPr>
        </p:nvSpPr>
        <p:spPr/>
        <p:txBody>
          <a:bodyPr/>
          <a:lstStyle/>
          <a:p>
            <a:r>
              <a:rPr lang="en-US"/>
              <a:t>Mean (average), standard deviation</a:t>
            </a:r>
            <a:endParaRPr lang="en-BE"/>
          </a:p>
        </p:txBody>
      </p:sp>
      <p:sp>
        <p:nvSpPr>
          <p:cNvPr id="4" name="Slide Number Placeholder 3">
            <a:extLst>
              <a:ext uri="{FF2B5EF4-FFF2-40B4-BE49-F238E27FC236}">
                <a16:creationId xmlns:a16="http://schemas.microsoft.com/office/drawing/2014/main" id="{04DF8556-D768-FCC5-0E10-D5C04C347E89}"/>
              </a:ext>
            </a:extLst>
          </p:cNvPr>
          <p:cNvSpPr>
            <a:spLocks noGrp="1"/>
          </p:cNvSpPr>
          <p:nvPr>
            <p:ph type="sldNum" sz="quarter" idx="12"/>
          </p:nvPr>
        </p:nvSpPr>
        <p:spPr/>
        <p:txBody>
          <a:bodyPr/>
          <a:lstStyle/>
          <a:p>
            <a:fld id="{FE1B3154-47D9-4402-8EDB-E791933DC0B9}" type="slidenum">
              <a:rPr lang="nl-BE" smtClean="0"/>
              <a:pPr/>
              <a:t>70</a:t>
            </a:fld>
            <a:endParaRPr lang="nl-BE"/>
          </a:p>
        </p:txBody>
      </p:sp>
      <p:pic>
        <p:nvPicPr>
          <p:cNvPr id="5" name="Content Placeholder 4">
            <a:extLst>
              <a:ext uri="{FF2B5EF4-FFF2-40B4-BE49-F238E27FC236}">
                <a16:creationId xmlns:a16="http://schemas.microsoft.com/office/drawing/2014/main" id="{E8181CAD-8D13-01BF-C5A5-C24DDBFECC64}"/>
              </a:ext>
            </a:extLst>
          </p:cNvPr>
          <p:cNvPicPr>
            <a:picLocks noGrp="1" noChangeAspect="1"/>
          </p:cNvPicPr>
          <p:nvPr>
            <p:ph idx="1"/>
          </p:nvPr>
        </p:nvPicPr>
        <p:blipFill>
          <a:blip r:embed="rId3"/>
          <a:stretch>
            <a:fillRect/>
          </a:stretch>
        </p:blipFill>
        <p:spPr>
          <a:xfrm>
            <a:off x="1827601" y="1550988"/>
            <a:ext cx="8801911" cy="4625975"/>
          </a:xfrm>
          <a:prstGeom prst="rect">
            <a:avLst/>
          </a:prstGeom>
        </p:spPr>
      </p:pic>
      <p:sp>
        <p:nvSpPr>
          <p:cNvPr id="6" name="TextBox 5">
            <a:extLst>
              <a:ext uri="{FF2B5EF4-FFF2-40B4-BE49-F238E27FC236}">
                <a16:creationId xmlns:a16="http://schemas.microsoft.com/office/drawing/2014/main" id="{BB18E466-53BD-84DB-6236-F72BE4C84599}"/>
              </a:ext>
            </a:extLst>
          </p:cNvPr>
          <p:cNvSpPr txBox="1"/>
          <p:nvPr/>
        </p:nvSpPr>
        <p:spPr>
          <a:xfrm>
            <a:off x="582706" y="6282422"/>
            <a:ext cx="98757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4"/>
              </a:rPr>
              <a:t>https://www.youtube.com/watch?v=wpY9o_OyxoQ&amp;ab_channel=zedstatistics</a:t>
            </a:r>
            <a:endParaRPr lang="en-US" dirty="0"/>
          </a:p>
        </p:txBody>
      </p:sp>
    </p:spTree>
    <p:extLst>
      <p:ext uri="{BB962C8B-B14F-4D97-AF65-F5344CB8AC3E}">
        <p14:creationId xmlns:p14="http://schemas.microsoft.com/office/powerpoint/2010/main" val="19689741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E04C4-4ABF-3A06-5303-7E4FA5955033}"/>
              </a:ext>
            </a:extLst>
          </p:cNvPr>
          <p:cNvSpPr>
            <a:spLocks noGrp="1"/>
          </p:cNvSpPr>
          <p:nvPr>
            <p:ph type="title"/>
          </p:nvPr>
        </p:nvSpPr>
        <p:spPr/>
        <p:txBody>
          <a:bodyPr/>
          <a:lstStyle/>
          <a:p>
            <a:r>
              <a:rPr lang="en-US"/>
              <a:t>Mean (average), standard deviation</a:t>
            </a:r>
          </a:p>
        </p:txBody>
      </p:sp>
      <p:sp>
        <p:nvSpPr>
          <p:cNvPr id="3" name="Content Placeholder 2">
            <a:extLst>
              <a:ext uri="{FF2B5EF4-FFF2-40B4-BE49-F238E27FC236}">
                <a16:creationId xmlns:a16="http://schemas.microsoft.com/office/drawing/2014/main" id="{A4866369-17D9-48BA-E79C-7183C300F53F}"/>
              </a:ext>
            </a:extLst>
          </p:cNvPr>
          <p:cNvSpPr>
            <a:spLocks noGrp="1"/>
          </p:cNvSpPr>
          <p:nvPr>
            <p:ph idx="1"/>
          </p:nvPr>
        </p:nvSpPr>
        <p:spPr/>
        <p:txBody>
          <a:bodyPr/>
          <a:lstStyle/>
          <a:p>
            <a:r>
              <a:rPr lang="en-US"/>
              <a:t>Why square stuff for calculating variance and standard deviation?</a:t>
            </a:r>
          </a:p>
        </p:txBody>
      </p:sp>
      <p:sp>
        <p:nvSpPr>
          <p:cNvPr id="4" name="Slide Number Placeholder 3">
            <a:extLst>
              <a:ext uri="{FF2B5EF4-FFF2-40B4-BE49-F238E27FC236}">
                <a16:creationId xmlns:a16="http://schemas.microsoft.com/office/drawing/2014/main" id="{A7C53395-E05D-3EA4-355B-C2926E94587B}"/>
              </a:ext>
            </a:extLst>
          </p:cNvPr>
          <p:cNvSpPr>
            <a:spLocks noGrp="1"/>
          </p:cNvSpPr>
          <p:nvPr>
            <p:ph type="sldNum" sz="quarter" idx="12"/>
          </p:nvPr>
        </p:nvSpPr>
        <p:spPr/>
        <p:txBody>
          <a:bodyPr/>
          <a:lstStyle/>
          <a:p>
            <a:fld id="{FE1B3154-47D9-4402-8EDB-E791933DC0B9}" type="slidenum">
              <a:rPr lang="nl-BE" smtClean="0"/>
              <a:pPr/>
              <a:t>71</a:t>
            </a:fld>
            <a:endParaRPr lang="nl-BE"/>
          </a:p>
        </p:txBody>
      </p:sp>
      <p:grpSp>
        <p:nvGrpSpPr>
          <p:cNvPr id="12" name="Group 11">
            <a:extLst>
              <a:ext uri="{FF2B5EF4-FFF2-40B4-BE49-F238E27FC236}">
                <a16:creationId xmlns:a16="http://schemas.microsoft.com/office/drawing/2014/main" id="{6AF5FD50-585B-4F1B-FC22-44A365CC0E6B}"/>
              </a:ext>
            </a:extLst>
          </p:cNvPr>
          <p:cNvGrpSpPr/>
          <p:nvPr/>
        </p:nvGrpSpPr>
        <p:grpSpPr>
          <a:xfrm>
            <a:off x="884704" y="2663598"/>
            <a:ext cx="4781550" cy="3286125"/>
            <a:chOff x="1025574" y="2239795"/>
            <a:chExt cx="4781550" cy="3286125"/>
          </a:xfrm>
        </p:grpSpPr>
        <p:pic>
          <p:nvPicPr>
            <p:cNvPr id="6" name="Picture 5">
              <a:extLst>
                <a:ext uri="{FF2B5EF4-FFF2-40B4-BE49-F238E27FC236}">
                  <a16:creationId xmlns:a16="http://schemas.microsoft.com/office/drawing/2014/main" id="{DBB660E5-BCE8-A84D-8961-1475FF4664BD}"/>
                </a:ext>
              </a:extLst>
            </p:cNvPr>
            <p:cNvPicPr>
              <a:picLocks noChangeAspect="1"/>
            </p:cNvPicPr>
            <p:nvPr/>
          </p:nvPicPr>
          <p:blipFill>
            <a:blip r:embed="rId3"/>
            <a:stretch>
              <a:fillRect/>
            </a:stretch>
          </p:blipFill>
          <p:spPr>
            <a:xfrm>
              <a:off x="1025574" y="2239795"/>
              <a:ext cx="4781550" cy="3286125"/>
            </a:xfrm>
            <a:prstGeom prst="rect">
              <a:avLst/>
            </a:prstGeom>
          </p:spPr>
        </p:pic>
        <p:sp>
          <p:nvSpPr>
            <p:cNvPr id="7" name="Oval 6">
              <a:extLst>
                <a:ext uri="{FF2B5EF4-FFF2-40B4-BE49-F238E27FC236}">
                  <a16:creationId xmlns:a16="http://schemas.microsoft.com/office/drawing/2014/main" id="{3A373FA4-7E95-1BB3-C00E-0457A4EBB870}"/>
                </a:ext>
              </a:extLst>
            </p:cNvPr>
            <p:cNvSpPr/>
            <p:nvPr/>
          </p:nvSpPr>
          <p:spPr>
            <a:xfrm>
              <a:off x="1876929" y="4958202"/>
              <a:ext cx="1371600" cy="4657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D51D1E4-F11C-81DE-4D1E-2BF9D96BD554}"/>
                </a:ext>
              </a:extLst>
            </p:cNvPr>
            <p:cNvSpPr/>
            <p:nvPr/>
          </p:nvSpPr>
          <p:spPr>
            <a:xfrm>
              <a:off x="3583109" y="4934141"/>
              <a:ext cx="1795005" cy="46575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899D022-4E11-5BA4-CE57-1EA3FA9329B5}"/>
                  </a:ext>
                </a:extLst>
              </p:cNvPr>
              <p:cNvSpPr txBox="1"/>
              <p:nvPr/>
            </p:nvSpPr>
            <p:spPr>
              <a:xfrm>
                <a:off x="5968253" y="2663598"/>
                <a:ext cx="5311647" cy="2862322"/>
              </a:xfrm>
              <a:prstGeom prst="rect">
                <a:avLst/>
              </a:prstGeom>
              <a:noFill/>
            </p:spPr>
            <p:txBody>
              <a:bodyPr wrap="none" rtlCol="0">
                <a:spAutoFit/>
              </a:bodyPr>
              <a:lstStyle/>
              <a:p>
                <a:pPr marL="342900" indent="-342900" algn="l">
                  <a:buFont typeface="+mj-lt"/>
                  <a:buAutoNum type="arabicPeriod"/>
                </a:pPr>
                <a:r>
                  <a:rPr lang="en-US">
                    <a:latin typeface="Inter"/>
                  </a:rPr>
                  <a:t>Add up all of the squared deviations: </a:t>
                </a:r>
                <a:br>
                  <a:rPr lang="en-US">
                    <a:latin typeface="Inter"/>
                  </a:rPr>
                </a:br>
                <a:r>
                  <a:rPr lang="en-US" b="0" i="0">
                    <a:effectLst/>
                    <a:latin typeface="Inter"/>
                  </a:rPr>
                  <a:t>	</a:t>
                </a:r>
                <a:r>
                  <a:rPr lang="en-US">
                    <a:latin typeface="Inter"/>
                    <a:sym typeface="Wingdings" panose="05000000000000000000" pitchFamily="2" charset="2"/>
                  </a:rPr>
                  <a:t> </a:t>
                </a:r>
                <a:r>
                  <a:rPr lang="en-US" b="0" i="0">
                    <a:effectLst/>
                    <a:latin typeface="Inter"/>
                  </a:rPr>
                  <a:t>421.5</a:t>
                </a:r>
                <a:br>
                  <a:rPr lang="en-US" b="0" i="0">
                    <a:effectLst/>
                    <a:latin typeface="Inter"/>
                  </a:rPr>
                </a:br>
                <a:endParaRPr lang="en-US" i="0">
                  <a:effectLst/>
                  <a:latin typeface="Inter"/>
                </a:endParaRPr>
              </a:p>
              <a:p>
                <a:pPr marL="342900" indent="-342900" algn="l">
                  <a:buFont typeface="+mj-lt"/>
                  <a:buAutoNum type="arabicPeriod"/>
                </a:pPr>
                <a:r>
                  <a:rPr lang="en-US" b="1" i="0">
                    <a:effectLst/>
                    <a:latin typeface="Inter"/>
                  </a:rPr>
                  <a:t>Variance (s²)</a:t>
                </a:r>
                <a:br>
                  <a:rPr lang="en-US" b="0" i="0">
                    <a:effectLst/>
                    <a:latin typeface="Inter"/>
                  </a:rPr>
                </a:br>
                <a:r>
                  <a:rPr lang="en-US" b="0" i="0">
                    <a:effectLst/>
                    <a:latin typeface="Inter"/>
                  </a:rPr>
                  <a:t>Divide the sum of the squared deviations by </a:t>
                </a:r>
                <a:r>
                  <a:rPr lang="en-US" b="0" i="1">
                    <a:effectLst/>
                    <a:latin typeface="Inter"/>
                  </a:rPr>
                  <a:t>N</a:t>
                </a:r>
                <a:r>
                  <a:rPr lang="en-US" b="0" i="0">
                    <a:effectLst/>
                    <a:latin typeface="Inter"/>
                  </a:rPr>
                  <a:t> – 1: </a:t>
                </a:r>
                <a:br>
                  <a:rPr lang="en-US">
                    <a:latin typeface="Inter"/>
                  </a:rPr>
                </a:br>
                <a:r>
                  <a:rPr lang="en-US">
                    <a:latin typeface="Inter"/>
                  </a:rPr>
                  <a:t>	</a:t>
                </a:r>
                <a:r>
                  <a:rPr lang="en-US" b="0" i="0">
                    <a:effectLst/>
                    <a:latin typeface="Inter"/>
                    <a:sym typeface="Wingdings" panose="05000000000000000000" pitchFamily="2" charset="2"/>
                  </a:rPr>
                  <a:t></a:t>
                </a:r>
                <a:r>
                  <a:rPr lang="en-US" b="0" i="0">
                    <a:effectLst/>
                    <a:latin typeface="Inter"/>
                  </a:rPr>
                  <a:t>421.5/ (6-1) = 84.3</a:t>
                </a:r>
                <a:br>
                  <a:rPr lang="en-US" b="0" i="0">
                    <a:effectLst/>
                    <a:latin typeface="Inter"/>
                  </a:rPr>
                </a:br>
                <a:endParaRPr lang="en-US" b="0" i="0">
                  <a:effectLst/>
                  <a:latin typeface="Inter"/>
                </a:endParaRPr>
              </a:p>
              <a:p>
                <a:pPr marL="342900" indent="-342900" algn="l">
                  <a:buFont typeface="+mj-lt"/>
                  <a:buAutoNum type="arabicPeriod"/>
                </a:pPr>
                <a:r>
                  <a:rPr lang="en-US" b="1">
                    <a:latin typeface="Inter"/>
                  </a:rPr>
                  <a:t>Standard deviation (s)</a:t>
                </a:r>
                <a:br>
                  <a:rPr lang="en-US">
                    <a:latin typeface="Inter"/>
                  </a:rPr>
                </a:br>
                <a:r>
                  <a:rPr lang="en-US">
                    <a:latin typeface="Inter"/>
                  </a:rPr>
                  <a:t>Calculate</a:t>
                </a:r>
                <a:r>
                  <a:rPr lang="en-US" b="0" i="0">
                    <a:effectLst/>
                    <a:latin typeface="Inter"/>
                  </a:rPr>
                  <a:t> the square root of variance</a:t>
                </a:r>
                <a:br>
                  <a:rPr lang="en-US" b="0" i="0">
                    <a:effectLst/>
                    <a:latin typeface="Inter"/>
                  </a:rPr>
                </a:br>
                <a:r>
                  <a:rPr lang="en-US" b="0" i="0">
                    <a:effectLst/>
                    <a:latin typeface="Inter"/>
                  </a:rPr>
                  <a:t>	</a:t>
                </a:r>
                <a:r>
                  <a:rPr lang="en-US" b="0" i="0">
                    <a:effectLst/>
                    <a:latin typeface="Inter"/>
                    <a:sym typeface="Wingdings" panose="05000000000000000000" pitchFamily="2" charset="2"/>
                  </a:rPr>
                  <a:t></a:t>
                </a:r>
                <a14:m>
                  <m:oMath xmlns:m="http://schemas.openxmlformats.org/officeDocument/2006/math">
                    <m:rad>
                      <m:radPr>
                        <m:degHide m:val="on"/>
                        <m:ctrlPr>
                          <a:rPr lang="en-US" b="0" i="1" smtClean="0">
                            <a:effectLst/>
                            <a:latin typeface="Cambria Math" panose="02040503050406030204" pitchFamily="18" charset="0"/>
                            <a:ea typeface="Cambria Math" panose="02040503050406030204" pitchFamily="18" charset="0"/>
                            <a:sym typeface="Wingdings" panose="05000000000000000000" pitchFamily="2" charset="2"/>
                          </a:rPr>
                        </m:ctrlPr>
                      </m:radPr>
                      <m:deg/>
                      <m:e>
                        <m:r>
                          <a:rPr lang="nl-BE" b="0" i="1" smtClean="0">
                            <a:effectLst/>
                            <a:latin typeface="Cambria Math" panose="02040503050406030204" pitchFamily="18" charset="0"/>
                            <a:ea typeface="Cambria Math" panose="02040503050406030204" pitchFamily="18" charset="0"/>
                            <a:sym typeface="Wingdings" panose="05000000000000000000" pitchFamily="2" charset="2"/>
                          </a:rPr>
                          <m:t>84,3</m:t>
                        </m:r>
                      </m:e>
                    </m:rad>
                    <m:r>
                      <a:rPr lang="nl-BE" b="0" i="1" smtClean="0">
                        <a:effectLst/>
                        <a:latin typeface="Cambria Math" panose="02040503050406030204" pitchFamily="18" charset="0"/>
                        <a:ea typeface="Cambria Math" panose="02040503050406030204" pitchFamily="18" charset="0"/>
                        <a:sym typeface="Wingdings" panose="05000000000000000000" pitchFamily="2" charset="2"/>
                      </a:rPr>
                      <m:t>=9.18</m:t>
                    </m:r>
                  </m:oMath>
                </a14:m>
                <a:endParaRPr lang="en-US"/>
              </a:p>
            </p:txBody>
          </p:sp>
        </mc:Choice>
        <mc:Fallback xmlns="">
          <p:sp>
            <p:nvSpPr>
              <p:cNvPr id="9" name="TextBox 8">
                <a:extLst>
                  <a:ext uri="{FF2B5EF4-FFF2-40B4-BE49-F238E27FC236}">
                    <a16:creationId xmlns:a16="http://schemas.microsoft.com/office/drawing/2014/main" id="{A899D022-4E11-5BA4-CE57-1EA3FA9329B5}"/>
                  </a:ext>
                </a:extLst>
              </p:cNvPr>
              <p:cNvSpPr txBox="1">
                <a:spLocks noRot="1" noChangeAspect="1" noMove="1" noResize="1" noEditPoints="1" noAdjustHandles="1" noChangeArrowheads="1" noChangeShapeType="1" noTextEdit="1"/>
              </p:cNvSpPr>
              <p:nvPr/>
            </p:nvSpPr>
            <p:spPr>
              <a:xfrm>
                <a:off x="5968253" y="2663598"/>
                <a:ext cx="5311647" cy="2862322"/>
              </a:xfrm>
              <a:prstGeom prst="rect">
                <a:avLst/>
              </a:prstGeom>
              <a:blipFill>
                <a:blip r:embed="rId4"/>
                <a:stretch>
                  <a:fillRect l="-918" t="-1279" r="-115" b="-2772"/>
                </a:stretch>
              </a:blipFill>
            </p:spPr>
            <p:txBody>
              <a:bodyPr/>
              <a:lstStyle/>
              <a:p>
                <a:r>
                  <a:rPr lang="nl-BE">
                    <a:noFill/>
                  </a:rPr>
                  <a:t> </a:t>
                </a:r>
              </a:p>
            </p:txBody>
          </p:sp>
        </mc:Fallback>
      </mc:AlternateContent>
      <p:sp>
        <p:nvSpPr>
          <p:cNvPr id="11" name="TextBox 10">
            <a:extLst>
              <a:ext uri="{FF2B5EF4-FFF2-40B4-BE49-F238E27FC236}">
                <a16:creationId xmlns:a16="http://schemas.microsoft.com/office/drawing/2014/main" id="{0E067D29-8FE1-6D74-AF3A-E92193A66F87}"/>
              </a:ext>
            </a:extLst>
          </p:cNvPr>
          <p:cNvSpPr txBox="1"/>
          <p:nvPr/>
        </p:nvSpPr>
        <p:spPr>
          <a:xfrm>
            <a:off x="6228229" y="5620325"/>
            <a:ext cx="5478497" cy="646331"/>
          </a:xfrm>
          <a:prstGeom prst="rect">
            <a:avLst/>
          </a:prstGeom>
          <a:noFill/>
        </p:spPr>
        <p:txBody>
          <a:bodyPr wrap="square">
            <a:spAutoFit/>
          </a:bodyPr>
          <a:lstStyle/>
          <a:p>
            <a:r>
              <a:rPr lang="en-US"/>
              <a:t>From learning that s = 9.18, you can say that on average, each score deviates from the mean by 9.18 points.</a:t>
            </a:r>
          </a:p>
        </p:txBody>
      </p:sp>
    </p:spTree>
    <p:extLst>
      <p:ext uri="{BB962C8B-B14F-4D97-AF65-F5344CB8AC3E}">
        <p14:creationId xmlns:p14="http://schemas.microsoft.com/office/powerpoint/2010/main" val="24182928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BCC6F-93C2-8402-97BB-9CB145CED838}"/>
              </a:ext>
            </a:extLst>
          </p:cNvPr>
          <p:cNvSpPr>
            <a:spLocks noGrp="1"/>
          </p:cNvSpPr>
          <p:nvPr>
            <p:ph type="title"/>
          </p:nvPr>
        </p:nvSpPr>
        <p:spPr/>
        <p:txBody>
          <a:bodyPr/>
          <a:lstStyle/>
          <a:p>
            <a:r>
              <a:rPr lang="en-US"/>
              <a:t>Back to the babies</a:t>
            </a:r>
            <a:endParaRPr lang="en-BE"/>
          </a:p>
        </p:txBody>
      </p:sp>
      <p:sp>
        <p:nvSpPr>
          <p:cNvPr id="3" name="Content Placeholder 2">
            <a:extLst>
              <a:ext uri="{FF2B5EF4-FFF2-40B4-BE49-F238E27FC236}">
                <a16:creationId xmlns:a16="http://schemas.microsoft.com/office/drawing/2014/main" id="{BAB3A276-7CFF-45F8-D745-0A6DE80A5E41}"/>
              </a:ext>
            </a:extLst>
          </p:cNvPr>
          <p:cNvSpPr>
            <a:spLocks noGrp="1"/>
          </p:cNvSpPr>
          <p:nvPr>
            <p:ph idx="1"/>
          </p:nvPr>
        </p:nvSpPr>
        <p:spPr>
          <a:xfrm>
            <a:off x="582705" y="1550894"/>
            <a:ext cx="8547848" cy="4626069"/>
          </a:xfrm>
        </p:spPr>
        <p:txBody>
          <a:bodyPr/>
          <a:lstStyle/>
          <a:p>
            <a:r>
              <a:rPr lang="en-US" dirty="0"/>
              <a:t>On the right are 2 graphs: the weight of a baby at birth and the duration of the pregnancy (gestation)</a:t>
            </a:r>
          </a:p>
          <a:p>
            <a:r>
              <a:rPr lang="en-US" dirty="0"/>
              <a:t>To be comparable they were </a:t>
            </a:r>
            <a:r>
              <a:rPr lang="en-US" dirty="0" err="1"/>
              <a:t>normalised</a:t>
            </a:r>
            <a:endParaRPr lang="en-US" dirty="0"/>
          </a:p>
          <a:p>
            <a:pPr lvl="1"/>
            <a:r>
              <a:rPr lang="en-US" dirty="0"/>
              <a:t>Recalculated to be between 0 and 1 in stead of 150 and 350 or 52 and 72</a:t>
            </a:r>
          </a:p>
          <a:p>
            <a:pPr lvl="1"/>
            <a:r>
              <a:rPr lang="en-US" dirty="0"/>
              <a:t>[For more information on </a:t>
            </a:r>
            <a:r>
              <a:rPr lang="en-US" dirty="0" err="1"/>
              <a:t>normalisation</a:t>
            </a:r>
            <a:r>
              <a:rPr lang="en-US" dirty="0"/>
              <a:t> see chapter 4]</a:t>
            </a:r>
          </a:p>
          <a:p>
            <a:r>
              <a:rPr lang="en-US" dirty="0"/>
              <a:t>The top graph is wider, the bottom one slimmer</a:t>
            </a:r>
          </a:p>
          <a:p>
            <a:pPr lvl="1"/>
            <a:r>
              <a:rPr lang="en-US" dirty="0"/>
              <a:t>Top standard deviation: 0.13</a:t>
            </a:r>
          </a:p>
          <a:p>
            <a:pPr lvl="1"/>
            <a:r>
              <a:rPr lang="en-US" dirty="0"/>
              <a:t>Bottom standard deviation: 0.08</a:t>
            </a:r>
            <a:endParaRPr lang="en-BE" dirty="0"/>
          </a:p>
        </p:txBody>
      </p:sp>
      <p:sp>
        <p:nvSpPr>
          <p:cNvPr id="4" name="Slide Number Placeholder 3">
            <a:extLst>
              <a:ext uri="{FF2B5EF4-FFF2-40B4-BE49-F238E27FC236}">
                <a16:creationId xmlns:a16="http://schemas.microsoft.com/office/drawing/2014/main" id="{A3215970-9E33-6C31-306A-F5E3270F5470}"/>
              </a:ext>
            </a:extLst>
          </p:cNvPr>
          <p:cNvSpPr>
            <a:spLocks noGrp="1"/>
          </p:cNvSpPr>
          <p:nvPr>
            <p:ph type="sldNum" sz="quarter" idx="12"/>
          </p:nvPr>
        </p:nvSpPr>
        <p:spPr/>
        <p:txBody>
          <a:bodyPr/>
          <a:lstStyle/>
          <a:p>
            <a:fld id="{FE1B3154-47D9-4402-8EDB-E791933DC0B9}" type="slidenum">
              <a:rPr lang="nl-BE" smtClean="0"/>
              <a:pPr/>
              <a:t>72</a:t>
            </a:fld>
            <a:endParaRPr lang="nl-BE"/>
          </a:p>
        </p:txBody>
      </p:sp>
      <p:pic>
        <p:nvPicPr>
          <p:cNvPr id="6" name="Picture 5">
            <a:extLst>
              <a:ext uri="{FF2B5EF4-FFF2-40B4-BE49-F238E27FC236}">
                <a16:creationId xmlns:a16="http://schemas.microsoft.com/office/drawing/2014/main" id="{53BDA09F-1D36-CAFF-6DCF-B8B6C48E1777}"/>
              </a:ext>
            </a:extLst>
          </p:cNvPr>
          <p:cNvPicPr>
            <a:picLocks noChangeAspect="1"/>
          </p:cNvPicPr>
          <p:nvPr/>
        </p:nvPicPr>
        <p:blipFill>
          <a:blip r:embed="rId2"/>
          <a:stretch>
            <a:fillRect/>
          </a:stretch>
        </p:blipFill>
        <p:spPr>
          <a:xfrm>
            <a:off x="9265186" y="1601162"/>
            <a:ext cx="2926814" cy="5256837"/>
          </a:xfrm>
          <a:prstGeom prst="rect">
            <a:avLst/>
          </a:prstGeom>
        </p:spPr>
      </p:pic>
    </p:spTree>
    <p:extLst>
      <p:ext uri="{BB962C8B-B14F-4D97-AF65-F5344CB8AC3E}">
        <p14:creationId xmlns:p14="http://schemas.microsoft.com/office/powerpoint/2010/main" val="34566492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170E2-B161-D76C-EAD7-D30F4D2F887B}"/>
              </a:ext>
            </a:extLst>
          </p:cNvPr>
          <p:cNvSpPr>
            <a:spLocks noGrp="1"/>
          </p:cNvSpPr>
          <p:nvPr>
            <p:ph type="title"/>
          </p:nvPr>
        </p:nvSpPr>
        <p:spPr/>
        <p:txBody>
          <a:bodyPr/>
          <a:lstStyle/>
          <a:p>
            <a:r>
              <a:rPr lang="en-US"/>
              <a:t>Distributions in mpg</a:t>
            </a:r>
            <a:endParaRPr lang="en-BE"/>
          </a:p>
        </p:txBody>
      </p:sp>
      <p:sp>
        <p:nvSpPr>
          <p:cNvPr id="3" name="Content Placeholder 2">
            <a:extLst>
              <a:ext uri="{FF2B5EF4-FFF2-40B4-BE49-F238E27FC236}">
                <a16:creationId xmlns:a16="http://schemas.microsoft.com/office/drawing/2014/main" id="{B64D4B57-ABFC-5806-3186-1DB79AA395BB}"/>
              </a:ext>
            </a:extLst>
          </p:cNvPr>
          <p:cNvSpPr>
            <a:spLocks noGrp="1"/>
          </p:cNvSpPr>
          <p:nvPr>
            <p:ph idx="1"/>
          </p:nvPr>
        </p:nvSpPr>
        <p:spPr>
          <a:xfrm>
            <a:off x="582705" y="1550894"/>
            <a:ext cx="6798596" cy="4626069"/>
          </a:xfrm>
        </p:spPr>
        <p:txBody>
          <a:bodyPr>
            <a:normAutofit fontScale="92500"/>
          </a:bodyPr>
          <a:lstStyle/>
          <a:p>
            <a:r>
              <a:rPr lang="en-US" dirty="0"/>
              <a:t>Before we go into deep analysis, let’s start practically:</a:t>
            </a:r>
          </a:p>
          <a:p>
            <a:r>
              <a:rPr lang="en-US" dirty="0"/>
              <a:t>Create a simple plot of the distribution for highway miles per gallons in the MPG-dataset</a:t>
            </a:r>
          </a:p>
          <a:p>
            <a:r>
              <a:rPr lang="en-US" dirty="0"/>
              <a:t>It’s a continuous variable, so we can’t count it</a:t>
            </a:r>
          </a:p>
          <a:p>
            <a:r>
              <a:rPr lang="en-US" dirty="0"/>
              <a:t>Solution: binning</a:t>
            </a:r>
          </a:p>
          <a:p>
            <a:pPr lvl="1"/>
            <a:r>
              <a:rPr lang="en-US" dirty="0"/>
              <a:t>Take some of the values together</a:t>
            </a:r>
          </a:p>
          <a:p>
            <a:pPr lvl="1"/>
            <a:r>
              <a:rPr lang="en-US" dirty="0"/>
              <a:t>Which? Size of the bin</a:t>
            </a:r>
          </a:p>
          <a:p>
            <a:pPr lvl="1"/>
            <a:r>
              <a:rPr lang="en-US" dirty="0"/>
              <a:t>In this case: let pandas decide on the bin size</a:t>
            </a:r>
            <a:endParaRPr lang="en-BE" dirty="0"/>
          </a:p>
        </p:txBody>
      </p:sp>
      <p:sp>
        <p:nvSpPr>
          <p:cNvPr id="4" name="Slide Number Placeholder 3">
            <a:extLst>
              <a:ext uri="{FF2B5EF4-FFF2-40B4-BE49-F238E27FC236}">
                <a16:creationId xmlns:a16="http://schemas.microsoft.com/office/drawing/2014/main" id="{22937251-0B8C-9FA0-BEB5-6F6C43B379A6}"/>
              </a:ext>
            </a:extLst>
          </p:cNvPr>
          <p:cNvSpPr>
            <a:spLocks noGrp="1"/>
          </p:cNvSpPr>
          <p:nvPr>
            <p:ph type="sldNum" sz="quarter" idx="12"/>
          </p:nvPr>
        </p:nvSpPr>
        <p:spPr/>
        <p:txBody>
          <a:bodyPr/>
          <a:lstStyle/>
          <a:p>
            <a:fld id="{FE1B3154-47D9-4402-8EDB-E791933DC0B9}" type="slidenum">
              <a:rPr lang="nl-BE" smtClean="0"/>
              <a:pPr/>
              <a:t>73</a:t>
            </a:fld>
            <a:endParaRPr lang="nl-BE"/>
          </a:p>
        </p:txBody>
      </p:sp>
      <p:pic>
        <p:nvPicPr>
          <p:cNvPr id="6" name="Picture 5">
            <a:extLst>
              <a:ext uri="{FF2B5EF4-FFF2-40B4-BE49-F238E27FC236}">
                <a16:creationId xmlns:a16="http://schemas.microsoft.com/office/drawing/2014/main" id="{B121AF75-A9B4-0587-E3C4-4FCA5FB72657}"/>
              </a:ext>
            </a:extLst>
          </p:cNvPr>
          <p:cNvPicPr>
            <a:picLocks noChangeAspect="1"/>
          </p:cNvPicPr>
          <p:nvPr/>
        </p:nvPicPr>
        <p:blipFill>
          <a:blip r:embed="rId3"/>
          <a:stretch>
            <a:fillRect/>
          </a:stretch>
        </p:blipFill>
        <p:spPr>
          <a:xfrm>
            <a:off x="7494078" y="1958764"/>
            <a:ext cx="4379675" cy="4483953"/>
          </a:xfrm>
          <a:prstGeom prst="rect">
            <a:avLst/>
          </a:prstGeom>
        </p:spPr>
      </p:pic>
    </p:spTree>
    <p:extLst>
      <p:ext uri="{BB962C8B-B14F-4D97-AF65-F5344CB8AC3E}">
        <p14:creationId xmlns:p14="http://schemas.microsoft.com/office/powerpoint/2010/main" val="42295169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248B2-8078-09F9-44A4-C9C70A3BBECC}"/>
              </a:ext>
            </a:extLst>
          </p:cNvPr>
          <p:cNvSpPr>
            <a:spLocks noGrp="1"/>
          </p:cNvSpPr>
          <p:nvPr>
            <p:ph type="title"/>
          </p:nvPr>
        </p:nvSpPr>
        <p:spPr/>
        <p:txBody>
          <a:bodyPr/>
          <a:lstStyle/>
          <a:p>
            <a:r>
              <a:rPr lang="en-US"/>
              <a:t>Binning</a:t>
            </a:r>
            <a:endParaRPr lang="en-BE"/>
          </a:p>
        </p:txBody>
      </p:sp>
      <p:sp>
        <p:nvSpPr>
          <p:cNvPr id="3" name="Content Placeholder 2">
            <a:extLst>
              <a:ext uri="{FF2B5EF4-FFF2-40B4-BE49-F238E27FC236}">
                <a16:creationId xmlns:a16="http://schemas.microsoft.com/office/drawing/2014/main" id="{F47BB59F-0356-9C8E-1998-91AE4ED49B8D}"/>
              </a:ext>
            </a:extLst>
          </p:cNvPr>
          <p:cNvSpPr>
            <a:spLocks noGrp="1"/>
          </p:cNvSpPr>
          <p:nvPr>
            <p:ph idx="1"/>
          </p:nvPr>
        </p:nvSpPr>
        <p:spPr/>
        <p:txBody>
          <a:bodyPr/>
          <a:lstStyle/>
          <a:p>
            <a:r>
              <a:rPr lang="en-US"/>
              <a:t>Maybe more bins? Or less bins?</a:t>
            </a:r>
          </a:p>
          <a:p>
            <a:pPr lvl="1"/>
            <a:r>
              <a:rPr lang="en-US"/>
              <a:t>Depends on the data…</a:t>
            </a:r>
            <a:endParaRPr lang="en-BE"/>
          </a:p>
        </p:txBody>
      </p:sp>
      <p:sp>
        <p:nvSpPr>
          <p:cNvPr id="4" name="Slide Number Placeholder 3">
            <a:extLst>
              <a:ext uri="{FF2B5EF4-FFF2-40B4-BE49-F238E27FC236}">
                <a16:creationId xmlns:a16="http://schemas.microsoft.com/office/drawing/2014/main" id="{5014D82F-41E8-4DBE-87EB-924F75CB51E5}"/>
              </a:ext>
            </a:extLst>
          </p:cNvPr>
          <p:cNvSpPr>
            <a:spLocks noGrp="1"/>
          </p:cNvSpPr>
          <p:nvPr>
            <p:ph type="sldNum" sz="quarter" idx="12"/>
          </p:nvPr>
        </p:nvSpPr>
        <p:spPr/>
        <p:txBody>
          <a:bodyPr/>
          <a:lstStyle/>
          <a:p>
            <a:fld id="{FE1B3154-47D9-4402-8EDB-E791933DC0B9}" type="slidenum">
              <a:rPr lang="nl-BE" smtClean="0"/>
              <a:pPr/>
              <a:t>74</a:t>
            </a:fld>
            <a:endParaRPr lang="nl-BE"/>
          </a:p>
        </p:txBody>
      </p:sp>
      <p:pic>
        <p:nvPicPr>
          <p:cNvPr id="6" name="Picture 5">
            <a:extLst>
              <a:ext uri="{FF2B5EF4-FFF2-40B4-BE49-F238E27FC236}">
                <a16:creationId xmlns:a16="http://schemas.microsoft.com/office/drawing/2014/main" id="{5C23D259-3751-F674-E3D1-09D61149F56D}"/>
              </a:ext>
            </a:extLst>
          </p:cNvPr>
          <p:cNvPicPr>
            <a:picLocks noChangeAspect="1"/>
          </p:cNvPicPr>
          <p:nvPr/>
        </p:nvPicPr>
        <p:blipFill>
          <a:blip r:embed="rId3"/>
          <a:stretch>
            <a:fillRect/>
          </a:stretch>
        </p:blipFill>
        <p:spPr>
          <a:xfrm>
            <a:off x="1027748" y="2654669"/>
            <a:ext cx="10136503" cy="3701681"/>
          </a:xfrm>
          <a:prstGeom prst="rect">
            <a:avLst/>
          </a:prstGeom>
        </p:spPr>
      </p:pic>
      <p:pic>
        <p:nvPicPr>
          <p:cNvPr id="8" name="Picture 7">
            <a:extLst>
              <a:ext uri="{FF2B5EF4-FFF2-40B4-BE49-F238E27FC236}">
                <a16:creationId xmlns:a16="http://schemas.microsoft.com/office/drawing/2014/main" id="{D826DC5F-449C-2938-68CB-0D41AD1A872B}"/>
              </a:ext>
            </a:extLst>
          </p:cNvPr>
          <p:cNvPicPr>
            <a:picLocks noChangeAspect="1"/>
          </p:cNvPicPr>
          <p:nvPr/>
        </p:nvPicPr>
        <p:blipFill>
          <a:blip r:embed="rId4"/>
          <a:stretch>
            <a:fillRect/>
          </a:stretch>
        </p:blipFill>
        <p:spPr>
          <a:xfrm>
            <a:off x="8296399" y="128254"/>
            <a:ext cx="3791479" cy="2114845"/>
          </a:xfrm>
          <a:prstGeom prst="rect">
            <a:avLst/>
          </a:prstGeom>
        </p:spPr>
      </p:pic>
    </p:spTree>
    <p:extLst>
      <p:ext uri="{BB962C8B-B14F-4D97-AF65-F5344CB8AC3E}">
        <p14:creationId xmlns:p14="http://schemas.microsoft.com/office/powerpoint/2010/main" val="7379407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E5A2A-702A-9BA1-6CA8-CE9B56B57CB3}"/>
              </a:ext>
            </a:extLst>
          </p:cNvPr>
          <p:cNvSpPr>
            <a:spLocks noGrp="1"/>
          </p:cNvSpPr>
          <p:nvPr>
            <p:ph type="title"/>
          </p:nvPr>
        </p:nvSpPr>
        <p:spPr/>
        <p:txBody>
          <a:bodyPr/>
          <a:lstStyle/>
          <a:p>
            <a:r>
              <a:rPr lang="en-US"/>
              <a:t>Truly normal data</a:t>
            </a:r>
            <a:endParaRPr lang="en-BE"/>
          </a:p>
        </p:txBody>
      </p:sp>
      <p:sp>
        <p:nvSpPr>
          <p:cNvPr id="3" name="Content Placeholder 2">
            <a:extLst>
              <a:ext uri="{FF2B5EF4-FFF2-40B4-BE49-F238E27FC236}">
                <a16:creationId xmlns:a16="http://schemas.microsoft.com/office/drawing/2014/main" id="{11B54CBD-6AD7-85F4-39D5-89C7749F0A67}"/>
              </a:ext>
            </a:extLst>
          </p:cNvPr>
          <p:cNvSpPr>
            <a:spLocks noGrp="1"/>
          </p:cNvSpPr>
          <p:nvPr>
            <p:ph idx="1"/>
          </p:nvPr>
        </p:nvSpPr>
        <p:spPr/>
        <p:txBody>
          <a:bodyPr/>
          <a:lstStyle/>
          <a:p>
            <a:r>
              <a:rPr lang="en-US"/>
              <a:t>Mpg doesn’t have truly normal data</a:t>
            </a:r>
            <a:br>
              <a:rPr lang="en-US"/>
            </a:br>
            <a:r>
              <a:rPr lang="en-US"/>
              <a:t>(doesn’t have enough records)</a:t>
            </a:r>
          </a:p>
          <a:p>
            <a:r>
              <a:rPr lang="en-US"/>
              <a:t>But we can generate it!</a:t>
            </a:r>
            <a:endParaRPr lang="en-BE"/>
          </a:p>
        </p:txBody>
      </p:sp>
      <p:sp>
        <p:nvSpPr>
          <p:cNvPr id="4" name="Slide Number Placeholder 3">
            <a:extLst>
              <a:ext uri="{FF2B5EF4-FFF2-40B4-BE49-F238E27FC236}">
                <a16:creationId xmlns:a16="http://schemas.microsoft.com/office/drawing/2014/main" id="{C1A11249-5015-872E-2BD5-0BCC7076B1BC}"/>
              </a:ext>
            </a:extLst>
          </p:cNvPr>
          <p:cNvSpPr>
            <a:spLocks noGrp="1"/>
          </p:cNvSpPr>
          <p:nvPr>
            <p:ph type="sldNum" sz="quarter" idx="12"/>
          </p:nvPr>
        </p:nvSpPr>
        <p:spPr/>
        <p:txBody>
          <a:bodyPr/>
          <a:lstStyle/>
          <a:p>
            <a:fld id="{FE1B3154-47D9-4402-8EDB-E791933DC0B9}" type="slidenum">
              <a:rPr lang="nl-BE" smtClean="0"/>
              <a:pPr/>
              <a:t>75</a:t>
            </a:fld>
            <a:endParaRPr lang="nl-BE"/>
          </a:p>
        </p:txBody>
      </p:sp>
      <p:pic>
        <p:nvPicPr>
          <p:cNvPr id="6" name="Picture 5">
            <a:extLst>
              <a:ext uri="{FF2B5EF4-FFF2-40B4-BE49-F238E27FC236}">
                <a16:creationId xmlns:a16="http://schemas.microsoft.com/office/drawing/2014/main" id="{7C9FF6FC-904B-8283-9D7B-9535E7CAD7BA}"/>
              </a:ext>
            </a:extLst>
          </p:cNvPr>
          <p:cNvPicPr>
            <a:picLocks noChangeAspect="1"/>
          </p:cNvPicPr>
          <p:nvPr/>
        </p:nvPicPr>
        <p:blipFill>
          <a:blip r:embed="rId2"/>
          <a:stretch>
            <a:fillRect/>
          </a:stretch>
        </p:blipFill>
        <p:spPr>
          <a:xfrm>
            <a:off x="2556588" y="2963137"/>
            <a:ext cx="8646367" cy="3894863"/>
          </a:xfrm>
          <a:prstGeom prst="rect">
            <a:avLst/>
          </a:prstGeom>
        </p:spPr>
      </p:pic>
      <p:pic>
        <p:nvPicPr>
          <p:cNvPr id="8" name="Picture 7">
            <a:extLst>
              <a:ext uri="{FF2B5EF4-FFF2-40B4-BE49-F238E27FC236}">
                <a16:creationId xmlns:a16="http://schemas.microsoft.com/office/drawing/2014/main" id="{12524BC8-5533-7E6F-175B-2FD7A7D2275D}"/>
              </a:ext>
            </a:extLst>
          </p:cNvPr>
          <p:cNvPicPr>
            <a:picLocks noChangeAspect="1"/>
          </p:cNvPicPr>
          <p:nvPr/>
        </p:nvPicPr>
        <p:blipFill>
          <a:blip r:embed="rId3"/>
          <a:stretch>
            <a:fillRect/>
          </a:stretch>
        </p:blipFill>
        <p:spPr>
          <a:xfrm>
            <a:off x="8101327" y="136525"/>
            <a:ext cx="3772426" cy="2010056"/>
          </a:xfrm>
          <a:prstGeom prst="rect">
            <a:avLst/>
          </a:prstGeom>
        </p:spPr>
      </p:pic>
    </p:spTree>
    <p:extLst>
      <p:ext uri="{BB962C8B-B14F-4D97-AF65-F5344CB8AC3E}">
        <p14:creationId xmlns:p14="http://schemas.microsoft.com/office/powerpoint/2010/main" val="37416340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CC321-5EA4-B9BE-5D74-4931E6801DF0}"/>
              </a:ext>
            </a:extLst>
          </p:cNvPr>
          <p:cNvSpPr>
            <a:spLocks noGrp="1"/>
          </p:cNvSpPr>
          <p:nvPr>
            <p:ph type="title"/>
          </p:nvPr>
        </p:nvSpPr>
        <p:spPr/>
        <p:txBody>
          <a:bodyPr/>
          <a:lstStyle/>
          <a:p>
            <a:r>
              <a:rPr lang="en-US"/>
              <a:t>Comparing histograms</a:t>
            </a:r>
            <a:endParaRPr lang="en-BE"/>
          </a:p>
        </p:txBody>
      </p:sp>
      <p:sp>
        <p:nvSpPr>
          <p:cNvPr id="3" name="Content Placeholder 2">
            <a:extLst>
              <a:ext uri="{FF2B5EF4-FFF2-40B4-BE49-F238E27FC236}">
                <a16:creationId xmlns:a16="http://schemas.microsoft.com/office/drawing/2014/main" id="{3246DDD6-7895-179D-4A8B-9E60016EAE9E}"/>
              </a:ext>
            </a:extLst>
          </p:cNvPr>
          <p:cNvSpPr>
            <a:spLocks noGrp="1"/>
          </p:cNvSpPr>
          <p:nvPr>
            <p:ph idx="1"/>
          </p:nvPr>
        </p:nvSpPr>
        <p:spPr/>
        <p:txBody>
          <a:bodyPr/>
          <a:lstStyle/>
          <a:p>
            <a:r>
              <a:rPr lang="en-US"/>
              <a:t>The entire </a:t>
            </a:r>
            <a:r>
              <a:rPr lang="en-US" err="1"/>
              <a:t>hwy</a:t>
            </a:r>
            <a:r>
              <a:rPr lang="en-US"/>
              <a:t>-column isn’t normal, but maybe when we divide it by class of car?</a:t>
            </a:r>
          </a:p>
          <a:p>
            <a:r>
              <a:rPr lang="en-US"/>
              <a:t>Can we show all histograms in</a:t>
            </a:r>
            <a:br>
              <a:rPr lang="en-US"/>
            </a:br>
            <a:r>
              <a:rPr lang="en-US"/>
              <a:t>one graph?</a:t>
            </a:r>
          </a:p>
          <a:p>
            <a:r>
              <a:rPr lang="en-US"/>
              <a:t>Sure!</a:t>
            </a:r>
          </a:p>
          <a:p>
            <a:endParaRPr lang="en-US"/>
          </a:p>
          <a:p>
            <a:endParaRPr lang="en-US"/>
          </a:p>
          <a:p>
            <a:endParaRPr lang="en-US"/>
          </a:p>
          <a:p>
            <a:r>
              <a:rPr lang="en-US"/>
              <a:t>But it looks </a:t>
            </a:r>
            <a:r>
              <a:rPr lang="en-US" b="1"/>
              <a:t>really</a:t>
            </a:r>
            <a:r>
              <a:rPr lang="en-US"/>
              <a:t> bad…</a:t>
            </a:r>
          </a:p>
        </p:txBody>
      </p:sp>
      <p:sp>
        <p:nvSpPr>
          <p:cNvPr id="4" name="Slide Number Placeholder 3">
            <a:extLst>
              <a:ext uri="{FF2B5EF4-FFF2-40B4-BE49-F238E27FC236}">
                <a16:creationId xmlns:a16="http://schemas.microsoft.com/office/drawing/2014/main" id="{952F87E8-D85F-6BB8-BC69-367D96727A72}"/>
              </a:ext>
            </a:extLst>
          </p:cNvPr>
          <p:cNvSpPr>
            <a:spLocks noGrp="1"/>
          </p:cNvSpPr>
          <p:nvPr>
            <p:ph type="sldNum" sz="quarter" idx="12"/>
          </p:nvPr>
        </p:nvSpPr>
        <p:spPr/>
        <p:txBody>
          <a:bodyPr/>
          <a:lstStyle/>
          <a:p>
            <a:fld id="{FE1B3154-47D9-4402-8EDB-E791933DC0B9}" type="slidenum">
              <a:rPr lang="nl-BE" smtClean="0"/>
              <a:pPr/>
              <a:t>76</a:t>
            </a:fld>
            <a:endParaRPr lang="nl-BE"/>
          </a:p>
        </p:txBody>
      </p:sp>
      <p:pic>
        <p:nvPicPr>
          <p:cNvPr id="6" name="Picture 5">
            <a:extLst>
              <a:ext uri="{FF2B5EF4-FFF2-40B4-BE49-F238E27FC236}">
                <a16:creationId xmlns:a16="http://schemas.microsoft.com/office/drawing/2014/main" id="{7E38664E-3D36-34A3-3ACE-20C405572440}"/>
              </a:ext>
            </a:extLst>
          </p:cNvPr>
          <p:cNvPicPr>
            <a:picLocks noChangeAspect="1"/>
          </p:cNvPicPr>
          <p:nvPr/>
        </p:nvPicPr>
        <p:blipFill>
          <a:blip r:embed="rId2"/>
          <a:stretch>
            <a:fillRect/>
          </a:stretch>
        </p:blipFill>
        <p:spPr>
          <a:xfrm>
            <a:off x="1127226" y="3840787"/>
            <a:ext cx="3200847" cy="333422"/>
          </a:xfrm>
          <a:prstGeom prst="rect">
            <a:avLst/>
          </a:prstGeom>
        </p:spPr>
      </p:pic>
      <p:pic>
        <p:nvPicPr>
          <p:cNvPr id="8" name="Picture 7">
            <a:extLst>
              <a:ext uri="{FF2B5EF4-FFF2-40B4-BE49-F238E27FC236}">
                <a16:creationId xmlns:a16="http://schemas.microsoft.com/office/drawing/2014/main" id="{4D7D98F2-E017-5371-649A-321BE2E3B0B5}"/>
              </a:ext>
            </a:extLst>
          </p:cNvPr>
          <p:cNvPicPr>
            <a:picLocks noChangeAspect="1"/>
          </p:cNvPicPr>
          <p:nvPr/>
        </p:nvPicPr>
        <p:blipFill>
          <a:blip r:embed="rId3"/>
          <a:stretch>
            <a:fillRect/>
          </a:stretch>
        </p:blipFill>
        <p:spPr>
          <a:xfrm>
            <a:off x="5501723" y="2133812"/>
            <a:ext cx="5760326" cy="4304534"/>
          </a:xfrm>
          <a:prstGeom prst="rect">
            <a:avLst/>
          </a:prstGeom>
        </p:spPr>
      </p:pic>
    </p:spTree>
    <p:extLst>
      <p:ext uri="{BB962C8B-B14F-4D97-AF65-F5344CB8AC3E}">
        <p14:creationId xmlns:p14="http://schemas.microsoft.com/office/powerpoint/2010/main" val="996323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5F2E-59E1-6A25-642A-8096C0333DC3}"/>
              </a:ext>
            </a:extLst>
          </p:cNvPr>
          <p:cNvSpPr>
            <a:spLocks noGrp="1"/>
          </p:cNvSpPr>
          <p:nvPr>
            <p:ph type="title"/>
          </p:nvPr>
        </p:nvSpPr>
        <p:spPr/>
        <p:txBody>
          <a:bodyPr/>
          <a:lstStyle/>
          <a:p>
            <a:r>
              <a:rPr lang="en-US" dirty="0"/>
              <a:t>All hail the boxplot</a:t>
            </a:r>
            <a:endParaRPr lang="en-BE" dirty="0"/>
          </a:p>
        </p:txBody>
      </p:sp>
      <p:sp>
        <p:nvSpPr>
          <p:cNvPr id="3" name="Content Placeholder 2">
            <a:extLst>
              <a:ext uri="{FF2B5EF4-FFF2-40B4-BE49-F238E27FC236}">
                <a16:creationId xmlns:a16="http://schemas.microsoft.com/office/drawing/2014/main" id="{16A70332-891B-2AD0-9FA3-56A20B108BC1}"/>
              </a:ext>
            </a:extLst>
          </p:cNvPr>
          <p:cNvSpPr>
            <a:spLocks noGrp="1"/>
          </p:cNvSpPr>
          <p:nvPr>
            <p:ph idx="1"/>
          </p:nvPr>
        </p:nvSpPr>
        <p:spPr>
          <a:xfrm>
            <a:off x="582705" y="1550894"/>
            <a:ext cx="5513295" cy="4626069"/>
          </a:xfrm>
        </p:spPr>
        <p:txBody>
          <a:bodyPr/>
          <a:lstStyle/>
          <a:p>
            <a:r>
              <a:rPr lang="en-US" dirty="0"/>
              <a:t>Boxplots will fix that mess quickly</a:t>
            </a:r>
          </a:p>
          <a:p>
            <a:endParaRPr lang="en-US" dirty="0"/>
          </a:p>
          <a:p>
            <a:endParaRPr lang="en-US" dirty="0"/>
          </a:p>
          <a:p>
            <a:r>
              <a:rPr lang="en-US" dirty="0"/>
              <a:t>Remember: boxplots simplify data. Sometimes that is bad, but mostly it helps making data understandable and comparable.</a:t>
            </a:r>
          </a:p>
          <a:p>
            <a:r>
              <a:rPr lang="en-US" dirty="0"/>
              <a:t>The graph shown here is clear and tells a story. That is what we need.</a:t>
            </a:r>
          </a:p>
          <a:p>
            <a:endParaRPr lang="en-BE" dirty="0"/>
          </a:p>
        </p:txBody>
      </p:sp>
      <p:sp>
        <p:nvSpPr>
          <p:cNvPr id="4" name="Slide Number Placeholder 3">
            <a:extLst>
              <a:ext uri="{FF2B5EF4-FFF2-40B4-BE49-F238E27FC236}">
                <a16:creationId xmlns:a16="http://schemas.microsoft.com/office/drawing/2014/main" id="{57271AF2-0C0B-E97C-5E18-8B1C190AD5D5}"/>
              </a:ext>
            </a:extLst>
          </p:cNvPr>
          <p:cNvSpPr>
            <a:spLocks noGrp="1"/>
          </p:cNvSpPr>
          <p:nvPr>
            <p:ph type="sldNum" sz="quarter" idx="12"/>
          </p:nvPr>
        </p:nvSpPr>
        <p:spPr/>
        <p:txBody>
          <a:bodyPr/>
          <a:lstStyle/>
          <a:p>
            <a:fld id="{FE1B3154-47D9-4402-8EDB-E791933DC0B9}" type="slidenum">
              <a:rPr lang="nl-BE" smtClean="0"/>
              <a:pPr/>
              <a:t>77</a:t>
            </a:fld>
            <a:endParaRPr lang="nl-BE"/>
          </a:p>
        </p:txBody>
      </p:sp>
      <p:pic>
        <p:nvPicPr>
          <p:cNvPr id="6" name="Picture 5">
            <a:extLst>
              <a:ext uri="{FF2B5EF4-FFF2-40B4-BE49-F238E27FC236}">
                <a16:creationId xmlns:a16="http://schemas.microsoft.com/office/drawing/2014/main" id="{0F567798-A1B0-5E43-A78D-AF92099C95B1}"/>
              </a:ext>
            </a:extLst>
          </p:cNvPr>
          <p:cNvPicPr>
            <a:picLocks noChangeAspect="1"/>
          </p:cNvPicPr>
          <p:nvPr/>
        </p:nvPicPr>
        <p:blipFill>
          <a:blip r:embed="rId2"/>
          <a:stretch>
            <a:fillRect/>
          </a:stretch>
        </p:blipFill>
        <p:spPr>
          <a:xfrm>
            <a:off x="6214188" y="1550894"/>
            <a:ext cx="5852025" cy="4551575"/>
          </a:xfrm>
          <a:prstGeom prst="rect">
            <a:avLst/>
          </a:prstGeom>
        </p:spPr>
      </p:pic>
      <p:pic>
        <p:nvPicPr>
          <p:cNvPr id="8" name="Picture 7">
            <a:extLst>
              <a:ext uri="{FF2B5EF4-FFF2-40B4-BE49-F238E27FC236}">
                <a16:creationId xmlns:a16="http://schemas.microsoft.com/office/drawing/2014/main" id="{F5298E42-4ECA-70D7-C0AC-B95A3D736C77}"/>
              </a:ext>
            </a:extLst>
          </p:cNvPr>
          <p:cNvPicPr>
            <a:picLocks noChangeAspect="1"/>
          </p:cNvPicPr>
          <p:nvPr/>
        </p:nvPicPr>
        <p:blipFill>
          <a:blip r:embed="rId3"/>
          <a:stretch>
            <a:fillRect/>
          </a:stretch>
        </p:blipFill>
        <p:spPr>
          <a:xfrm>
            <a:off x="652108" y="2238704"/>
            <a:ext cx="5562080" cy="567560"/>
          </a:xfrm>
          <a:prstGeom prst="rect">
            <a:avLst/>
          </a:prstGeom>
        </p:spPr>
      </p:pic>
    </p:spTree>
    <p:extLst>
      <p:ext uri="{BB962C8B-B14F-4D97-AF65-F5344CB8AC3E}">
        <p14:creationId xmlns:p14="http://schemas.microsoft.com/office/powerpoint/2010/main" val="3942537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31F2B-E3EB-FDEB-8B2A-3F2E087CDD58}"/>
              </a:ext>
            </a:extLst>
          </p:cNvPr>
          <p:cNvSpPr>
            <a:spLocks noGrp="1"/>
          </p:cNvSpPr>
          <p:nvPr>
            <p:ph type="title"/>
          </p:nvPr>
        </p:nvSpPr>
        <p:spPr/>
        <p:txBody>
          <a:bodyPr/>
          <a:lstStyle/>
          <a:p>
            <a:r>
              <a:rPr lang="en-US"/>
              <a:t>Violins are nice too</a:t>
            </a:r>
            <a:endParaRPr lang="en-BE"/>
          </a:p>
        </p:txBody>
      </p:sp>
      <p:sp>
        <p:nvSpPr>
          <p:cNvPr id="3" name="Content Placeholder 2">
            <a:extLst>
              <a:ext uri="{FF2B5EF4-FFF2-40B4-BE49-F238E27FC236}">
                <a16:creationId xmlns:a16="http://schemas.microsoft.com/office/drawing/2014/main" id="{E25969A7-9728-7EDB-9639-21CE034B374A}"/>
              </a:ext>
            </a:extLst>
          </p:cNvPr>
          <p:cNvSpPr>
            <a:spLocks noGrp="1"/>
          </p:cNvSpPr>
          <p:nvPr>
            <p:ph idx="1"/>
          </p:nvPr>
        </p:nvSpPr>
        <p:spPr>
          <a:xfrm>
            <a:off x="582705" y="1550894"/>
            <a:ext cx="5230266" cy="4626069"/>
          </a:xfrm>
        </p:spPr>
        <p:txBody>
          <a:bodyPr/>
          <a:lstStyle/>
          <a:p>
            <a:r>
              <a:rPr lang="en-US" dirty="0"/>
              <a:t>They look better but contain way more information making them harder to understand.</a:t>
            </a:r>
          </a:p>
          <a:p>
            <a:r>
              <a:rPr lang="en-US" dirty="0"/>
              <a:t>Violins are good to raise questions (why is purple such an ugly blob?) but </a:t>
            </a:r>
            <a:r>
              <a:rPr lang="en-US" b="1" dirty="0"/>
              <a:t>never</a:t>
            </a:r>
            <a:r>
              <a:rPr lang="en-US" dirty="0"/>
              <a:t> to answer them.</a:t>
            </a:r>
            <a:endParaRPr lang="en-BE" dirty="0"/>
          </a:p>
        </p:txBody>
      </p:sp>
      <p:sp>
        <p:nvSpPr>
          <p:cNvPr id="4" name="Slide Number Placeholder 3">
            <a:extLst>
              <a:ext uri="{FF2B5EF4-FFF2-40B4-BE49-F238E27FC236}">
                <a16:creationId xmlns:a16="http://schemas.microsoft.com/office/drawing/2014/main" id="{DA87F5A9-B023-A7C3-C777-C0D5C9478C9C}"/>
              </a:ext>
            </a:extLst>
          </p:cNvPr>
          <p:cNvSpPr>
            <a:spLocks noGrp="1"/>
          </p:cNvSpPr>
          <p:nvPr>
            <p:ph type="sldNum" sz="quarter" idx="12"/>
          </p:nvPr>
        </p:nvSpPr>
        <p:spPr/>
        <p:txBody>
          <a:bodyPr/>
          <a:lstStyle/>
          <a:p>
            <a:fld id="{FE1B3154-47D9-4402-8EDB-E791933DC0B9}" type="slidenum">
              <a:rPr lang="nl-BE" smtClean="0"/>
              <a:pPr/>
              <a:t>78</a:t>
            </a:fld>
            <a:endParaRPr lang="nl-BE"/>
          </a:p>
        </p:txBody>
      </p:sp>
      <p:pic>
        <p:nvPicPr>
          <p:cNvPr id="6" name="Picture 5">
            <a:extLst>
              <a:ext uri="{FF2B5EF4-FFF2-40B4-BE49-F238E27FC236}">
                <a16:creationId xmlns:a16="http://schemas.microsoft.com/office/drawing/2014/main" id="{8ECDF1E3-3208-5B40-3A36-F7BD5FEB3411}"/>
              </a:ext>
            </a:extLst>
          </p:cNvPr>
          <p:cNvPicPr>
            <a:picLocks noChangeAspect="1"/>
          </p:cNvPicPr>
          <p:nvPr/>
        </p:nvPicPr>
        <p:blipFill>
          <a:blip r:embed="rId2"/>
          <a:stretch>
            <a:fillRect/>
          </a:stretch>
        </p:blipFill>
        <p:spPr>
          <a:xfrm>
            <a:off x="5812971" y="1550894"/>
            <a:ext cx="6198815" cy="4779156"/>
          </a:xfrm>
          <a:prstGeom prst="rect">
            <a:avLst/>
          </a:prstGeom>
        </p:spPr>
      </p:pic>
      <p:pic>
        <p:nvPicPr>
          <p:cNvPr id="8" name="Picture 7">
            <a:extLst>
              <a:ext uri="{FF2B5EF4-FFF2-40B4-BE49-F238E27FC236}">
                <a16:creationId xmlns:a16="http://schemas.microsoft.com/office/drawing/2014/main" id="{B4D96304-729D-E648-B5DB-760CE1508F03}"/>
              </a:ext>
            </a:extLst>
          </p:cNvPr>
          <p:cNvPicPr>
            <a:picLocks noChangeAspect="1"/>
          </p:cNvPicPr>
          <p:nvPr/>
        </p:nvPicPr>
        <p:blipFill>
          <a:blip r:embed="rId3"/>
          <a:stretch>
            <a:fillRect/>
          </a:stretch>
        </p:blipFill>
        <p:spPr>
          <a:xfrm>
            <a:off x="7159533" y="6410306"/>
            <a:ext cx="3505689" cy="257211"/>
          </a:xfrm>
          <a:prstGeom prst="rect">
            <a:avLst/>
          </a:prstGeom>
        </p:spPr>
      </p:pic>
    </p:spTree>
    <p:extLst>
      <p:ext uri="{BB962C8B-B14F-4D97-AF65-F5344CB8AC3E}">
        <p14:creationId xmlns:p14="http://schemas.microsoft.com/office/powerpoint/2010/main" val="3226791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0D289-5B55-AE02-C2BA-D0968F4B2EA1}"/>
              </a:ext>
            </a:extLst>
          </p:cNvPr>
          <p:cNvSpPr>
            <a:spLocks noGrp="1"/>
          </p:cNvSpPr>
          <p:nvPr>
            <p:ph type="title"/>
          </p:nvPr>
        </p:nvSpPr>
        <p:spPr/>
        <p:txBody>
          <a:bodyPr/>
          <a:lstStyle/>
          <a:p>
            <a:r>
              <a:rPr lang="nl-BE" dirty="0" err="1"/>
              <a:t>Exercises</a:t>
            </a:r>
            <a:endParaRPr lang="en-GB" dirty="0"/>
          </a:p>
        </p:txBody>
      </p:sp>
      <p:sp>
        <p:nvSpPr>
          <p:cNvPr id="4" name="Slide Number Placeholder 3">
            <a:extLst>
              <a:ext uri="{FF2B5EF4-FFF2-40B4-BE49-F238E27FC236}">
                <a16:creationId xmlns:a16="http://schemas.microsoft.com/office/drawing/2014/main" id="{341F3E7F-869B-3148-2611-9F81EC019AE6}"/>
              </a:ext>
            </a:extLst>
          </p:cNvPr>
          <p:cNvSpPr>
            <a:spLocks noGrp="1"/>
          </p:cNvSpPr>
          <p:nvPr>
            <p:ph type="sldNum" sz="quarter" idx="12"/>
          </p:nvPr>
        </p:nvSpPr>
        <p:spPr/>
        <p:txBody>
          <a:bodyPr/>
          <a:lstStyle/>
          <a:p>
            <a:fld id="{FE1B3154-47D9-4402-8EDB-E791933DC0B9}" type="slidenum">
              <a:rPr lang="nl-BE" smtClean="0"/>
              <a:pPr/>
              <a:t>79</a:t>
            </a:fld>
            <a:endParaRPr lang="nl-BE"/>
          </a:p>
        </p:txBody>
      </p:sp>
      <p:pic>
        <p:nvPicPr>
          <p:cNvPr id="5" name="Picture 4">
            <a:extLst>
              <a:ext uri="{FF2B5EF4-FFF2-40B4-BE49-F238E27FC236}">
                <a16:creationId xmlns:a16="http://schemas.microsoft.com/office/drawing/2014/main" id="{D3EC5E03-5579-B8FF-76FF-2E0F2C12262E}"/>
              </a:ext>
            </a:extLst>
          </p:cNvPr>
          <p:cNvPicPr>
            <a:picLocks noChangeAspect="1"/>
          </p:cNvPicPr>
          <p:nvPr/>
        </p:nvPicPr>
        <p:blipFill>
          <a:blip r:embed="rId2"/>
          <a:stretch>
            <a:fillRect/>
          </a:stretch>
        </p:blipFill>
        <p:spPr>
          <a:xfrm>
            <a:off x="582706" y="1973085"/>
            <a:ext cx="6647628" cy="4185543"/>
          </a:xfrm>
          <a:prstGeom prst="rect">
            <a:avLst/>
          </a:prstGeom>
        </p:spPr>
      </p:pic>
    </p:spTree>
    <p:extLst>
      <p:ext uri="{BB962C8B-B14F-4D97-AF65-F5344CB8AC3E}">
        <p14:creationId xmlns:p14="http://schemas.microsoft.com/office/powerpoint/2010/main" val="23514321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811</TotalTime>
  <Words>6089</Words>
  <Application>Microsoft Office PowerPoint</Application>
  <PresentationFormat>Widescreen</PresentationFormat>
  <Paragraphs>712</Paragraphs>
  <Slides>79</Slides>
  <Notes>45</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79</vt:i4>
      </vt:variant>
    </vt:vector>
  </HeadingPairs>
  <TitlesOfParts>
    <vt:vector size="94" baseType="lpstr">
      <vt:lpstr>Amasis MT Pro Black</vt:lpstr>
      <vt:lpstr>Arial</vt:lpstr>
      <vt:lpstr>Avenir Next LT Pro Demi</vt:lpstr>
      <vt:lpstr>Calibri</vt:lpstr>
      <vt:lpstr>Cambria</vt:lpstr>
      <vt:lpstr>Cambria Math</vt:lpstr>
      <vt:lpstr>Century Gothic</vt:lpstr>
      <vt:lpstr>Consolas</vt:lpstr>
      <vt:lpstr>GuardianTextEgyptian</vt:lpstr>
      <vt:lpstr>Helvetica</vt:lpstr>
      <vt:lpstr>Inter</vt:lpstr>
      <vt:lpstr>Lato</vt:lpstr>
      <vt:lpstr>Verdana</vt:lpstr>
      <vt:lpstr>Wingdings</vt:lpstr>
      <vt:lpstr>Kantoorthema</vt:lpstr>
      <vt:lpstr>Pandas Explore</vt:lpstr>
      <vt:lpstr>Pandas explore</vt:lpstr>
      <vt:lpstr>Data exploration</vt:lpstr>
      <vt:lpstr>Adding 1 row to DataFrame</vt:lpstr>
      <vt:lpstr>Adding 1 row to DataFrame</vt:lpstr>
      <vt:lpstr>Adding 1 row to DataFrame</vt:lpstr>
      <vt:lpstr>Combining multiple datasets</vt:lpstr>
      <vt:lpstr>Combining multiple datasets</vt:lpstr>
      <vt:lpstr>Combining multiple datasets</vt:lpstr>
      <vt:lpstr>Combining multiple datasets</vt:lpstr>
      <vt:lpstr>Merge</vt:lpstr>
      <vt:lpstr>Merge syntax</vt:lpstr>
      <vt:lpstr>Merge example</vt:lpstr>
      <vt:lpstr>Merge as inner join</vt:lpstr>
      <vt:lpstr>Merge left and right</vt:lpstr>
      <vt:lpstr>Reformat data</vt:lpstr>
      <vt:lpstr>DataFrame reshaping</vt:lpstr>
      <vt:lpstr>Melt</vt:lpstr>
      <vt:lpstr>Melt example</vt:lpstr>
      <vt:lpstr>Melt, other example</vt:lpstr>
      <vt:lpstr>Melt, other example</vt:lpstr>
      <vt:lpstr>Pivot</vt:lpstr>
      <vt:lpstr>Pivot example</vt:lpstr>
      <vt:lpstr>Pivot usage</vt:lpstr>
      <vt:lpstr>Pivot and summarize</vt:lpstr>
      <vt:lpstr>Pivot table</vt:lpstr>
      <vt:lpstr>Pivot table: pivot()</vt:lpstr>
      <vt:lpstr>Pivot table: pivot()</vt:lpstr>
      <vt:lpstr>Pivot table - revisited</vt:lpstr>
      <vt:lpstr>Pivot table with aggregations: pivot_table()</vt:lpstr>
      <vt:lpstr>Pivot table with aggregations: pivot_table()</vt:lpstr>
      <vt:lpstr>Pivot table with aggregations: pivot_table()</vt:lpstr>
      <vt:lpstr>Crosstabulation</vt:lpstr>
      <vt:lpstr>Crosstab: region vs type</vt:lpstr>
      <vt:lpstr>Crosstab: region vs type</vt:lpstr>
      <vt:lpstr>An overview in graphs</vt:lpstr>
      <vt:lpstr>The pie chart</vt:lpstr>
      <vt:lpstr>Scatter plot</vt:lpstr>
      <vt:lpstr>Scatter plot</vt:lpstr>
      <vt:lpstr>Pandas vs matplotlib</vt:lpstr>
      <vt:lpstr>Scatter with factors</vt:lpstr>
      <vt:lpstr>A trendline: ax+b</vt:lpstr>
      <vt:lpstr>A trendline: ax²+bx+c</vt:lpstr>
      <vt:lpstr>Trendline</vt:lpstr>
      <vt:lpstr>PowerPoint Presentation</vt:lpstr>
      <vt:lpstr>The cool formulas</vt:lpstr>
      <vt:lpstr>Correlation = measure of strength</vt:lpstr>
      <vt:lpstr>Extremes of correlation</vt:lpstr>
      <vt:lpstr>Covariance does not imply causation</vt:lpstr>
      <vt:lpstr>Correlation in DataFrames</vt:lpstr>
      <vt:lpstr>Correlation matrix</vt:lpstr>
      <vt:lpstr>Scatter matrix</vt:lpstr>
      <vt:lpstr>Scatter matrix</vt:lpstr>
      <vt:lpstr>Boxplots, skewing and distributions</vt:lpstr>
      <vt:lpstr>Normal distribution</vt:lpstr>
      <vt:lpstr>Normal distribution in boxplot</vt:lpstr>
      <vt:lpstr>PowerPoint Presentation</vt:lpstr>
      <vt:lpstr>Dataset skewing</vt:lpstr>
      <vt:lpstr>skew()</vt:lpstr>
      <vt:lpstr>Example: age of mother when giving birth</vt:lpstr>
      <vt:lpstr>More baby-examples</vt:lpstr>
      <vt:lpstr>Negative skew or left skewed</vt:lpstr>
      <vt:lpstr>Positive skew or right skewed</vt:lpstr>
      <vt:lpstr>Boxplot skewing</vt:lpstr>
      <vt:lpstr>Basic boxplot</vt:lpstr>
      <vt:lpstr>Advanced boxplot</vt:lpstr>
      <vt:lpstr>Violin plot</vt:lpstr>
      <vt:lpstr>Once again: Mean (average), standard deviation</vt:lpstr>
      <vt:lpstr>Mean (average), standard deviation</vt:lpstr>
      <vt:lpstr>Mean (average), standard deviation</vt:lpstr>
      <vt:lpstr>Mean (average), standard deviation</vt:lpstr>
      <vt:lpstr>Back to the babies</vt:lpstr>
      <vt:lpstr>Distributions in mpg</vt:lpstr>
      <vt:lpstr>Binning</vt:lpstr>
      <vt:lpstr>Truly normal data</vt:lpstr>
      <vt:lpstr>Comparing histograms</vt:lpstr>
      <vt:lpstr>All hail the boxplot</vt:lpstr>
      <vt:lpstr>Violins are nice too</vt:lpstr>
      <vt:lpstr>Exercises</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Ellen Torfs</cp:lastModifiedBy>
  <cp:revision>1</cp:revision>
  <dcterms:created xsi:type="dcterms:W3CDTF">2018-02-21T07:41:18Z</dcterms:created>
  <dcterms:modified xsi:type="dcterms:W3CDTF">2025-11-12T13:49:16Z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2023-06-19T13:22:16Z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68a4a7b4-d8b0-4e47-9586-9ee1c1248a9a</vt:lpwstr>
  </property>
  <property fmtid="{D5CDD505-2E9C-101B-9397-08002B2CF9AE}" pid="8" name="MSIP_Label_c337be75-dfbb-4261-9834-ac247c7dde13_ContentBits">
    <vt:lpwstr>0</vt:lpwstr>
  </property>
</Properties>
</file>