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0" r:id="rId12"/>
    <p:sldId id="271" r:id="rId13"/>
    <p:sldId id="268" r:id="rId14"/>
    <p:sldId id="269" r:id="rId15"/>
    <p:sldId id="274" r:id="rId16"/>
    <p:sldId id="275" r:id="rId17"/>
    <p:sldId id="272" r:id="rId18"/>
    <p:sldId id="276" r:id="rId19"/>
    <p:sldId id="291" r:id="rId20"/>
    <p:sldId id="292" r:id="rId21"/>
    <p:sldId id="294" r:id="rId22"/>
    <p:sldId id="295" r:id="rId23"/>
    <p:sldId id="298" r:id="rId24"/>
    <p:sldId id="297" r:id="rId25"/>
    <p:sldId id="296" r:id="rId26"/>
    <p:sldId id="302" r:id="rId27"/>
    <p:sldId id="299" r:id="rId28"/>
    <p:sldId id="300" r:id="rId29"/>
    <p:sldId id="301" r:id="rId30"/>
  </p:sldIdLst>
  <p:sldSz cx="12192000" cy="6858000"/>
  <p:notesSz cx="6858000" cy="9144000"/>
  <p:custDataLst>
    <p:tags r:id="rId33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FD6E7B6-E204-41D1-AA4E-B4C847D98520}">
          <p14:sldIdLst>
            <p14:sldId id="256"/>
            <p14:sldId id="259"/>
            <p14:sldId id="260"/>
          </p14:sldIdLst>
        </p14:section>
        <p14:section name="OO" id="{90FE5A9A-DD95-49F6-A8A3-6AB392E79EBF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uilt-in functions" id="{63D57B0F-3F30-4572-AB6A-9531155487CA}">
          <p14:sldIdLst>
            <p14:sldId id="267"/>
            <p14:sldId id="270"/>
            <p14:sldId id="271"/>
            <p14:sldId id="268"/>
            <p14:sldId id="269"/>
            <p14:sldId id="274"/>
            <p14:sldId id="275"/>
            <p14:sldId id="272"/>
            <p14:sldId id="276"/>
            <p14:sldId id="291"/>
            <p14:sldId id="292"/>
            <p14:sldId id="294"/>
          </p14:sldIdLst>
        </p14:section>
        <p14:section name="List comprehensions" id="{85EE5C78-C642-4721-8ECB-D2A733897C32}">
          <p14:sldIdLst>
            <p14:sldId id="295"/>
            <p14:sldId id="298"/>
            <p14:sldId id="297"/>
            <p14:sldId id="296"/>
          </p14:sldIdLst>
        </p14:section>
        <p14:section name="Deep vs shallow copy" id="{F2D86D6E-98BA-46FA-97AE-45206A0A8C08}">
          <p14:sldIdLst>
            <p14:sldId id="302"/>
          </p14:sldIdLst>
        </p14:section>
        <p14:section name="Statistics" id="{3630348E-3CBB-4856-94D5-C659B1DCADBE}">
          <p14:sldIdLst>
            <p14:sldId id="299"/>
            <p14:sldId id="300"/>
          </p14:sldIdLst>
        </p14:section>
        <p14:section name="Exercises" id="{E446391B-CB7E-4496-9118-D2F6F2B5C921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84B6"/>
    <a:srgbClr val="446785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4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el Maes" userId="7e61469a-7c21-464c-bace-a1bda262211a" providerId="ADAL" clId="{87FE1885-60B7-40AF-827E-9207F68EA3B2}"/>
    <pc:docChg chg="custSel delSld modSld">
      <pc:chgData name="Christel Maes" userId="7e61469a-7c21-464c-bace-a1bda262211a" providerId="ADAL" clId="{87FE1885-60B7-40AF-827E-9207F68EA3B2}" dt="2019-09-04T13:45:00.670" v="144" actId="6549"/>
      <pc:docMkLst>
        <pc:docMk/>
      </pc:docMkLst>
      <pc:sldChg chg="modSp">
        <pc:chgData name="Christel Maes" userId="7e61469a-7c21-464c-bace-a1bda262211a" providerId="ADAL" clId="{87FE1885-60B7-40AF-827E-9207F68EA3B2}" dt="2019-09-04T13:45:00.670" v="144" actId="6549"/>
        <pc:sldMkLst>
          <pc:docMk/>
          <pc:sldMk cId="1055868665" sldId="257"/>
        </pc:sldMkLst>
      </pc:sldChg>
      <pc:sldChg chg="modSp">
        <pc:chgData name="Christel Maes" userId="7e61469a-7c21-464c-bace-a1bda262211a" providerId="ADAL" clId="{87FE1885-60B7-40AF-827E-9207F68EA3B2}" dt="2019-09-04T13:43:24.762" v="105" actId="20577"/>
        <pc:sldMkLst>
          <pc:docMk/>
          <pc:sldMk cId="556707363" sldId="265"/>
        </pc:sldMkLst>
      </pc:sldChg>
      <pc:sldChg chg="del">
        <pc:chgData name="Christel Maes" userId="7e61469a-7c21-464c-bace-a1bda262211a" providerId="ADAL" clId="{87FE1885-60B7-40AF-827E-9207F68EA3B2}" dt="2019-09-04T13:43:35.120" v="106" actId="2696"/>
        <pc:sldMkLst>
          <pc:docMk/>
          <pc:sldMk cId="3728208910" sldId="266"/>
        </pc:sldMkLst>
      </pc:sldChg>
      <pc:sldChg chg="modSp">
        <pc:chgData name="Christel Maes" userId="7e61469a-7c21-464c-bace-a1bda262211a" providerId="ADAL" clId="{87FE1885-60B7-40AF-827E-9207F68EA3B2}" dt="2019-09-04T13:44:43.963" v="135" actId="20577"/>
        <pc:sldMkLst>
          <pc:docMk/>
          <pc:sldMk cId="2513866126" sldId="267"/>
        </pc:sldMkLst>
      </pc:sldChg>
    </pc:docChg>
  </pc:docChgLst>
  <pc:docChgLst>
    <pc:chgData name="Jochen Mariën" userId="a4f8d9ed-3895-4365-b2d5-9432cb8a20d4" providerId="ADAL" clId="{6ABCB7E7-5B82-460A-8DBE-72FF1F1B0CFF}"/>
    <pc:docChg chg="undo custSel modSld">
      <pc:chgData name="Jochen Mariën" userId="a4f8d9ed-3895-4365-b2d5-9432cb8a20d4" providerId="ADAL" clId="{6ABCB7E7-5B82-460A-8DBE-72FF1F1B0CFF}" dt="2024-09-26T10:47:40.938" v="39" actId="20577"/>
      <pc:docMkLst>
        <pc:docMk/>
      </pc:docMkLst>
      <pc:sldChg chg="modSp mod">
        <pc:chgData name="Jochen Mariën" userId="a4f8d9ed-3895-4365-b2d5-9432cb8a20d4" providerId="ADAL" clId="{6ABCB7E7-5B82-460A-8DBE-72FF1F1B0CFF}" dt="2024-09-19T12:44:11.803" v="4" actId="20577"/>
        <pc:sldMkLst>
          <pc:docMk/>
          <pc:sldMk cId="3082090126" sldId="259"/>
        </pc:sldMkLst>
      </pc:sldChg>
      <pc:sldChg chg="modSp mod">
        <pc:chgData name="Jochen Mariën" userId="a4f8d9ed-3895-4365-b2d5-9432cb8a20d4" providerId="ADAL" clId="{6ABCB7E7-5B82-460A-8DBE-72FF1F1B0CFF}" dt="2024-09-26T10:47:40.938" v="39" actId="20577"/>
        <pc:sldMkLst>
          <pc:docMk/>
          <pc:sldMk cId="855153184" sldId="292"/>
        </pc:sldMkLst>
      </pc:sldChg>
      <pc:sldChg chg="modSp mod">
        <pc:chgData name="Jochen Mariën" userId="a4f8d9ed-3895-4365-b2d5-9432cb8a20d4" providerId="ADAL" clId="{6ABCB7E7-5B82-460A-8DBE-72FF1F1B0CFF}" dt="2024-09-19T08:45:51.540" v="0" actId="207"/>
        <pc:sldMkLst>
          <pc:docMk/>
          <pc:sldMk cId="465944586" sldId="299"/>
        </pc:sldMkLst>
      </pc:sldChg>
    </pc:docChg>
  </pc:docChgLst>
  <pc:docChgLst>
    <pc:chgData name="Stef Van Wolputte" userId="53954008-e772-4081-b24d-77d1e8f1f00e" providerId="ADAL" clId="{1D454714-B1AC-42CF-AAA4-5CC7ECC64C9E}"/>
    <pc:docChg chg="modSld">
      <pc:chgData name="Stef Van Wolputte" userId="53954008-e772-4081-b24d-77d1e8f1f00e" providerId="ADAL" clId="{1D454714-B1AC-42CF-AAA4-5CC7ECC64C9E}" dt="2023-11-13T13:37:36.028" v="2" actId="1076"/>
      <pc:docMkLst>
        <pc:docMk/>
      </pc:docMkLst>
      <pc:sldChg chg="modSp mod">
        <pc:chgData name="Stef Van Wolputte" userId="53954008-e772-4081-b24d-77d1e8f1f00e" providerId="ADAL" clId="{1D454714-B1AC-42CF-AAA4-5CC7ECC64C9E}" dt="2023-11-13T13:37:36.028" v="2" actId="1076"/>
        <pc:sldMkLst>
          <pc:docMk/>
          <pc:sldMk cId="1497697072" sldId="271"/>
        </pc:sldMkLst>
      </pc:sldChg>
      <pc:sldChg chg="modSp mod">
        <pc:chgData name="Stef Van Wolputte" userId="53954008-e772-4081-b24d-77d1e8f1f00e" providerId="ADAL" clId="{1D454714-B1AC-42CF-AAA4-5CC7ECC64C9E}" dt="2023-11-08T11:02:50.269" v="1" actId="20577"/>
        <pc:sldMkLst>
          <pc:docMk/>
          <pc:sldMk cId="3365090331" sldId="297"/>
        </pc:sldMkLst>
      </pc:sldChg>
    </pc:docChg>
  </pc:docChgLst>
  <pc:docChgLst>
    <pc:chgData name="Ellen Torfs" userId="c6aa1e10-4a12-4511-8c7c-135720d4f277" providerId="ADAL" clId="{99439FD3-519B-4602-98DE-A0A4ECFC8829}"/>
    <pc:docChg chg="modSld">
      <pc:chgData name="Ellen Torfs" userId="c6aa1e10-4a12-4511-8c7c-135720d4f277" providerId="ADAL" clId="{99439FD3-519B-4602-98DE-A0A4ECFC8829}" dt="2024-08-30T08:20:03.029" v="38" actId="20577"/>
      <pc:docMkLst>
        <pc:docMk/>
      </pc:docMkLst>
      <pc:sldChg chg="modSp mod">
        <pc:chgData name="Ellen Torfs" userId="c6aa1e10-4a12-4511-8c7c-135720d4f277" providerId="ADAL" clId="{99439FD3-519B-4602-98DE-A0A4ECFC8829}" dt="2024-08-30T08:19:06.567" v="8" actId="20577"/>
        <pc:sldMkLst>
          <pc:docMk/>
          <pc:sldMk cId="54334544" sldId="256"/>
        </pc:sldMkLst>
      </pc:sldChg>
      <pc:sldChg chg="modSp mod">
        <pc:chgData name="Ellen Torfs" userId="c6aa1e10-4a12-4511-8c7c-135720d4f277" providerId="ADAL" clId="{99439FD3-519B-4602-98DE-A0A4ECFC8829}" dt="2024-08-30T08:20:03.029" v="38" actId="20577"/>
        <pc:sldMkLst>
          <pc:docMk/>
          <pc:sldMk cId="3082090126" sldId="259"/>
        </pc:sldMkLst>
      </pc:sldChg>
    </pc:docChg>
  </pc:docChgLst>
  <pc:docChgLst>
    <pc:chgData name="Ellen Torfs" userId="c6aa1e10-4a12-4511-8c7c-135720d4f277" providerId="ADAL" clId="{12CE8BF7-99A2-40E2-A9CB-C29267AE7EA3}"/>
    <pc:docChg chg="modSld">
      <pc:chgData name="Ellen Torfs" userId="c6aa1e10-4a12-4511-8c7c-135720d4f277" providerId="ADAL" clId="{12CE8BF7-99A2-40E2-A9CB-C29267AE7EA3}" dt="2019-05-27T11:40:26.634" v="5" actId="20577"/>
      <pc:docMkLst>
        <pc:docMk/>
      </pc:docMkLst>
      <pc:sldChg chg="modSp">
        <pc:chgData name="Ellen Torfs" userId="c6aa1e10-4a12-4511-8c7c-135720d4f277" providerId="ADAL" clId="{12CE8BF7-99A2-40E2-A9CB-C29267AE7EA3}" dt="2019-05-27T11:40:26.634" v="5" actId="20577"/>
        <pc:sldMkLst>
          <pc:docMk/>
          <pc:sldMk cId="2513866126" sldId="267"/>
        </pc:sldMkLst>
      </pc:sldChg>
    </pc:docChg>
  </pc:docChgLst>
  <pc:docChgLst>
    <pc:chgData name="Ellen Torfs" userId="c6aa1e10-4a12-4511-8c7c-135720d4f277" providerId="ADAL" clId="{DFF2FD73-7438-4CCD-9620-7E23DB5F5FE9}"/>
    <pc:docChg chg="undo custSel addSld delSld modSld addSection delSection modSection">
      <pc:chgData name="Ellen Torfs" userId="c6aa1e10-4a12-4511-8c7c-135720d4f277" providerId="ADAL" clId="{DFF2FD73-7438-4CCD-9620-7E23DB5F5FE9}" dt="2022-03-28T09:33:56.884" v="1255" actId="20577"/>
      <pc:docMkLst>
        <pc:docMk/>
      </pc:docMkLst>
      <pc:sldChg chg="del">
        <pc:chgData name="Ellen Torfs" userId="c6aa1e10-4a12-4511-8c7c-135720d4f277" providerId="ADAL" clId="{DFF2FD73-7438-4CCD-9620-7E23DB5F5FE9}" dt="2022-03-25T09:45:48.965" v="0" actId="47"/>
        <pc:sldMkLst>
          <pc:docMk/>
          <pc:sldMk cId="3503501734" sldId="257"/>
        </pc:sldMkLst>
      </pc:sldChg>
      <pc:sldChg chg="del">
        <pc:chgData name="Ellen Torfs" userId="c6aa1e10-4a12-4511-8c7c-135720d4f277" providerId="ADAL" clId="{DFF2FD73-7438-4CCD-9620-7E23DB5F5FE9}" dt="2022-03-25T09:45:49.866" v="1" actId="47"/>
        <pc:sldMkLst>
          <pc:docMk/>
          <pc:sldMk cId="944365101" sldId="258"/>
        </pc:sldMkLst>
      </pc:sldChg>
      <pc:sldChg chg="modSp mod">
        <pc:chgData name="Ellen Torfs" userId="c6aa1e10-4a12-4511-8c7c-135720d4f277" providerId="ADAL" clId="{DFF2FD73-7438-4CCD-9620-7E23DB5F5FE9}" dt="2022-03-25T15:14:02.083" v="923" actId="5793"/>
        <pc:sldMkLst>
          <pc:docMk/>
          <pc:sldMk cId="2970004847" sldId="260"/>
        </pc:sldMkLst>
      </pc:sldChg>
      <pc:sldChg chg="modSp mod">
        <pc:chgData name="Ellen Torfs" userId="c6aa1e10-4a12-4511-8c7c-135720d4f277" providerId="ADAL" clId="{DFF2FD73-7438-4CCD-9620-7E23DB5F5FE9}" dt="2022-03-28T09:30:41.233" v="1064" actId="6549"/>
        <pc:sldMkLst>
          <pc:docMk/>
          <pc:sldMk cId="147268168" sldId="266"/>
        </pc:sldMkLst>
      </pc:sldChg>
      <pc:sldChg chg="addSp delSp modSp new mod modNotesTx">
        <pc:chgData name="Ellen Torfs" userId="c6aa1e10-4a12-4511-8c7c-135720d4f277" providerId="ADAL" clId="{DFF2FD73-7438-4CCD-9620-7E23DB5F5FE9}" dt="2022-03-25T14:31:42.148" v="265" actId="6549"/>
        <pc:sldMkLst>
          <pc:docMk/>
          <pc:sldMk cId="465944586" sldId="299"/>
        </pc:sldMkLst>
      </pc:sldChg>
      <pc:sldChg chg="addSp delSp modSp new mod">
        <pc:chgData name="Ellen Torfs" userId="c6aa1e10-4a12-4511-8c7c-135720d4f277" providerId="ADAL" clId="{DFF2FD73-7438-4CCD-9620-7E23DB5F5FE9}" dt="2022-03-25T15:04:38.024" v="920" actId="20577"/>
        <pc:sldMkLst>
          <pc:docMk/>
          <pc:sldMk cId="1414198559" sldId="300"/>
        </pc:sldMkLst>
      </pc:sldChg>
      <pc:sldChg chg="modSp new mod">
        <pc:chgData name="Ellen Torfs" userId="c6aa1e10-4a12-4511-8c7c-135720d4f277" providerId="ADAL" clId="{DFF2FD73-7438-4CCD-9620-7E23DB5F5FE9}" dt="2022-03-28T09:33:56.884" v="1255" actId="20577"/>
        <pc:sldMkLst>
          <pc:docMk/>
          <pc:sldMk cId="2687435613" sldId="301"/>
        </pc:sldMkLst>
      </pc:sldChg>
      <pc:sldChg chg="modSp new del mod">
        <pc:chgData name="Ellen Torfs" userId="c6aa1e10-4a12-4511-8c7c-135720d4f277" providerId="ADAL" clId="{DFF2FD73-7438-4CCD-9620-7E23DB5F5FE9}" dt="2022-03-25T15:09:38.228" v="921" actId="47"/>
        <pc:sldMkLst>
          <pc:docMk/>
          <pc:sldMk cId="3341714043" sldId="301"/>
        </pc:sldMkLst>
      </pc:sldChg>
    </pc:docChg>
  </pc:docChgLst>
  <pc:docChgLst>
    <pc:chgData name="Ellen Torfs" userId="c6aa1e10-4a12-4511-8c7c-135720d4f277" providerId="ADAL" clId="{214A502F-9E29-43F9-9CAB-F5A2DFA76F4E}"/>
    <pc:docChg chg="undo custSel addSld delSld modSld modMainMaster">
      <pc:chgData name="Ellen Torfs" userId="c6aa1e10-4a12-4511-8c7c-135720d4f277" providerId="ADAL" clId="{214A502F-9E29-43F9-9CAB-F5A2DFA76F4E}" dt="2022-01-19T09:08:31.393" v="405" actId="20577"/>
      <pc:docMkLst>
        <pc:docMk/>
      </pc:docMkLst>
      <pc:sldChg chg="modSp mod">
        <pc:chgData name="Ellen Torfs" userId="c6aa1e10-4a12-4511-8c7c-135720d4f277" providerId="ADAL" clId="{214A502F-9E29-43F9-9CAB-F5A2DFA76F4E}" dt="2022-01-19T09:08:08.565" v="403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214A502F-9E29-43F9-9CAB-F5A2DFA76F4E}" dt="2022-01-19T09:03:50.394" v="323" actId="47"/>
        <pc:sldMkLst>
          <pc:docMk/>
          <pc:sldMk cId="1055868665" sldId="257"/>
        </pc:sldMkLst>
      </pc:sldChg>
      <pc:sldChg chg="modSp mod">
        <pc:chgData name="Ellen Torfs" userId="c6aa1e10-4a12-4511-8c7c-135720d4f277" providerId="ADAL" clId="{214A502F-9E29-43F9-9CAB-F5A2DFA76F4E}" dt="2022-01-19T09:04:52.510" v="333" actId="13926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214A502F-9E29-43F9-9CAB-F5A2DFA76F4E}" dt="2022-01-19T09:05:56.409" v="352" actId="13926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214A502F-9E29-43F9-9CAB-F5A2DFA76F4E}" dt="2022-01-19T09:08:31.393" v="405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214A502F-9E29-43F9-9CAB-F5A2DFA76F4E}" dt="2022-01-19T09:06:52.032" v="357" actId="2057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214A502F-9E29-43F9-9CAB-F5A2DFA76F4E}" dt="2022-01-19T09:06:11.686" v="353" actId="47"/>
        <pc:sldMkLst>
          <pc:docMk/>
          <pc:sldMk cId="981461507" sldId="270"/>
        </pc:sldMkLst>
      </pc:sldChg>
      <pc:sldChg chg="modSp new del mod">
        <pc:chgData name="Ellen Torfs" userId="c6aa1e10-4a12-4511-8c7c-135720d4f277" providerId="ADAL" clId="{214A502F-9E29-43F9-9CAB-F5A2DFA76F4E}" dt="2022-01-19T09:08:12.070" v="404" actId="47"/>
        <pc:sldMkLst>
          <pc:docMk/>
          <pc:sldMk cId="4175316598" sldId="272"/>
        </pc:sldMkLst>
      </pc:sldChg>
      <pc:sldMasterChg chg="modSldLayout">
        <pc:chgData name="Ellen Torfs" userId="c6aa1e10-4a12-4511-8c7c-135720d4f277" providerId="ADAL" clId="{214A502F-9E29-43F9-9CAB-F5A2DFA76F4E}" dt="2022-01-19T08:56:19.361" v="92" actId="1076"/>
        <pc:sldMasterMkLst>
          <pc:docMk/>
          <pc:sldMasterMk cId="898952359" sldId="2147483648"/>
        </pc:sldMasterMkLst>
        <pc:sldLayoutChg chg="addSp delSp modSp mod">
          <pc:chgData name="Ellen Torfs" userId="c6aa1e10-4a12-4511-8c7c-135720d4f277" providerId="ADAL" clId="{214A502F-9E29-43F9-9CAB-F5A2DFA76F4E}" dt="2022-01-19T08:56:19.361" v="92" actId="1076"/>
          <pc:sldLayoutMkLst>
            <pc:docMk/>
            <pc:sldMasterMk cId="898952359" sldId="2147483648"/>
            <pc:sldLayoutMk cId="2661203413" sldId="2147483649"/>
          </pc:sldLayoutMkLst>
        </pc:sldLayoutChg>
      </pc:sldMasterChg>
    </pc:docChg>
  </pc:docChgLst>
  <pc:docChgLst>
    <pc:chgData name="Ellen Torfs" userId="c6aa1e10-4a12-4511-8c7c-135720d4f277" providerId="ADAL" clId="{E38E71A2-08A4-48AF-89DB-C74130CE98D2}"/>
    <pc:docChg chg="undo custSel addSld delSld modSld">
      <pc:chgData name="Ellen Torfs" userId="c6aa1e10-4a12-4511-8c7c-135720d4f277" providerId="ADAL" clId="{E38E71A2-08A4-48AF-89DB-C74130CE98D2}" dt="2020-09-14T14:32:16.911" v="2442" actId="20577"/>
      <pc:docMkLst>
        <pc:docMk/>
      </pc:docMkLst>
      <pc:sldChg chg="modSp">
        <pc:chgData name="Ellen Torfs" userId="c6aa1e10-4a12-4511-8c7c-135720d4f277" providerId="ADAL" clId="{E38E71A2-08A4-48AF-89DB-C74130CE98D2}" dt="2020-09-14T11:10:49.947" v="718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E38E71A2-08A4-48AF-89DB-C74130CE98D2}" dt="2020-09-14T11:11:39.137" v="745" actId="1076"/>
        <pc:sldMkLst>
          <pc:docMk/>
          <pc:sldMk cId="1055868665" sldId="257"/>
        </pc:sldMkLst>
      </pc:sldChg>
      <pc:sldChg chg="modSp">
        <pc:chgData name="Ellen Torfs" userId="c6aa1e10-4a12-4511-8c7c-135720d4f277" providerId="ADAL" clId="{E38E71A2-08A4-48AF-89DB-C74130CE98D2}" dt="2020-09-14T11:10:18.956" v="691" actId="6549"/>
        <pc:sldMkLst>
          <pc:docMk/>
          <pc:sldMk cId="620147385" sldId="258"/>
        </pc:sldMkLst>
      </pc:sldChg>
      <pc:sldChg chg="modSp">
        <pc:chgData name="Ellen Torfs" userId="c6aa1e10-4a12-4511-8c7c-135720d4f277" providerId="ADAL" clId="{E38E71A2-08A4-48AF-89DB-C74130CE98D2}" dt="2020-09-14T14:11:49.723" v="1294" actId="2057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E38E71A2-08A4-48AF-89DB-C74130CE98D2}" dt="2020-09-14T14:11:05.063" v="1291" actId="2696"/>
        <pc:sldMkLst>
          <pc:docMk/>
          <pc:sldMk cId="977749703" sldId="263"/>
        </pc:sldMkLst>
      </pc:sldChg>
      <pc:sldChg chg="del">
        <pc:chgData name="Ellen Torfs" userId="c6aa1e10-4a12-4511-8c7c-135720d4f277" providerId="ADAL" clId="{E38E71A2-08A4-48AF-89DB-C74130CE98D2}" dt="2020-09-14T14:11:05.057" v="1290" actId="2696"/>
        <pc:sldMkLst>
          <pc:docMk/>
          <pc:sldMk cId="2290807259" sldId="264"/>
        </pc:sldMkLst>
      </pc:sldChg>
      <pc:sldChg chg="del">
        <pc:chgData name="Ellen Torfs" userId="c6aa1e10-4a12-4511-8c7c-135720d4f277" providerId="ADAL" clId="{E38E71A2-08A4-48AF-89DB-C74130CE98D2}" dt="2020-09-14T14:13:15.755" v="1297" actId="2696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E38E71A2-08A4-48AF-89DB-C74130CE98D2}" dt="2020-09-14T10:55:46.951" v="236" actId="20577"/>
        <pc:sldMkLst>
          <pc:docMk/>
          <pc:sldMk cId="2513866126" sldId="267"/>
        </pc:sldMkLst>
      </pc:sldChg>
      <pc:sldChg chg="modSp">
        <pc:chgData name="Ellen Torfs" userId="c6aa1e10-4a12-4511-8c7c-135720d4f277" providerId="ADAL" clId="{E38E71A2-08A4-48AF-89DB-C74130CE98D2}" dt="2020-09-14T11:05:34.423" v="519" actId="27636"/>
        <pc:sldMkLst>
          <pc:docMk/>
          <pc:sldMk cId="1006678507" sldId="268"/>
        </pc:sldMkLst>
      </pc:sldChg>
      <pc:sldChg chg="modSp">
        <pc:chgData name="Ellen Torfs" userId="c6aa1e10-4a12-4511-8c7c-135720d4f277" providerId="ADAL" clId="{E38E71A2-08A4-48AF-89DB-C74130CE98D2}" dt="2020-09-14T14:25:40.260" v="1794" actId="20577"/>
        <pc:sldMkLst>
          <pc:docMk/>
          <pc:sldMk cId="2571285731" sldId="269"/>
        </pc:sldMkLst>
      </pc:sldChg>
      <pc:sldChg chg="modSp add">
        <pc:chgData name="Ellen Torfs" userId="c6aa1e10-4a12-4511-8c7c-135720d4f277" providerId="ADAL" clId="{E38E71A2-08A4-48AF-89DB-C74130CE98D2}" dt="2020-09-14T14:12:11.785" v="1296" actId="6549"/>
        <pc:sldMkLst>
          <pc:docMk/>
          <pc:sldMk cId="981461507" sldId="270"/>
        </pc:sldMkLst>
      </pc:sldChg>
      <pc:sldChg chg="modSp add">
        <pc:chgData name="Ellen Torfs" userId="c6aa1e10-4a12-4511-8c7c-135720d4f277" providerId="ADAL" clId="{E38E71A2-08A4-48AF-89DB-C74130CE98D2}" dt="2020-09-14T14:32:16.911" v="2442" actId="2057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768FC7C2-F920-440A-B678-F18A8E1311B7}"/>
    <pc:docChg chg="custSel modSld replTag delTag">
      <pc:chgData name="Ellen Torfs" userId="c6aa1e10-4a12-4511-8c7c-135720d4f277" providerId="ADAL" clId="{768FC7C2-F920-440A-B678-F18A8E1311B7}" dt="2021-09-17T15:05:07.352" v="20"/>
      <pc:docMkLst>
        <pc:docMk/>
      </pc:docMkLst>
      <pc:sldChg chg="modSp mod">
        <pc:chgData name="Ellen Torfs" userId="c6aa1e10-4a12-4511-8c7c-135720d4f277" providerId="ADAL" clId="{768FC7C2-F920-440A-B678-F18A8E1311B7}" dt="2021-09-17T15:05:05.642" v="17" actId="6549"/>
        <pc:sldMkLst>
          <pc:docMk/>
          <pc:sldMk cId="54334544" sldId="256"/>
        </pc:sldMkLst>
      </pc:sldChg>
    </pc:docChg>
  </pc:docChgLst>
  <pc:docChgLst>
    <pc:chgData name="Ellen Torfs" userId="c6aa1e10-4a12-4511-8c7c-135720d4f277" providerId="ADAL" clId="{F82FCC81-A444-4B01-A1D8-4A3C9F17EF5E}"/>
    <pc:docChg chg="modSld">
      <pc:chgData name="Ellen Torfs" userId="c6aa1e10-4a12-4511-8c7c-135720d4f277" providerId="ADAL" clId="{F82FCC81-A444-4B01-A1D8-4A3C9F17EF5E}" dt="2018-09-19T06:48:35.840" v="0" actId="6549"/>
      <pc:docMkLst>
        <pc:docMk/>
      </pc:docMkLst>
      <pc:sldChg chg="modSp">
        <pc:chgData name="Ellen Torfs" userId="c6aa1e10-4a12-4511-8c7c-135720d4f277" providerId="ADAL" clId="{F82FCC81-A444-4B01-A1D8-4A3C9F17EF5E}" dt="2018-09-19T06:48:35.840" v="0" actId="6549"/>
        <pc:sldMkLst>
          <pc:docMk/>
          <pc:sldMk cId="2006118848" sldId="262"/>
        </pc:sldMkLst>
      </pc:sldChg>
    </pc:docChg>
  </pc:docChgLst>
  <pc:docChgLst>
    <pc:chgData name="Ellen Torfs" userId="c6aa1e10-4a12-4511-8c7c-135720d4f277" providerId="ADAL" clId="{FF95A89B-2AB9-47A5-A5A2-46B9549F1166}"/>
    <pc:docChg chg="custSel addSld delSld modSld replTag delTag">
      <pc:chgData name="Ellen Torfs" userId="c6aa1e10-4a12-4511-8c7c-135720d4f277" providerId="ADAL" clId="{FF95A89B-2AB9-47A5-A5A2-46B9549F1166}" dt="2021-09-20T16:12:03.447" v="575"/>
      <pc:docMkLst>
        <pc:docMk/>
      </pc:docMkLst>
      <pc:sldChg chg="modSp mod">
        <pc:chgData name="Ellen Torfs" userId="c6aa1e10-4a12-4511-8c7c-135720d4f277" providerId="ADAL" clId="{FF95A89B-2AB9-47A5-A5A2-46B9549F1166}" dt="2021-09-20T16:01:10.342" v="30" actId="20577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FF95A89B-2AB9-47A5-A5A2-46B9549F1166}" dt="2021-09-20T16:01:49.303" v="36" actId="20577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FF95A89B-2AB9-47A5-A5A2-46B9549F1166}" dt="2021-09-20T16:11:47.840" v="572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FF95A89B-2AB9-47A5-A5A2-46B9549F1166}" dt="2021-09-20T15:59:37.065" v="19" actId="20577"/>
        <pc:sldMkLst>
          <pc:docMk/>
          <pc:sldMk cId="1006678507" sldId="268"/>
        </pc:sldMkLst>
      </pc:sldChg>
      <pc:sldChg chg="modSp mod">
        <pc:chgData name="Ellen Torfs" userId="c6aa1e10-4a12-4511-8c7c-135720d4f277" providerId="ADAL" clId="{FF95A89B-2AB9-47A5-A5A2-46B9549F1166}" dt="2021-09-20T16:11:00.360" v="566" actId="20577"/>
        <pc:sldMkLst>
          <pc:docMk/>
          <pc:sldMk cId="2571285731" sldId="269"/>
        </pc:sldMkLst>
      </pc:sldChg>
      <pc:sldChg chg="modSp new del mod">
        <pc:chgData name="Ellen Torfs" userId="c6aa1e10-4a12-4511-8c7c-135720d4f277" providerId="ADAL" clId="{FF95A89B-2AB9-47A5-A5A2-46B9549F1166}" dt="2021-09-20T16:11:04.389" v="567" actId="47"/>
        <pc:sldMkLst>
          <pc:docMk/>
          <pc:sldMk cId="2783466768" sldId="272"/>
        </pc:sldMkLst>
      </pc:sldChg>
    </pc:docChg>
  </pc:docChgLst>
  <pc:docChgLst>
    <pc:chgData name="Ellen Torfs" userId="c6aa1e10-4a12-4511-8c7c-135720d4f277" providerId="ADAL" clId="{307A096B-6615-4FB8-907F-9F79C29E8F26}"/>
    <pc:docChg chg="undo redo custSel addSld delSld modSld sldOrd addSection modSection">
      <pc:chgData name="Ellen Torfs" userId="c6aa1e10-4a12-4511-8c7c-135720d4f277" providerId="ADAL" clId="{307A096B-6615-4FB8-907F-9F79C29E8F26}" dt="2022-03-04T15:04:04.037" v="8677" actId="403"/>
      <pc:docMkLst>
        <pc:docMk/>
      </pc:docMkLst>
      <pc:sldChg chg="modSp mod">
        <pc:chgData name="Ellen Torfs" userId="c6aa1e10-4a12-4511-8c7c-135720d4f277" providerId="ADAL" clId="{307A096B-6615-4FB8-907F-9F79C29E8F26}" dt="2022-03-02T17:45:59.410" v="6059" actId="20577"/>
        <pc:sldMkLst>
          <pc:docMk/>
          <pc:sldMk cId="3503501734" sldId="257"/>
        </pc:sldMkLst>
      </pc:sldChg>
      <pc:sldChg chg="modSp new mod">
        <pc:chgData name="Ellen Torfs" userId="c6aa1e10-4a12-4511-8c7c-135720d4f277" providerId="ADAL" clId="{307A096B-6615-4FB8-907F-9F79C29E8F26}" dt="2022-03-01T21:21:28.454" v="5310" actId="20577"/>
        <pc:sldMkLst>
          <pc:docMk/>
          <pc:sldMk cId="3082090126" sldId="259"/>
        </pc:sldMkLst>
      </pc:sldChg>
      <pc:sldChg chg="modSp new mod">
        <pc:chgData name="Ellen Torfs" userId="c6aa1e10-4a12-4511-8c7c-135720d4f277" providerId="ADAL" clId="{307A096B-6615-4FB8-907F-9F79C29E8F26}" dt="2022-03-04T13:50:36.879" v="8097" actId="20577"/>
        <pc:sldMkLst>
          <pc:docMk/>
          <pc:sldMk cId="2970004847" sldId="260"/>
        </pc:sldMkLst>
      </pc:sldChg>
      <pc:sldChg chg="addSp delSp modSp new mod">
        <pc:chgData name="Ellen Torfs" userId="c6aa1e10-4a12-4511-8c7c-135720d4f277" providerId="ADAL" clId="{307A096B-6615-4FB8-907F-9F79C29E8F26}" dt="2022-02-23T12:06:09.161" v="1854" actId="20577"/>
        <pc:sldMkLst>
          <pc:docMk/>
          <pc:sldMk cId="1411496120" sldId="261"/>
        </pc:sldMkLst>
      </pc:sldChg>
      <pc:sldChg chg="addSp delSp modSp new mod">
        <pc:chgData name="Ellen Torfs" userId="c6aa1e10-4a12-4511-8c7c-135720d4f277" providerId="ADAL" clId="{307A096B-6615-4FB8-907F-9F79C29E8F26}" dt="2022-02-23T12:22:32.327" v="2117" actId="20577"/>
        <pc:sldMkLst>
          <pc:docMk/>
          <pc:sldMk cId="847648305" sldId="262"/>
        </pc:sldMkLst>
      </pc:sldChg>
      <pc:sldChg chg="addSp delSp modSp new mod">
        <pc:chgData name="Ellen Torfs" userId="c6aa1e10-4a12-4511-8c7c-135720d4f277" providerId="ADAL" clId="{307A096B-6615-4FB8-907F-9F79C29E8F26}" dt="2022-02-23T13:04:39.497" v="2363" actId="1076"/>
        <pc:sldMkLst>
          <pc:docMk/>
          <pc:sldMk cId="2130459092" sldId="263"/>
        </pc:sldMkLst>
      </pc:sldChg>
      <pc:sldChg chg="addSp delSp modSp new mod">
        <pc:chgData name="Ellen Torfs" userId="c6aa1e10-4a12-4511-8c7c-135720d4f277" providerId="ADAL" clId="{307A096B-6615-4FB8-907F-9F79C29E8F26}" dt="2022-02-23T13:36:41.172" v="2965" actId="1037"/>
        <pc:sldMkLst>
          <pc:docMk/>
          <pc:sldMk cId="1759678887" sldId="264"/>
        </pc:sldMkLst>
      </pc:sldChg>
      <pc:sldChg chg="addSp delSp modSp new mod">
        <pc:chgData name="Ellen Torfs" userId="c6aa1e10-4a12-4511-8c7c-135720d4f277" providerId="ADAL" clId="{307A096B-6615-4FB8-907F-9F79C29E8F26}" dt="2022-02-23T13:47:25.314" v="3066" actId="20577"/>
        <pc:sldMkLst>
          <pc:docMk/>
          <pc:sldMk cId="4019562650" sldId="265"/>
        </pc:sldMkLst>
      </pc:sldChg>
      <pc:sldChg chg="addSp delSp modSp new mod modClrScheme chgLayout modNotesTx">
        <pc:chgData name="Ellen Torfs" userId="c6aa1e10-4a12-4511-8c7c-135720d4f277" providerId="ADAL" clId="{307A096B-6615-4FB8-907F-9F79C29E8F26}" dt="2022-03-01T15:11:41.419" v="3279" actId="20577"/>
        <pc:sldMkLst>
          <pc:docMk/>
          <pc:sldMk cId="147268168" sldId="266"/>
        </pc:sldMkLst>
      </pc:sldChg>
      <pc:sldChg chg="modSp new mod">
        <pc:chgData name="Ellen Torfs" userId="c6aa1e10-4a12-4511-8c7c-135720d4f277" providerId="ADAL" clId="{307A096B-6615-4FB8-907F-9F79C29E8F26}" dt="2022-03-04T14:45:41.046" v="8558" actId="12"/>
        <pc:sldMkLst>
          <pc:docMk/>
          <pc:sldMk cId="1549288791" sldId="267"/>
        </pc:sldMkLst>
      </pc:sldChg>
      <pc:sldChg chg="addSp delSp modSp add del mod ord modShow">
        <pc:chgData name="Ellen Torfs" userId="c6aa1e10-4a12-4511-8c7c-135720d4f277" providerId="ADAL" clId="{307A096B-6615-4FB8-907F-9F79C29E8F26}" dt="2022-03-02T20:47:07.243" v="6999" actId="113"/>
        <pc:sldMkLst>
          <pc:docMk/>
          <pc:sldMk cId="240228032" sldId="268"/>
        </pc:sldMkLst>
      </pc:sldChg>
      <pc:sldChg chg="addSp delSp modSp mod modClrScheme chgLayout">
        <pc:chgData name="Ellen Torfs" userId="c6aa1e10-4a12-4511-8c7c-135720d4f277" providerId="ADAL" clId="{307A096B-6615-4FB8-907F-9F79C29E8F26}" dt="2022-03-02T20:46:32.587" v="6995" actId="113"/>
        <pc:sldMkLst>
          <pc:docMk/>
          <pc:sldMk cId="565048097" sldId="269"/>
        </pc:sldMkLst>
      </pc:sldChg>
      <pc:sldChg chg="addSp delSp modSp new mod">
        <pc:chgData name="Ellen Torfs" userId="c6aa1e10-4a12-4511-8c7c-135720d4f277" providerId="ADAL" clId="{307A096B-6615-4FB8-907F-9F79C29E8F26}" dt="2022-03-01T21:22:12.929" v="5319" actId="1038"/>
        <pc:sldMkLst>
          <pc:docMk/>
          <pc:sldMk cId="898788182" sldId="270"/>
        </pc:sldMkLst>
      </pc:sldChg>
      <pc:sldChg chg="addSp delSp modSp new mod">
        <pc:chgData name="Ellen Torfs" userId="c6aa1e10-4a12-4511-8c7c-135720d4f277" providerId="ADAL" clId="{307A096B-6615-4FB8-907F-9F79C29E8F26}" dt="2022-03-02T20:46:55.435" v="6997" actId="113"/>
        <pc:sldMkLst>
          <pc:docMk/>
          <pc:sldMk cId="1497697072" sldId="271"/>
        </pc:sldMkLst>
      </pc:sldChg>
      <pc:sldChg chg="addSp delSp modSp new mod">
        <pc:chgData name="Ellen Torfs" userId="c6aa1e10-4a12-4511-8c7c-135720d4f277" providerId="ADAL" clId="{307A096B-6615-4FB8-907F-9F79C29E8F26}" dt="2022-03-02T20:46:04.771" v="6993" actId="113"/>
        <pc:sldMkLst>
          <pc:docMk/>
          <pc:sldMk cId="2146129552" sldId="272"/>
        </pc:sldMkLst>
      </pc:sldChg>
      <pc:sldChg chg="add">
        <pc:chgData name="Ellen Torfs" userId="c6aa1e10-4a12-4511-8c7c-135720d4f277" providerId="ADAL" clId="{307A096B-6615-4FB8-907F-9F79C29E8F26}" dt="2022-03-01T20:30:29.577" v="4365"/>
        <pc:sldMkLst>
          <pc:docMk/>
          <pc:sldMk cId="1418270313" sldId="273"/>
        </pc:sldMkLst>
      </pc:sldChg>
      <pc:sldChg chg="addSp delSp modSp add mod">
        <pc:chgData name="Ellen Torfs" userId="c6aa1e10-4a12-4511-8c7c-135720d4f277" providerId="ADAL" clId="{307A096B-6615-4FB8-907F-9F79C29E8F26}" dt="2022-03-02T20:47:33.690" v="7001" actId="113"/>
        <pc:sldMkLst>
          <pc:docMk/>
          <pc:sldMk cId="2760517066" sldId="274"/>
        </pc:sldMkLst>
      </pc:sldChg>
      <pc:sldChg chg="addSp delSp modSp new mod modNotesTx">
        <pc:chgData name="Ellen Torfs" userId="c6aa1e10-4a12-4511-8c7c-135720d4f277" providerId="ADAL" clId="{307A096B-6615-4FB8-907F-9F79C29E8F26}" dt="2022-03-01T21:19:21.031" v="5306" actId="14100"/>
        <pc:sldMkLst>
          <pc:docMk/>
          <pc:sldMk cId="3406209512" sldId="275"/>
        </pc:sldMkLst>
      </pc:sldChg>
      <pc:sldChg chg="addSp delSp modSp new mod">
        <pc:chgData name="Ellen Torfs" userId="c6aa1e10-4a12-4511-8c7c-135720d4f277" providerId="ADAL" clId="{307A096B-6615-4FB8-907F-9F79C29E8F26}" dt="2022-03-02T20:45:56.203" v="6992" actId="113"/>
        <pc:sldMkLst>
          <pc:docMk/>
          <pc:sldMk cId="357269021" sldId="276"/>
        </pc:sldMkLst>
      </pc:sldChg>
      <pc:sldChg chg="modNotesTx">
        <pc:chgData name="Ellen Torfs" userId="c6aa1e10-4a12-4511-8c7c-135720d4f277" providerId="ADAL" clId="{307A096B-6615-4FB8-907F-9F79C29E8F26}" dt="2022-03-02T17:44:23.299" v="5954" actId="20577"/>
        <pc:sldMkLst>
          <pc:docMk/>
          <pc:sldMk cId="4007602368" sldId="289"/>
        </pc:sldMkLst>
      </pc:sldChg>
      <pc:sldChg chg="addSp delSp modSp new mod">
        <pc:chgData name="Ellen Torfs" userId="c6aa1e10-4a12-4511-8c7c-135720d4f277" providerId="ADAL" clId="{307A096B-6615-4FB8-907F-9F79C29E8F26}" dt="2022-03-02T20:53:50.636" v="7330" actId="20577"/>
        <pc:sldMkLst>
          <pc:docMk/>
          <pc:sldMk cId="2000987521" sldId="291"/>
        </pc:sldMkLst>
      </pc:sldChg>
      <pc:sldChg chg="addSp delSp modSp new mod">
        <pc:chgData name="Ellen Torfs" userId="c6aa1e10-4a12-4511-8c7c-135720d4f277" providerId="ADAL" clId="{307A096B-6615-4FB8-907F-9F79C29E8F26}" dt="2022-03-04T13:29:31.454" v="7800" actId="20577"/>
        <pc:sldMkLst>
          <pc:docMk/>
          <pc:sldMk cId="855153184" sldId="292"/>
        </pc:sldMkLst>
      </pc:sldChg>
      <pc:sldChg chg="modSp new mod ord">
        <pc:chgData name="Ellen Torfs" userId="c6aa1e10-4a12-4511-8c7c-135720d4f277" providerId="ADAL" clId="{307A096B-6615-4FB8-907F-9F79C29E8F26}" dt="2022-03-04T13:51:08.679" v="8122" actId="20577"/>
        <pc:sldMkLst>
          <pc:docMk/>
          <pc:sldMk cId="1304409123" sldId="293"/>
        </pc:sldMkLst>
      </pc:sldChg>
      <pc:sldChg chg="addSp delSp modSp new mod">
        <pc:chgData name="Ellen Torfs" userId="c6aa1e10-4a12-4511-8c7c-135720d4f277" providerId="ADAL" clId="{307A096B-6615-4FB8-907F-9F79C29E8F26}" dt="2022-03-04T13:49:24.346" v="8034" actId="732"/>
        <pc:sldMkLst>
          <pc:docMk/>
          <pc:sldMk cId="432368652" sldId="294"/>
        </pc:sldMkLst>
      </pc:sldChg>
      <pc:sldChg chg="addSp delSp modSp new mod">
        <pc:chgData name="Ellen Torfs" userId="c6aa1e10-4a12-4511-8c7c-135720d4f277" providerId="ADAL" clId="{307A096B-6615-4FB8-907F-9F79C29E8F26}" dt="2022-03-04T14:59:55.747" v="8622" actId="20577"/>
        <pc:sldMkLst>
          <pc:docMk/>
          <pc:sldMk cId="91701927" sldId="295"/>
        </pc:sldMkLst>
      </pc:sldChg>
      <pc:sldChg chg="addSp delSp modSp new mod">
        <pc:chgData name="Ellen Torfs" userId="c6aa1e10-4a12-4511-8c7c-135720d4f277" providerId="ADAL" clId="{307A096B-6615-4FB8-907F-9F79C29E8F26}" dt="2022-03-04T14:43:21.668" v="8544" actId="1076"/>
        <pc:sldMkLst>
          <pc:docMk/>
          <pc:sldMk cId="2556721075" sldId="296"/>
        </pc:sldMkLst>
      </pc:sldChg>
      <pc:sldChg chg="new del">
        <pc:chgData name="Ellen Torfs" userId="c6aa1e10-4a12-4511-8c7c-135720d4f277" providerId="ADAL" clId="{307A096B-6615-4FB8-907F-9F79C29E8F26}" dt="2022-03-04T14:03:00.270" v="8156" actId="47"/>
        <pc:sldMkLst>
          <pc:docMk/>
          <pc:sldMk cId="2892386660" sldId="296"/>
        </pc:sldMkLst>
      </pc:sldChg>
      <pc:sldChg chg="new del">
        <pc:chgData name="Ellen Torfs" userId="c6aa1e10-4a12-4511-8c7c-135720d4f277" providerId="ADAL" clId="{307A096B-6615-4FB8-907F-9F79C29E8F26}" dt="2022-03-04T14:02:55.681" v="8154" actId="47"/>
        <pc:sldMkLst>
          <pc:docMk/>
          <pc:sldMk cId="3376001901" sldId="296"/>
        </pc:sldMkLst>
      </pc:sldChg>
      <pc:sldChg chg="addSp delSp modSp new mod setBg modNotesTx">
        <pc:chgData name="Ellen Torfs" userId="c6aa1e10-4a12-4511-8c7c-135720d4f277" providerId="ADAL" clId="{307A096B-6615-4FB8-907F-9F79C29E8F26}" dt="2022-03-04T14:59:17.237" v="8615"/>
        <pc:sldMkLst>
          <pc:docMk/>
          <pc:sldMk cId="3365090331" sldId="297"/>
        </pc:sldMkLst>
      </pc:sldChg>
      <pc:sldChg chg="addSp delSp new del mod">
        <pc:chgData name="Ellen Torfs" userId="c6aa1e10-4a12-4511-8c7c-135720d4f277" providerId="ADAL" clId="{307A096B-6615-4FB8-907F-9F79C29E8F26}" dt="2022-03-04T14:52:45.706" v="8562" actId="47"/>
        <pc:sldMkLst>
          <pc:docMk/>
          <pc:sldMk cId="3566298002" sldId="297"/>
        </pc:sldMkLst>
      </pc:sldChg>
      <pc:sldChg chg="addSp delSp modSp new mod modNotesTx">
        <pc:chgData name="Ellen Torfs" userId="c6aa1e10-4a12-4511-8c7c-135720d4f277" providerId="ADAL" clId="{307A096B-6615-4FB8-907F-9F79C29E8F26}" dt="2022-03-04T15:04:04.037" v="8677" actId="403"/>
        <pc:sldMkLst>
          <pc:docMk/>
          <pc:sldMk cId="1940569910" sldId="298"/>
        </pc:sldMkLst>
      </pc:sldChg>
    </pc:docChg>
  </pc:docChgLst>
  <pc:docChgLst>
    <pc:chgData name="Jochen Mariën" userId="a4f8d9ed-3895-4365-b2d5-9432cb8a20d4" providerId="ADAL" clId="{5D700929-463C-4A69-8542-9E2D152EF77B}"/>
    <pc:docChg chg="custSel addSld modSld addSection modSection">
      <pc:chgData name="Jochen Mariën" userId="a4f8d9ed-3895-4365-b2d5-9432cb8a20d4" providerId="ADAL" clId="{5D700929-463C-4A69-8542-9E2D152EF77B}" dt="2022-10-20T08:45:58.803" v="148" actId="20577"/>
      <pc:docMkLst>
        <pc:docMk/>
      </pc:docMkLst>
      <pc:sldChg chg="modSp new mod">
        <pc:chgData name="Jochen Mariën" userId="a4f8d9ed-3895-4365-b2d5-9432cb8a20d4" providerId="ADAL" clId="{5D700929-463C-4A69-8542-9E2D152EF77B}" dt="2022-10-20T08:45:58.803" v="148" actId="20577"/>
        <pc:sldMkLst>
          <pc:docMk/>
          <pc:sldMk cId="3578568319" sldId="302"/>
        </pc:sldMkLst>
      </pc:sldChg>
    </pc:docChg>
  </pc:docChgLst>
  <pc:docChgLst>
    <pc:chgData name="Jochen Mariën" userId="a4f8d9ed-3895-4365-b2d5-9432cb8a20d4" providerId="ADAL" clId="{042E0060-295D-4DA9-A72B-6FD0FAEC5C96}"/>
    <pc:docChg chg="undo custSel addSld delSld modSld addSection modSection">
      <pc:chgData name="Jochen Mariën" userId="a4f8d9ed-3895-4365-b2d5-9432cb8a20d4" providerId="ADAL" clId="{042E0060-295D-4DA9-A72B-6FD0FAEC5C96}" dt="2022-03-08T12:25:58.522" v="1419" actId="47"/>
      <pc:docMkLst>
        <pc:docMk/>
      </pc:docMkLst>
      <pc:sldChg chg="modSp mod">
        <pc:chgData name="Jochen Mariën" userId="a4f8d9ed-3895-4365-b2d5-9432cb8a20d4" providerId="ADAL" clId="{042E0060-295D-4DA9-A72B-6FD0FAEC5C96}" dt="2022-02-10T12:50:10.069" v="72" actId="20577"/>
        <pc:sldMkLst>
          <pc:docMk/>
          <pc:sldMk cId="54334544" sldId="256"/>
        </pc:sldMkLst>
      </pc:sldChg>
      <pc:sldChg chg="modSp mod">
        <pc:chgData name="Jochen Mariën" userId="a4f8d9ed-3895-4365-b2d5-9432cb8a20d4" providerId="ADAL" clId="{042E0060-295D-4DA9-A72B-6FD0FAEC5C96}" dt="2022-02-15T08:34:25.827" v="204" actId="20577"/>
        <pc:sldMkLst>
          <pc:docMk/>
          <pc:sldMk cId="3503501734" sldId="257"/>
        </pc:sldMkLst>
      </pc:sldChg>
      <pc:sldChg chg="modSp new mod">
        <pc:chgData name="Jochen Mariën" userId="a4f8d9ed-3895-4365-b2d5-9432cb8a20d4" providerId="ADAL" clId="{042E0060-295D-4DA9-A72B-6FD0FAEC5C96}" dt="2022-02-15T09:00:14.375" v="292" actId="20577"/>
        <pc:sldMkLst>
          <pc:docMk/>
          <pc:sldMk cId="944365101" sldId="258"/>
        </pc:sldMkLst>
      </pc:sldChg>
      <pc:sldChg chg="modSp mod">
        <pc:chgData name="Jochen Mariën" userId="a4f8d9ed-3895-4365-b2d5-9432cb8a20d4" providerId="ADAL" clId="{042E0060-295D-4DA9-A72B-6FD0FAEC5C96}" dt="2022-03-01T18:49:47.933" v="296" actId="1076"/>
        <pc:sldMkLst>
          <pc:docMk/>
          <pc:sldMk cId="1759678887" sldId="264"/>
        </pc:sldMkLst>
      </pc:sldChg>
      <pc:sldChg chg="modSp mod">
        <pc:chgData name="Jochen Mariën" userId="a4f8d9ed-3895-4365-b2d5-9432cb8a20d4" providerId="ADAL" clId="{042E0060-295D-4DA9-A72B-6FD0FAEC5C96}" dt="2022-03-01T18:55:21.134" v="317" actId="20577"/>
        <pc:sldMkLst>
          <pc:docMk/>
          <pc:sldMk cId="4019562650" sldId="265"/>
        </pc:sldMkLst>
      </pc:sldChg>
      <pc:sldChg chg="addSp modSp new mod">
        <pc:chgData name="Jochen Mariën" userId="a4f8d9ed-3895-4365-b2d5-9432cb8a20d4" providerId="ADAL" clId="{042E0060-295D-4DA9-A72B-6FD0FAEC5C96}" dt="2022-03-01T19:03:06.712" v="793" actId="1076"/>
        <pc:sldMkLst>
          <pc:docMk/>
          <pc:sldMk cId="240228032" sldId="268"/>
        </pc:sldMkLst>
      </pc:sldChg>
      <pc:sldChg chg="modSp new mod">
        <pc:chgData name="Jochen Mariën" userId="a4f8d9ed-3895-4365-b2d5-9432cb8a20d4" providerId="ADAL" clId="{042E0060-295D-4DA9-A72B-6FD0FAEC5C96}" dt="2022-03-01T19:03:19.454" v="797" actId="20577"/>
        <pc:sldMkLst>
          <pc:docMk/>
          <pc:sldMk cId="565048097" sldId="269"/>
        </pc:sldMkLst>
      </pc:sldChg>
      <pc:sldChg chg="del">
        <pc:chgData name="Jochen Mariën" userId="a4f8d9ed-3895-4365-b2d5-9432cb8a20d4" providerId="ADAL" clId="{042E0060-295D-4DA9-A72B-6FD0FAEC5C96}" dt="2022-03-08T12:25:58.522" v="1419" actId="47"/>
        <pc:sldMkLst>
          <pc:docMk/>
          <pc:sldMk cId="1418270313" sldId="273"/>
        </pc:sldMkLst>
      </pc:sldChg>
      <pc:sldChg chg="add del">
        <pc:chgData name="Jochen Mariën" userId="a4f8d9ed-3895-4365-b2d5-9432cb8a20d4" providerId="ADAL" clId="{042E0060-295D-4DA9-A72B-6FD0FAEC5C96}" dt="2022-03-08T12:25:29.719" v="1418" actId="47"/>
        <pc:sldMkLst>
          <pc:docMk/>
          <pc:sldMk cId="130218401" sldId="277"/>
        </pc:sldMkLst>
      </pc:sldChg>
      <pc:sldChg chg="add del">
        <pc:chgData name="Jochen Mariën" userId="a4f8d9ed-3895-4365-b2d5-9432cb8a20d4" providerId="ADAL" clId="{042E0060-295D-4DA9-A72B-6FD0FAEC5C96}" dt="2022-03-08T12:25:29.719" v="1418" actId="47"/>
        <pc:sldMkLst>
          <pc:docMk/>
          <pc:sldMk cId="1561444382" sldId="278"/>
        </pc:sldMkLst>
      </pc:sldChg>
      <pc:sldChg chg="add del">
        <pc:chgData name="Jochen Mariën" userId="a4f8d9ed-3895-4365-b2d5-9432cb8a20d4" providerId="ADAL" clId="{042E0060-295D-4DA9-A72B-6FD0FAEC5C96}" dt="2022-03-08T12:25:29.719" v="1418" actId="47"/>
        <pc:sldMkLst>
          <pc:docMk/>
          <pc:sldMk cId="830234529" sldId="279"/>
        </pc:sldMkLst>
      </pc:sldChg>
      <pc:sldChg chg="modSp add del mod">
        <pc:chgData name="Jochen Mariën" userId="a4f8d9ed-3895-4365-b2d5-9432cb8a20d4" providerId="ADAL" clId="{042E0060-295D-4DA9-A72B-6FD0FAEC5C96}" dt="2022-03-08T12:25:29.719" v="1418" actId="47"/>
        <pc:sldMkLst>
          <pc:docMk/>
          <pc:sldMk cId="2748883490" sldId="280"/>
        </pc:sldMkLst>
      </pc:sldChg>
      <pc:sldChg chg="add del">
        <pc:chgData name="Jochen Mariën" userId="a4f8d9ed-3895-4365-b2d5-9432cb8a20d4" providerId="ADAL" clId="{042E0060-295D-4DA9-A72B-6FD0FAEC5C96}" dt="2022-03-08T12:25:29.719" v="1418" actId="47"/>
        <pc:sldMkLst>
          <pc:docMk/>
          <pc:sldMk cId="2734980451" sldId="281"/>
        </pc:sldMkLst>
      </pc:sldChg>
      <pc:sldChg chg="add del">
        <pc:chgData name="Jochen Mariën" userId="a4f8d9ed-3895-4365-b2d5-9432cb8a20d4" providerId="ADAL" clId="{042E0060-295D-4DA9-A72B-6FD0FAEC5C96}" dt="2022-03-08T12:25:29.719" v="1418" actId="47"/>
        <pc:sldMkLst>
          <pc:docMk/>
          <pc:sldMk cId="3376663690" sldId="282"/>
        </pc:sldMkLst>
      </pc:sldChg>
      <pc:sldChg chg="modSp add del mod">
        <pc:chgData name="Jochen Mariën" userId="a4f8d9ed-3895-4365-b2d5-9432cb8a20d4" providerId="ADAL" clId="{042E0060-295D-4DA9-A72B-6FD0FAEC5C96}" dt="2022-03-08T12:25:29.719" v="1418" actId="47"/>
        <pc:sldMkLst>
          <pc:docMk/>
          <pc:sldMk cId="1074626655" sldId="283"/>
        </pc:sldMkLst>
      </pc:sldChg>
      <pc:sldChg chg="add del">
        <pc:chgData name="Jochen Mariën" userId="a4f8d9ed-3895-4365-b2d5-9432cb8a20d4" providerId="ADAL" clId="{042E0060-295D-4DA9-A72B-6FD0FAEC5C96}" dt="2022-03-08T12:25:29.719" v="1418" actId="47"/>
        <pc:sldMkLst>
          <pc:docMk/>
          <pc:sldMk cId="2277808380" sldId="284"/>
        </pc:sldMkLst>
      </pc:sldChg>
      <pc:sldChg chg="add del">
        <pc:chgData name="Jochen Mariën" userId="a4f8d9ed-3895-4365-b2d5-9432cb8a20d4" providerId="ADAL" clId="{042E0060-295D-4DA9-A72B-6FD0FAEC5C96}" dt="2022-03-08T12:25:29.719" v="1418" actId="47"/>
        <pc:sldMkLst>
          <pc:docMk/>
          <pc:sldMk cId="3629993010" sldId="285"/>
        </pc:sldMkLst>
      </pc:sldChg>
      <pc:sldChg chg="modSp add del mod">
        <pc:chgData name="Jochen Mariën" userId="a4f8d9ed-3895-4365-b2d5-9432cb8a20d4" providerId="ADAL" clId="{042E0060-295D-4DA9-A72B-6FD0FAEC5C96}" dt="2022-03-08T12:25:29.719" v="1418" actId="47"/>
        <pc:sldMkLst>
          <pc:docMk/>
          <pc:sldMk cId="120645609" sldId="286"/>
        </pc:sldMkLst>
      </pc:sldChg>
      <pc:sldChg chg="add del modNotesTx">
        <pc:chgData name="Jochen Mariën" userId="a4f8d9ed-3895-4365-b2d5-9432cb8a20d4" providerId="ADAL" clId="{042E0060-295D-4DA9-A72B-6FD0FAEC5C96}" dt="2022-03-08T12:25:29.719" v="1418" actId="47"/>
        <pc:sldMkLst>
          <pc:docMk/>
          <pc:sldMk cId="239136191" sldId="287"/>
        </pc:sldMkLst>
      </pc:sldChg>
      <pc:sldChg chg="add del">
        <pc:chgData name="Jochen Mariën" userId="a4f8d9ed-3895-4365-b2d5-9432cb8a20d4" providerId="ADAL" clId="{042E0060-295D-4DA9-A72B-6FD0FAEC5C96}" dt="2022-03-08T12:25:29.719" v="1418" actId="47"/>
        <pc:sldMkLst>
          <pc:docMk/>
          <pc:sldMk cId="1834726198" sldId="288"/>
        </pc:sldMkLst>
      </pc:sldChg>
      <pc:sldChg chg="add del">
        <pc:chgData name="Jochen Mariën" userId="a4f8d9ed-3895-4365-b2d5-9432cb8a20d4" providerId="ADAL" clId="{042E0060-295D-4DA9-A72B-6FD0FAEC5C96}" dt="2022-03-08T12:25:29.719" v="1418" actId="47"/>
        <pc:sldMkLst>
          <pc:docMk/>
          <pc:sldMk cId="4007602368" sldId="289"/>
        </pc:sldMkLst>
      </pc:sldChg>
      <pc:sldChg chg="addSp delSp modSp add del mod">
        <pc:chgData name="Jochen Mariën" userId="a4f8d9ed-3895-4365-b2d5-9432cb8a20d4" providerId="ADAL" clId="{042E0060-295D-4DA9-A72B-6FD0FAEC5C96}" dt="2022-03-08T12:25:29.719" v="1418" actId="47"/>
        <pc:sldMkLst>
          <pc:docMk/>
          <pc:sldMk cId="3345840171" sldId="290"/>
        </pc:sldMkLst>
      </pc:sldChg>
      <pc:sldChg chg="del">
        <pc:chgData name="Jochen Mariën" userId="a4f8d9ed-3895-4365-b2d5-9432cb8a20d4" providerId="ADAL" clId="{042E0060-295D-4DA9-A72B-6FD0FAEC5C96}" dt="2022-03-08T12:25:29.719" v="1418" actId="47"/>
        <pc:sldMkLst>
          <pc:docMk/>
          <pc:sldMk cId="1304409123" sldId="293"/>
        </pc:sldMkLst>
      </pc:sldChg>
      <pc:sldChg chg="modSp new del mod">
        <pc:chgData name="Jochen Mariën" userId="a4f8d9ed-3895-4365-b2d5-9432cb8a20d4" providerId="ADAL" clId="{042E0060-295D-4DA9-A72B-6FD0FAEC5C96}" dt="2022-03-08T12:25:29.719" v="1418" actId="47"/>
        <pc:sldMkLst>
          <pc:docMk/>
          <pc:sldMk cId="3236704207" sldId="299"/>
        </pc:sldMkLst>
      </pc:sldChg>
    </pc:docChg>
  </pc:docChgLst>
  <pc:docChgLst>
    <pc:chgData name="Ellen Torfs" userId="c6aa1e10-4a12-4511-8c7c-135720d4f277" providerId="ADAL" clId="{A34FAF8E-6267-48E0-9941-086A1623C187}"/>
    <pc:docChg chg="custSel addSld delSld modSld">
      <pc:chgData name="Ellen Torfs" userId="c6aa1e10-4a12-4511-8c7c-135720d4f277" providerId="ADAL" clId="{A34FAF8E-6267-48E0-9941-086A1623C187}" dt="2022-01-19T09:10:52.439" v="63" actId="20577"/>
      <pc:docMkLst>
        <pc:docMk/>
      </pc:docMkLst>
      <pc:sldChg chg="modSp mod">
        <pc:chgData name="Ellen Torfs" userId="c6aa1e10-4a12-4511-8c7c-135720d4f277" providerId="ADAL" clId="{A34FAF8E-6267-48E0-9941-086A1623C187}" dt="2022-01-19T09:10:41.096" v="45" actId="20577"/>
        <pc:sldMkLst>
          <pc:docMk/>
          <pc:sldMk cId="54334544" sldId="256"/>
        </pc:sldMkLst>
      </pc:sldChg>
      <pc:sldChg chg="modSp new mod">
        <pc:chgData name="Ellen Torfs" userId="c6aa1e10-4a12-4511-8c7c-135720d4f277" providerId="ADAL" clId="{A34FAF8E-6267-48E0-9941-086A1623C187}" dt="2022-01-19T09:10:52.439" v="63" actId="20577"/>
        <pc:sldMkLst>
          <pc:docMk/>
          <pc:sldMk cId="3503501734" sldId="25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620147385" sldId="25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13866126" sldId="26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1006678507" sldId="26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9932D13E-6C5E-49FA-A144-75AC46F307EF}"/>
    <pc:docChg chg="undo custSel addSld delSld modSld sldOrd">
      <pc:chgData name="Ellen Torfs" userId="c6aa1e10-4a12-4511-8c7c-135720d4f277" providerId="ADAL" clId="{9932D13E-6C5E-49FA-A144-75AC46F307EF}" dt="2019-09-11T08:54:14.153" v="5135" actId="27636"/>
      <pc:docMkLst>
        <pc:docMk/>
      </pc:docMkLst>
      <pc:sldChg chg="modSp">
        <pc:chgData name="Ellen Torfs" userId="c6aa1e10-4a12-4511-8c7c-135720d4f277" providerId="ADAL" clId="{9932D13E-6C5E-49FA-A144-75AC46F307EF}" dt="2019-09-11T07:19:49.190" v="12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9932D13E-6C5E-49FA-A144-75AC46F307EF}" dt="2019-09-11T07:40:01.083" v="823" actId="1076"/>
        <pc:sldMkLst>
          <pc:docMk/>
          <pc:sldMk cId="1055868665" sldId="257"/>
        </pc:sldMkLst>
      </pc:sldChg>
      <pc:sldChg chg="addSp delSp modSp ord modNotesTx">
        <pc:chgData name="Ellen Torfs" userId="c6aa1e10-4a12-4511-8c7c-135720d4f277" providerId="ADAL" clId="{9932D13E-6C5E-49FA-A144-75AC46F307EF}" dt="2019-09-11T08:52:18.855" v="5016" actId="20577"/>
        <pc:sldMkLst>
          <pc:docMk/>
          <pc:sldMk cId="620147385" sldId="258"/>
        </pc:sldMkLst>
      </pc:sldChg>
      <pc:sldChg chg="del">
        <pc:chgData name="Ellen Torfs" userId="c6aa1e10-4a12-4511-8c7c-135720d4f277" providerId="ADAL" clId="{9932D13E-6C5E-49FA-A144-75AC46F307EF}" dt="2019-09-11T07:56:05.804" v="2100" actId="2696"/>
        <pc:sldMkLst>
          <pc:docMk/>
          <pc:sldMk cId="2303287502" sldId="259"/>
        </pc:sldMkLst>
      </pc:sldChg>
      <pc:sldChg chg="del">
        <pc:chgData name="Ellen Torfs" userId="c6aa1e10-4a12-4511-8c7c-135720d4f277" providerId="ADAL" clId="{9932D13E-6C5E-49FA-A144-75AC46F307EF}" dt="2019-09-11T08:06:35.910" v="2454" actId="2696"/>
        <pc:sldMkLst>
          <pc:docMk/>
          <pc:sldMk cId="1438263673" sldId="260"/>
        </pc:sldMkLst>
      </pc:sldChg>
      <pc:sldChg chg="del">
        <pc:chgData name="Ellen Torfs" userId="c6aa1e10-4a12-4511-8c7c-135720d4f277" providerId="ADAL" clId="{9932D13E-6C5E-49FA-A144-75AC46F307EF}" dt="2019-09-11T07:56:18.310" v="2101" actId="2696"/>
        <pc:sldMkLst>
          <pc:docMk/>
          <pc:sldMk cId="3855885531" sldId="261"/>
        </pc:sldMkLst>
      </pc:sldChg>
      <pc:sldChg chg="modSp ord">
        <pc:chgData name="Ellen Torfs" userId="c6aa1e10-4a12-4511-8c7c-135720d4f277" providerId="ADAL" clId="{9932D13E-6C5E-49FA-A144-75AC46F307EF}" dt="2019-09-11T08:28:29.113" v="3460" actId="20577"/>
        <pc:sldMkLst>
          <pc:docMk/>
          <pc:sldMk cId="2006118848" sldId="262"/>
        </pc:sldMkLst>
      </pc:sldChg>
      <pc:sldChg chg="ord">
        <pc:chgData name="Ellen Torfs" userId="c6aa1e10-4a12-4511-8c7c-135720d4f277" providerId="ADAL" clId="{9932D13E-6C5E-49FA-A144-75AC46F307EF}" dt="2019-09-11T08:29:15.782" v="3478" actId="27636"/>
        <pc:sldMkLst>
          <pc:docMk/>
          <pc:sldMk cId="977749703" sldId="263"/>
        </pc:sldMkLst>
      </pc:sldChg>
      <pc:sldChg chg="delSp modSp ord">
        <pc:chgData name="Ellen Torfs" userId="c6aa1e10-4a12-4511-8c7c-135720d4f277" providerId="ADAL" clId="{9932D13E-6C5E-49FA-A144-75AC46F307EF}" dt="2019-09-11T08:29:27.798" v="3481" actId="20577"/>
        <pc:sldMkLst>
          <pc:docMk/>
          <pc:sldMk cId="2290807259" sldId="264"/>
        </pc:sldMkLst>
      </pc:sldChg>
      <pc:sldChg chg="modSp">
        <pc:chgData name="Ellen Torfs" userId="c6aa1e10-4a12-4511-8c7c-135720d4f277" providerId="ADAL" clId="{9932D13E-6C5E-49FA-A144-75AC46F307EF}" dt="2019-09-11T08:35:30.349" v="4039" actId="20577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9932D13E-6C5E-49FA-A144-75AC46F307EF}" dt="2019-09-11T07:24:53.109" v="227" actId="20577"/>
        <pc:sldMkLst>
          <pc:docMk/>
          <pc:sldMk cId="2513866126" sldId="267"/>
        </pc:sldMkLst>
      </pc:sldChg>
      <pc:sldChg chg="addSp delSp modSp add">
        <pc:chgData name="Ellen Torfs" userId="c6aa1e10-4a12-4511-8c7c-135720d4f277" providerId="ADAL" clId="{9932D13E-6C5E-49FA-A144-75AC46F307EF}" dt="2019-09-11T07:54:52.916" v="2099" actId="20577"/>
        <pc:sldMkLst>
          <pc:docMk/>
          <pc:sldMk cId="1006678507" sldId="268"/>
        </pc:sldMkLst>
      </pc:sldChg>
      <pc:sldChg chg="modSp add ord">
        <pc:chgData name="Ellen Torfs" userId="c6aa1e10-4a12-4511-8c7c-135720d4f277" providerId="ADAL" clId="{9932D13E-6C5E-49FA-A144-75AC46F307EF}" dt="2019-09-11T08:54:14.153" v="5135" actId="27636"/>
        <pc:sldMkLst>
          <pc:docMk/>
          <pc:sldMk cId="2571285731" sldId="269"/>
        </pc:sldMkLst>
      </pc:sldChg>
      <pc:sldChg chg="modSp add del">
        <pc:chgData name="Ellen Torfs" userId="c6aa1e10-4a12-4511-8c7c-135720d4f277" providerId="ADAL" clId="{9932D13E-6C5E-49FA-A144-75AC46F307EF}" dt="2019-09-11T08:41:26.851" v="4805" actId="2696"/>
        <pc:sldMkLst>
          <pc:docMk/>
          <pc:sldMk cId="2408717167" sldId="270"/>
        </pc:sldMkLst>
      </pc:sldChg>
    </pc:docChg>
  </pc:docChgLst>
  <pc:docChgLst>
    <pc:chgData name="Ellen Torfs" userId="S::u0068049@thomasmore.be::c6aa1e10-4a12-4511-8c7c-135720d4f277" providerId="AD" clId="Web-{2F3828EA-79FA-67E1-BD09-9A3E871D80E8}"/>
    <pc:docChg chg="modSld">
      <pc:chgData name="Ellen Torfs" userId="S::u0068049@thomasmore.be::c6aa1e10-4a12-4511-8c7c-135720d4f277" providerId="AD" clId="Web-{2F3828EA-79FA-67E1-BD09-9A3E871D80E8}" dt="2022-02-14T11:21:22.692" v="16" actId="20577"/>
      <pc:docMkLst>
        <pc:docMk/>
      </pc:docMkLst>
      <pc:sldChg chg="modSp">
        <pc:chgData name="Ellen Torfs" userId="S::u0068049@thomasmore.be::c6aa1e10-4a12-4511-8c7c-135720d4f277" providerId="AD" clId="Web-{2F3828EA-79FA-67E1-BD09-9A3E871D80E8}" dt="2022-02-14T11:21:22.692" v="16" actId="20577"/>
        <pc:sldMkLst>
          <pc:docMk/>
          <pc:sldMk cId="3503501734" sldId="257"/>
        </pc:sldMkLst>
      </pc:sldChg>
    </pc:docChg>
  </pc:docChgLst>
  <pc:docChgLst>
    <pc:chgData name="Stef Van Wolputte" userId="53954008-e772-4081-b24d-77d1e8f1f00e" providerId="ADAL" clId="{978EB281-8D60-464D-83BB-B346D6C4DE02}"/>
    <pc:docChg chg="modSld">
      <pc:chgData name="Stef Van Wolputte" userId="53954008-e772-4081-b24d-77d1e8f1f00e" providerId="ADAL" clId="{978EB281-8D60-464D-83BB-B346D6C4DE02}" dt="2023-06-20T11:13:24.673" v="1" actId="207"/>
      <pc:docMkLst>
        <pc:docMk/>
      </pc:docMkLst>
      <pc:sldChg chg="modSp mod">
        <pc:chgData name="Stef Van Wolputte" userId="53954008-e772-4081-b24d-77d1e8f1f00e" providerId="ADAL" clId="{978EB281-8D60-464D-83BB-B346D6C4DE02}" dt="2023-06-20T11:13:24.673" v="1" actId="207"/>
        <pc:sldMkLst>
          <pc:docMk/>
          <pc:sldMk cId="1411496120" sldId="261"/>
        </pc:sldMkLst>
      </pc:sldChg>
    </pc:docChg>
  </pc:docChgLst>
  <pc:docChgLst>
    <pc:chgData name="Ellen Torfs" userId="c6aa1e10-4a12-4511-8c7c-135720d4f277" providerId="ADAL" clId="{0447C0FA-CAFE-4EA3-881D-448159559913}"/>
    <pc:docChg chg="modSld">
      <pc:chgData name="Ellen Torfs" userId="c6aa1e10-4a12-4511-8c7c-135720d4f277" providerId="ADAL" clId="{0447C0FA-CAFE-4EA3-881D-448159559913}" dt="2025-09-01T12:45:27.423" v="3" actId="20577"/>
      <pc:docMkLst>
        <pc:docMk/>
      </pc:docMkLst>
      <pc:sldChg chg="modSp mod">
        <pc:chgData name="Ellen Torfs" userId="c6aa1e10-4a12-4511-8c7c-135720d4f277" providerId="ADAL" clId="{0447C0FA-CAFE-4EA3-881D-448159559913}" dt="2025-09-01T12:45:27.423" v="3" actId="20577"/>
        <pc:sldMkLst>
          <pc:docMk/>
          <pc:sldMk cId="54334544" sldId="256"/>
        </pc:sldMkLst>
        <pc:spChg chg="mod">
          <ac:chgData name="Ellen Torfs" userId="c6aa1e10-4a12-4511-8c7c-135720d4f277" providerId="ADAL" clId="{0447C0FA-CAFE-4EA3-881D-448159559913}" dt="2025-09-01T12:45:27.423" v="3" actId="20577"/>
          <ac:spMkLst>
            <pc:docMk/>
            <pc:sldMk cId="54334544" sldId="256"/>
            <ac:spMk id="3" creationId="{00000000-0000-0000-0000-000000000000}"/>
          </ac:spMkLst>
        </pc:spChg>
      </pc:sldChg>
    </pc:docChg>
  </pc:docChgLst>
  <pc:docChgLst>
    <pc:chgData name="Ellen Torfs" userId="c6aa1e10-4a12-4511-8c7c-135720d4f277" providerId="ADAL" clId="{96FE4D50-3959-4B58-A212-D6CC02D3BBDA}"/>
    <pc:docChg chg="custSel modSld">
      <pc:chgData name="Ellen Torfs" userId="c6aa1e10-4a12-4511-8c7c-135720d4f277" providerId="ADAL" clId="{96FE4D50-3959-4B58-A212-D6CC02D3BBDA}" dt="2022-01-21T10:21:14.623" v="362" actId="20577"/>
      <pc:docMkLst>
        <pc:docMk/>
      </pc:docMkLst>
      <pc:sldChg chg="modSp mod">
        <pc:chgData name="Ellen Torfs" userId="c6aa1e10-4a12-4511-8c7c-135720d4f277" providerId="ADAL" clId="{96FE4D50-3959-4B58-A212-D6CC02D3BBDA}" dt="2022-01-20T08:43:35.652" v="6" actId="20577"/>
        <pc:sldMkLst>
          <pc:docMk/>
          <pc:sldMk cId="54334544" sldId="256"/>
        </pc:sldMkLst>
      </pc:sldChg>
      <pc:sldChg chg="modSp mod">
        <pc:chgData name="Ellen Torfs" userId="c6aa1e10-4a12-4511-8c7c-135720d4f277" providerId="ADAL" clId="{96FE4D50-3959-4B58-A212-D6CC02D3BBDA}" dt="2022-01-21T10:21:14.623" v="362" actId="20577"/>
        <pc:sldMkLst>
          <pc:docMk/>
          <pc:sldMk cId="3503501734" sldId="257"/>
        </pc:sldMkLst>
      </pc:sldChg>
    </pc:docChg>
  </pc:docChgLst>
  <pc:docChgLst>
    <pc:chgData name="Ellen Torfs" userId="c6aa1e10-4a12-4511-8c7c-135720d4f277" providerId="ADAL" clId="{DAF25F2D-1D97-49BA-BC4F-AE49B65BEEAC}"/>
    <pc:docChg chg="modSld">
      <pc:chgData name="Ellen Torfs" userId="c6aa1e10-4a12-4511-8c7c-135720d4f277" providerId="ADAL" clId="{DAF25F2D-1D97-49BA-BC4F-AE49B65BEEAC}" dt="2023-11-03T08:26:54.963" v="9" actId="20577"/>
      <pc:docMkLst>
        <pc:docMk/>
      </pc:docMkLst>
      <pc:sldChg chg="modSp mod">
        <pc:chgData name="Ellen Torfs" userId="c6aa1e10-4a12-4511-8c7c-135720d4f277" providerId="ADAL" clId="{DAF25F2D-1D97-49BA-BC4F-AE49B65BEEAC}" dt="2023-11-03T08:26:54.963" v="9" actId="20577"/>
        <pc:sldMkLst>
          <pc:docMk/>
          <pc:sldMk cId="54334544" sldId="256"/>
        </pc:sldMkLst>
      </pc:sldChg>
    </pc:docChg>
  </pc:docChgLst>
  <pc:docChgLst>
    <pc:chgData name="Stef Van Wolputte" userId="53954008-e772-4081-b24d-77d1e8f1f00e" providerId="ADAL" clId="{CDEFBB62-7243-4519-BE83-E63311233530}"/>
    <pc:docChg chg="modSld">
      <pc:chgData name="Stef Van Wolputte" userId="53954008-e772-4081-b24d-77d1e8f1f00e" providerId="ADAL" clId="{CDEFBB62-7243-4519-BE83-E63311233530}" dt="2023-09-05T08:28:47.841" v="0" actId="14100"/>
      <pc:docMkLst>
        <pc:docMk/>
      </pc:docMkLst>
      <pc:sldChg chg="modSp mod">
        <pc:chgData name="Stef Van Wolputte" userId="53954008-e772-4081-b24d-77d1e8f1f00e" providerId="ADAL" clId="{CDEFBB62-7243-4519-BE83-E63311233530}" dt="2023-09-05T08:28:47.841" v="0" actId="14100"/>
        <pc:sldMkLst>
          <pc:docMk/>
          <pc:sldMk cId="240228032" sldId="268"/>
        </pc:sldMkLst>
      </pc:sldChg>
    </pc:docChg>
  </pc:docChgLst>
  <pc:docChgLst>
    <pc:chgData name="Jochen Mariën" userId="a4f8d9ed-3895-4365-b2d5-9432cb8a20d4" providerId="ADAL" clId="{6D4C74C4-B9DD-4FE5-B9C6-F62F3D2C0C53}"/>
    <pc:docChg chg="custSel modSld">
      <pc:chgData name="Jochen Mariën" userId="a4f8d9ed-3895-4365-b2d5-9432cb8a20d4" providerId="ADAL" clId="{6D4C74C4-B9DD-4FE5-B9C6-F62F3D2C0C53}" dt="2022-09-01T12:07:05.037" v="10" actId="732"/>
      <pc:docMkLst>
        <pc:docMk/>
      </pc:docMkLst>
      <pc:sldChg chg="modSp mod">
        <pc:chgData name="Jochen Mariën" userId="a4f8d9ed-3895-4365-b2d5-9432cb8a20d4" providerId="ADAL" clId="{6D4C74C4-B9DD-4FE5-B9C6-F62F3D2C0C53}" dt="2022-09-01T12:05:12.187" v="8" actId="20577"/>
        <pc:sldMkLst>
          <pc:docMk/>
          <pc:sldMk cId="3082090126" sldId="259"/>
        </pc:sldMkLst>
      </pc:sldChg>
      <pc:sldChg chg="modSp mod">
        <pc:chgData name="Jochen Mariën" userId="a4f8d9ed-3895-4365-b2d5-9432cb8a20d4" providerId="ADAL" clId="{6D4C74C4-B9DD-4FE5-B9C6-F62F3D2C0C53}" dt="2022-09-01T12:06:29.964" v="9" actId="732"/>
        <pc:sldMkLst>
          <pc:docMk/>
          <pc:sldMk cId="2000987521" sldId="291"/>
        </pc:sldMkLst>
      </pc:sldChg>
      <pc:sldChg chg="modSp mod">
        <pc:chgData name="Jochen Mariën" userId="a4f8d9ed-3895-4365-b2d5-9432cb8a20d4" providerId="ADAL" clId="{6D4C74C4-B9DD-4FE5-B9C6-F62F3D2C0C53}" dt="2022-09-01T12:07:05.037" v="10" actId="732"/>
        <pc:sldMkLst>
          <pc:docMk/>
          <pc:sldMk cId="2556721075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1/09/2025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1/09/2025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85473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ABC stands </a:t>
            </a:r>
            <a:r>
              <a:rPr lang="nl-BE" err="1"/>
              <a:t>for</a:t>
            </a:r>
            <a:r>
              <a:rPr lang="nl-BE"/>
              <a:t> Abstract Base Class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03205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Idee oefening </a:t>
            </a:r>
            <a:r>
              <a:rPr lang="nl-BE">
                <a:sym typeface="Wingdings" panose="05000000000000000000" pitchFamily="2" charset="2"/>
              </a:rPr>
              <a:t> </a:t>
            </a:r>
            <a:r>
              <a:rPr lang="nl-BE" err="1">
                <a:sym typeface="Wingdings" panose="05000000000000000000" pitchFamily="2" charset="2"/>
              </a:rPr>
              <a:t>dictionary</a:t>
            </a:r>
            <a:r>
              <a:rPr lang="nl-BE">
                <a:sym typeface="Wingdings" panose="05000000000000000000" pitchFamily="2" charset="2"/>
              </a:rPr>
              <a:t> maken met zip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97413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/>
              <a:t>Source: https://towardsdatascience.com/all-about-python-list-comprehension-14dd979ec0d1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43869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Source: https://towardsdatascience.com/all-about-python-list-comprehension-14dd979ec0d1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24981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https://realpython.com/python-statistics/#types-of-measures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34567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1/09/2025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1/09/2025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1/09/2025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1/09/2025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1/09/2025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1/09/2025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/>
              <a:t>Advanced programming topics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2025-2026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C90D2-D4CB-4602-871F-0401CD47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What do you know already?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3E05B-6AD8-4CC8-BDE7-CF0C4297C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Basics of Python</a:t>
            </a:r>
          </a:p>
          <a:p>
            <a:pPr lvl="1"/>
            <a:r>
              <a:rPr lang="en-US" noProof="0" dirty="0"/>
              <a:t>Conditionals – Loops</a:t>
            </a:r>
          </a:p>
          <a:p>
            <a:pPr lvl="1"/>
            <a:r>
              <a:rPr lang="en-US" noProof="0" dirty="0"/>
              <a:t>Functions</a:t>
            </a:r>
          </a:p>
          <a:p>
            <a:pPr lvl="1"/>
            <a:r>
              <a:rPr lang="en-US" noProof="0" dirty="0"/>
              <a:t>Collections: List – Tuple – Dictionary – Set</a:t>
            </a:r>
          </a:p>
          <a:p>
            <a:pPr lvl="1"/>
            <a:r>
              <a:rPr lang="en-US" noProof="0" dirty="0"/>
              <a:t>File I/O: txt, csv</a:t>
            </a:r>
            <a:r>
              <a:rPr lang="en-US" noProof="0"/>
              <a:t>, JSON</a:t>
            </a:r>
            <a:endParaRPr lang="en-US" noProof="0" dirty="0"/>
          </a:p>
          <a:p>
            <a:pPr lvl="1"/>
            <a:endParaRPr lang="en-US" dirty="0"/>
          </a:p>
          <a:p>
            <a:r>
              <a:rPr lang="en-US" noProof="0" dirty="0"/>
              <a:t>OO programming in Java</a:t>
            </a:r>
          </a:p>
          <a:p>
            <a:pPr marL="457200" lvl="1" indent="0">
              <a:buNone/>
            </a:pP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119EC-8FE2-4359-83D4-CEFDC0C6B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82090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EAA1-EC6C-4A18-B0C8-900239621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Scaling up your Python programming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3B65-5225-4990-90BC-6A757DE98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OO programming </a:t>
            </a:r>
          </a:p>
          <a:p>
            <a:r>
              <a:rPr lang="en-US" noProof="0"/>
              <a:t>Built-in functions for working with collections</a:t>
            </a:r>
          </a:p>
          <a:p>
            <a:r>
              <a:rPr lang="en-US" noProof="0"/>
              <a:t>Lambda functions</a:t>
            </a:r>
          </a:p>
          <a:p>
            <a:r>
              <a:rPr lang="en-US" noProof="0"/>
              <a:t>List Comprehensions</a:t>
            </a:r>
          </a:p>
          <a:p>
            <a:pPr marL="0" indent="0">
              <a:buNone/>
            </a:pPr>
            <a:endParaRPr lang="en-US" noProof="0"/>
          </a:p>
          <a:p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2E43A-082B-4B57-90EB-CA29FC27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000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A41B-C48F-4D48-816E-CACC4F351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OO :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E6E8B-DDBB-40C7-B69E-C4B1B0E0F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28" y="1550894"/>
            <a:ext cx="5197986" cy="4626069"/>
          </a:xfrm>
        </p:spPr>
        <p:txBody>
          <a:bodyPr>
            <a:normAutofit fontScale="85000" lnSpcReduction="10000"/>
          </a:bodyPr>
          <a:lstStyle/>
          <a:p>
            <a:r>
              <a:rPr lang="en-US" sz="2400" noProof="0"/>
              <a:t>Class definitions start with the </a:t>
            </a:r>
            <a:r>
              <a:rPr lang="en-US" sz="2400" noProof="0">
                <a:solidFill>
                  <a:srgbClr val="00B0F0"/>
                </a:solidFill>
              </a:rPr>
              <a:t>class</a:t>
            </a:r>
            <a:r>
              <a:rPr lang="en-US" sz="2400" noProof="0"/>
              <a:t> keyword, which is followed by the name of the class and a colon.</a:t>
            </a:r>
          </a:p>
          <a:p>
            <a:r>
              <a:rPr lang="en-US" sz="2400" noProof="0"/>
              <a:t>Class names are written in </a:t>
            </a:r>
            <a:r>
              <a:rPr lang="en-US" sz="2400" noProof="0" err="1"/>
              <a:t>CapitalizedWords</a:t>
            </a:r>
            <a:r>
              <a:rPr lang="en-US" sz="2400" noProof="0"/>
              <a:t> notation by convention.</a:t>
            </a:r>
          </a:p>
          <a:p>
            <a:r>
              <a:rPr lang="en-US" sz="2400" noProof="0"/>
              <a:t>Class attributes which are identical for all instances are defined first.</a:t>
            </a:r>
          </a:p>
          <a:p>
            <a:r>
              <a:rPr lang="en-US" sz="2400" noProof="0"/>
              <a:t>Every time a new object is created, __</a:t>
            </a:r>
            <a:r>
              <a:rPr lang="en-US" sz="2400" noProof="0" err="1"/>
              <a:t>init</a:t>
            </a:r>
            <a:r>
              <a:rPr lang="en-US" sz="2400" noProof="0"/>
              <a:t>__() sets the initial state of the object by assigning the values of the object’s attributes. </a:t>
            </a:r>
          </a:p>
          <a:p>
            <a:r>
              <a:rPr lang="en-US" sz="2400" noProof="0"/>
              <a:t>__</a:t>
            </a:r>
            <a:r>
              <a:rPr lang="en-US" sz="2400" noProof="0" err="1"/>
              <a:t>init</a:t>
            </a:r>
            <a:r>
              <a:rPr lang="en-US" sz="2400" noProof="0"/>
              <a:t>__() can have any number of parameters, but the first parameter will always be a variable called self. </a:t>
            </a:r>
          </a:p>
          <a:p>
            <a:r>
              <a:rPr lang="en-US" sz="2400" noProof="0"/>
              <a:t>When a new object is created, the instance is automatically passed to the self parameter.</a:t>
            </a:r>
          </a:p>
          <a:p>
            <a:endParaRPr lang="en-US" sz="2400" noProof="0"/>
          </a:p>
          <a:p>
            <a:pPr marL="0" indent="0">
              <a:buNone/>
            </a:pPr>
            <a:endParaRPr lang="en-US" sz="2400" noProof="0"/>
          </a:p>
          <a:p>
            <a:pPr marL="0" indent="0">
              <a:buNone/>
            </a:pPr>
            <a:endParaRPr lang="en-US" sz="2400" noProof="0"/>
          </a:p>
          <a:p>
            <a:endParaRPr lang="en-US" sz="240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6D0E9-EC6E-4B12-8124-6253606C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39106D-B8EF-4E8E-982F-D0DAE340A806}"/>
              </a:ext>
            </a:extLst>
          </p:cNvPr>
          <p:cNvSpPr txBox="1"/>
          <p:nvPr/>
        </p:nvSpPr>
        <p:spPr>
          <a:xfrm>
            <a:off x="6232634" y="1550894"/>
            <a:ext cx="61012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Flight: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#class attributes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airport 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"Brussels South"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#initializer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__(self, operator, destination):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.operator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operator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.destination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destination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#instantiating objects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a=Flight(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Virgin"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"Amsterdam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b=Flight(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Ryanair"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"Berlin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'From'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a.airport,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a.destination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'From'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b.airport,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b.destination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964CB8-83CA-4C8A-8D09-EACE08D4B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528" y="5936584"/>
            <a:ext cx="28670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96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hoek: afgeronde hoeken 7">
            <a:extLst>
              <a:ext uri="{FF2B5EF4-FFF2-40B4-BE49-F238E27FC236}">
                <a16:creationId xmlns:a16="http://schemas.microsoft.com/office/drawing/2014/main" id="{144EF97A-EFCA-46C4-954B-0A5CA9B72A50}"/>
              </a:ext>
            </a:extLst>
          </p:cNvPr>
          <p:cNvSpPr/>
          <p:nvPr/>
        </p:nvSpPr>
        <p:spPr>
          <a:xfrm>
            <a:off x="603181" y="4654700"/>
            <a:ext cx="10895136" cy="206677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nl-BE">
              <a:solidFill>
                <a:srgbClr val="4584B6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387E5-520D-4076-80D8-14703100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OO: Instance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BC9B6-63C5-4585-90E0-75747D969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78E133-15D1-4D05-9B50-D90405EAC849}"/>
              </a:ext>
            </a:extLst>
          </p:cNvPr>
          <p:cNvSpPr txBox="1"/>
          <p:nvPr/>
        </p:nvSpPr>
        <p:spPr>
          <a:xfrm>
            <a:off x="564851" y="1482564"/>
            <a:ext cx="89081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Flight: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#...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__str__(self):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"Flight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from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.airport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to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.destination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takeoff(self, ready):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ready: 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ready for take off"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still waiting"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kstvak 9">
            <a:extLst>
              <a:ext uri="{FF2B5EF4-FFF2-40B4-BE49-F238E27FC236}">
                <a16:creationId xmlns:a16="http://schemas.microsoft.com/office/drawing/2014/main" id="{3C02E5DF-F19F-45C8-82D6-5B5525B53772}"/>
              </a:ext>
            </a:extLst>
          </p:cNvPr>
          <p:cNvSpPr txBox="1"/>
          <p:nvPr/>
        </p:nvSpPr>
        <p:spPr>
          <a:xfrm>
            <a:off x="4864828" y="4394124"/>
            <a:ext cx="154090" cy="508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sz="2400">
              <a:solidFill>
                <a:srgbClr val="446785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DB7006-5066-4980-BD22-27628310F1C7}"/>
              </a:ext>
            </a:extLst>
          </p:cNvPr>
          <p:cNvSpPr txBox="1"/>
          <p:nvPr/>
        </p:nvSpPr>
        <p:spPr>
          <a:xfrm>
            <a:off x="965491" y="4681241"/>
            <a:ext cx="101754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Instance methods are functions that are defined inside a class and can only be called from an instance of that class.</a:t>
            </a:r>
          </a:p>
          <a:p>
            <a:br>
              <a:rPr lang="en-US" sz="2000"/>
            </a:br>
            <a:r>
              <a:rPr lang="en-US" sz="2000"/>
              <a:t>An instance method’s first parameter is always self.</a:t>
            </a:r>
            <a:br>
              <a:rPr lang="en-US" sz="2000"/>
            </a:br>
            <a:endParaRPr lang="en-US" sz="2000"/>
          </a:p>
          <a:p>
            <a:r>
              <a:rPr lang="en-US" sz="2000"/>
              <a:t>Override of  __str__(self) defines the default output when printing the object.</a:t>
            </a:r>
          </a:p>
        </p:txBody>
      </p:sp>
    </p:spTree>
    <p:extLst>
      <p:ext uri="{BB962C8B-B14F-4D97-AF65-F5344CB8AC3E}">
        <p14:creationId xmlns:p14="http://schemas.microsoft.com/office/powerpoint/2010/main" val="847648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8C66-BE78-4A8C-9A9C-96B5C3C0B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OO: Instance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43823-7D55-4D21-8D13-56987CC0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63A6F-D58F-4671-A030-1F78B653D329}"/>
              </a:ext>
            </a:extLst>
          </p:cNvPr>
          <p:cNvSpPr txBox="1"/>
          <p:nvPr/>
        </p:nvSpPr>
        <p:spPr>
          <a:xfrm>
            <a:off x="582706" y="1548033"/>
            <a:ext cx="49018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#instantiating objects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a=Flight(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Virgin"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"Amsterdam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b=Flight(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Ryanair"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"Berlin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 (a)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 (b)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 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a.takeoff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 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b.takeoff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7EB3FC-DF61-4DC0-96C9-622BC015C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957" y="2765951"/>
            <a:ext cx="4991100" cy="800100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06E69316-29AF-47B7-A569-0A0C380A355E}"/>
              </a:ext>
            </a:extLst>
          </p:cNvPr>
          <p:cNvSpPr/>
          <p:nvPr/>
        </p:nvSpPr>
        <p:spPr>
          <a:xfrm rot="5400000">
            <a:off x="7066303" y="-450512"/>
            <a:ext cx="349634" cy="8854568"/>
          </a:xfrm>
          <a:prstGeom prst="leftBrace">
            <a:avLst>
              <a:gd name="adj1" fmla="val 8333"/>
              <a:gd name="adj2" fmla="val 49659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9212C-4D8E-4359-B163-7C2B6C9B657B}"/>
              </a:ext>
            </a:extLst>
          </p:cNvPr>
          <p:cNvSpPr txBox="1"/>
          <p:nvPr/>
        </p:nvSpPr>
        <p:spPr>
          <a:xfrm>
            <a:off x="3741684" y="4663636"/>
            <a:ext cx="8681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__str__(self):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"Flight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from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.airport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to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.destination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A3FC6-FC21-43B6-A6D5-3C401B1BEC4C}"/>
              </a:ext>
            </a:extLst>
          </p:cNvPr>
          <p:cNvSpPr txBox="1"/>
          <p:nvPr/>
        </p:nvSpPr>
        <p:spPr>
          <a:xfrm>
            <a:off x="2813836" y="4072267"/>
            <a:ext cx="905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In </a:t>
            </a:r>
            <a:r>
              <a:rPr lang="nl-BE" err="1"/>
              <a:t>the</a:t>
            </a:r>
            <a:r>
              <a:rPr lang="nl-BE"/>
              <a:t> </a:t>
            </a:r>
            <a:r>
              <a:rPr lang="nl-BE" err="1"/>
              <a:t>takeoff</a:t>
            </a:r>
            <a:r>
              <a:rPr lang="nl-BE"/>
              <a:t> </a:t>
            </a:r>
            <a:r>
              <a:rPr lang="nl-BE" err="1"/>
              <a:t>method</a:t>
            </a:r>
            <a:r>
              <a:rPr lang="nl-BE"/>
              <a:t> </a:t>
            </a:r>
            <a:r>
              <a:rPr lang="nl-BE" err="1"/>
              <a:t>the</a:t>
            </a:r>
            <a:r>
              <a:rPr lang="nl-BE"/>
              <a:t> object (</a:t>
            </a:r>
            <a:r>
              <a:rPr lang="nl-BE" err="1"/>
              <a:t>self</a:t>
            </a:r>
            <a:r>
              <a:rPr lang="nl-BE"/>
              <a:t>) is </a:t>
            </a:r>
            <a:r>
              <a:rPr lang="nl-BE" err="1"/>
              <a:t>called</a:t>
            </a:r>
            <a:r>
              <a:rPr lang="nl-BE"/>
              <a:t> </a:t>
            </a:r>
            <a:r>
              <a:rPr lang="nl-BE" err="1"/>
              <a:t>so</a:t>
            </a:r>
            <a:r>
              <a:rPr lang="nl-BE"/>
              <a:t> </a:t>
            </a:r>
            <a:r>
              <a:rPr lang="nl-BE" err="1"/>
              <a:t>the</a:t>
            </a:r>
            <a:r>
              <a:rPr lang="nl-BE"/>
              <a:t> default output set in __</a:t>
            </a:r>
            <a:r>
              <a:rPr lang="nl-BE" err="1"/>
              <a:t>str</a:t>
            </a:r>
            <a:r>
              <a:rPr lang="nl-BE"/>
              <a:t>__() </a:t>
            </a:r>
            <a:r>
              <a:rPr lang="nl-BE" err="1"/>
              <a:t>appears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59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: afgeronde hoeken 7">
            <a:extLst>
              <a:ext uri="{FF2B5EF4-FFF2-40B4-BE49-F238E27FC236}">
                <a16:creationId xmlns:a16="http://schemas.microsoft.com/office/drawing/2014/main" id="{AF6C9CD8-CFE3-4A6E-AC6C-B5B1BBAB538F}"/>
              </a:ext>
            </a:extLst>
          </p:cNvPr>
          <p:cNvSpPr/>
          <p:nvPr/>
        </p:nvSpPr>
        <p:spPr>
          <a:xfrm>
            <a:off x="430923" y="4413150"/>
            <a:ext cx="11361683" cy="23083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nl-BE">
              <a:solidFill>
                <a:srgbClr val="4584B6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E0D8A-8115-48B5-AE0E-0A0021C2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OO: Inheritance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92B1-A80F-43DA-A7E8-6F88E06D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10BE5-42FA-4A50-A94B-50927D91BE4B}"/>
              </a:ext>
            </a:extLst>
          </p:cNvPr>
          <p:cNvSpPr txBox="1"/>
          <p:nvPr/>
        </p:nvSpPr>
        <p:spPr>
          <a:xfrm>
            <a:off x="582706" y="1424769"/>
            <a:ext cx="78196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CommercialFlight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inherits Flight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CommercialFlight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(Flight):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__(self, operator, destination, passengers):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super().__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__(operator, destination)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.passengers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passengers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instantiating </a:t>
            </a:r>
            <a:r>
              <a:rPr 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CommercialFlight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objects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CommercialFlight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"Virgin"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"Copenhagen"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AAAA13-E78E-4330-8B35-9EC8346930BA}"/>
              </a:ext>
            </a:extLst>
          </p:cNvPr>
          <p:cNvSpPr txBox="1"/>
          <p:nvPr/>
        </p:nvSpPr>
        <p:spPr>
          <a:xfrm>
            <a:off x="640588" y="4500290"/>
            <a:ext cx="114778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create a class that inherits the functionality from another class, send the parent class as a parameter when creating the child class.</a:t>
            </a:r>
          </a:p>
          <a:p>
            <a:endParaRPr lang="en-US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>
                <a:solidFill>
                  <a:srgbClr val="000000"/>
                </a:solidFill>
                <a:latin typeface="Verdana" panose="020B0604030504040204" pitchFamily="34" charset="0"/>
              </a:rPr>
              <a:t>The Flight class is extended with the attribute ‘passengers’</a:t>
            </a:r>
          </a:p>
          <a:p>
            <a:r>
              <a:rPr lang="en-US">
                <a:solidFill>
                  <a:srgbClr val="000000"/>
                </a:solidFill>
                <a:latin typeface="Verdana" panose="020B0604030504040204" pitchFamily="34" charset="0"/>
              </a:rPr>
              <a:t>BUT the child's __</a:t>
            </a:r>
            <a:r>
              <a:rPr lang="en-US" err="1">
                <a:solidFill>
                  <a:srgbClr val="000000"/>
                </a:solidFill>
                <a:latin typeface="Verdana" panose="020B0604030504040204" pitchFamily="34" charset="0"/>
              </a:rPr>
              <a:t>init</a:t>
            </a:r>
            <a:r>
              <a:rPr lang="en-US">
                <a:solidFill>
                  <a:srgbClr val="000000"/>
                </a:solidFill>
                <a:latin typeface="Verdana" panose="020B0604030504040204" pitchFamily="34" charset="0"/>
              </a:rPr>
              <a:t>__() function overrides the inheritance of the parent's __</a:t>
            </a:r>
            <a:r>
              <a:rPr lang="en-US" err="1">
                <a:solidFill>
                  <a:srgbClr val="000000"/>
                </a:solidFill>
                <a:latin typeface="Verdana" panose="020B0604030504040204" pitchFamily="34" charset="0"/>
              </a:rPr>
              <a:t>init</a:t>
            </a:r>
            <a:r>
              <a:rPr lang="en-US">
                <a:solidFill>
                  <a:srgbClr val="000000"/>
                </a:solidFill>
                <a:latin typeface="Verdana" panose="020B0604030504040204" pitchFamily="34" charset="0"/>
              </a:rPr>
              <a:t>__() function.</a:t>
            </a:r>
            <a:br>
              <a:rPr lang="en-US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US">
                <a:solidFill>
                  <a:srgbClr val="000000"/>
                </a:solidFill>
                <a:latin typeface="Verdana" panose="020B0604030504040204" pitchFamily="34" charset="0"/>
              </a:rPr>
              <a:t>Hence a call to the parent’s __</a:t>
            </a:r>
            <a:r>
              <a:rPr lang="en-US" err="1">
                <a:solidFill>
                  <a:srgbClr val="000000"/>
                </a:solidFill>
                <a:latin typeface="Verdana" panose="020B0604030504040204" pitchFamily="34" charset="0"/>
              </a:rPr>
              <a:t>init</a:t>
            </a:r>
            <a:r>
              <a:rPr lang="en-US">
                <a:solidFill>
                  <a:srgbClr val="000000"/>
                </a:solidFill>
                <a:latin typeface="Verdana" panose="020B0604030504040204" pitchFamily="34" charset="0"/>
              </a:rPr>
              <a:t>__() function is required. </a:t>
            </a:r>
            <a:br>
              <a:rPr lang="en-US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US">
                <a:solidFill>
                  <a:srgbClr val="000000"/>
                </a:solidFill>
                <a:latin typeface="Verdana" panose="020B0604030504040204" pitchFamily="34" charset="0"/>
              </a:rPr>
              <a:t>Via the super() function you can call all the functionality of the parent class.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C08C00-76D3-4022-8C3A-65F578168CD5}"/>
              </a:ext>
            </a:extLst>
          </p:cNvPr>
          <p:cNvCxnSpPr/>
          <p:nvPr/>
        </p:nvCxnSpPr>
        <p:spPr>
          <a:xfrm>
            <a:off x="6432331" y="2564524"/>
            <a:ext cx="13453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56A65347-6CAB-4814-BACB-BD74B0AC4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201" y="3996743"/>
            <a:ext cx="348615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7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7E51C-88F8-49C5-8592-4B8C5AD2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OO: Inheritance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06606-2BC1-48FC-B309-7BF01CB24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69A43-A2C2-4B7D-9F5F-E29288516B53}"/>
              </a:ext>
            </a:extLst>
          </p:cNvPr>
          <p:cNvSpPr txBox="1"/>
          <p:nvPr/>
        </p:nvSpPr>
        <p:spPr>
          <a:xfrm>
            <a:off x="582706" y="1562927"/>
            <a:ext cx="1040261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CommercialFlight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inherits Flight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CommercialFlight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(Flight):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__(self, operator, destination, passengers):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super().__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__(operator, destination)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.passengers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passengers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extra function for commercial flights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startboarding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(self, ready):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ready: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.passengers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passengers can start boarding on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boarding yet for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instantiating </a:t>
            </a:r>
            <a:r>
              <a:rPr 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CommercialFlight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objects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CommercialFlight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"Virgin"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"Copenhagen"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c.startboarding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c.takeoff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4BEF2E-A003-44ED-95AC-A0297DF52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118" y="6292850"/>
            <a:ext cx="69056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62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118267-DBA9-466D-911C-F695AB04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Time to practice OO programming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EB159-357B-42F8-B591-CCDC7D47D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Exercise 1:  HR Payroll system</a:t>
            </a: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Exercise 1 extra: Abstract classes in Python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846B3D-6CF3-40AA-B3B6-2AABFDDCD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9</a:t>
            </a:fld>
            <a:endParaRPr lang="nl-BE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336876B6-237A-49DD-9FC9-07B5BFA767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61"/>
          <a:stretch/>
        </p:blipFill>
        <p:spPr bwMode="auto">
          <a:xfrm>
            <a:off x="796946" y="2344614"/>
            <a:ext cx="1874520" cy="16979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2B1C99-36C3-4304-8759-E7E21E5ABD26}"/>
              </a:ext>
            </a:extLst>
          </p:cNvPr>
          <p:cNvSpPr txBox="1"/>
          <p:nvPr/>
        </p:nvSpPr>
        <p:spPr>
          <a:xfrm>
            <a:off x="796946" y="5019527"/>
            <a:ext cx="6101254" cy="287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n-US" sz="180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8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18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80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ABC, </a:t>
            </a:r>
            <a:r>
              <a:rPr lang="en-US" sz="180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abstractmethod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750A9-04DD-4737-BA32-DE2EE505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noProof="0"/>
              <a:t>Built-in functions for working with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3FF8E-6898-4843-B10E-41A070076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Enumerate()</a:t>
            </a:r>
          </a:p>
          <a:p>
            <a:r>
              <a:rPr lang="en-US" noProof="0"/>
              <a:t>Zip()</a:t>
            </a:r>
          </a:p>
          <a:p>
            <a:r>
              <a:rPr lang="en-US" noProof="0"/>
              <a:t>Map()</a:t>
            </a:r>
          </a:p>
          <a:p>
            <a:r>
              <a:rPr lang="en-US" noProof="0"/>
              <a:t>Filter()</a:t>
            </a:r>
          </a:p>
          <a:p>
            <a:r>
              <a:rPr lang="en-US" noProof="0"/>
              <a:t>Using Lambda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4A548-4AC1-4086-99A5-2DFF87BC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9288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4BBF-5BDA-4518-AC77-25D140FE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Collection-based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DDC10-8163-46F8-B58C-BFB219847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513295" cy="4626069"/>
          </a:xfrm>
        </p:spPr>
        <p:txBody>
          <a:bodyPr/>
          <a:lstStyle/>
          <a:p>
            <a:r>
              <a:rPr lang="en-US" noProof="0"/>
              <a:t>To iterate over a collection, use a for-loop</a:t>
            </a:r>
          </a:p>
          <a:p>
            <a:r>
              <a:rPr lang="en-US" noProof="0"/>
              <a:t>To show the index number of each item in the collection, use a counter</a:t>
            </a:r>
          </a:p>
          <a:p>
            <a:r>
              <a:rPr lang="en-US" noProof="0"/>
              <a:t>Now each item in the collection is retrieved by index</a:t>
            </a:r>
          </a:p>
          <a:p>
            <a:r>
              <a:rPr lang="en-US" noProof="0"/>
              <a:t>The first element in the collection has index number 0</a:t>
            </a:r>
          </a:p>
          <a:p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01CB0-C6A5-4B8A-BDFA-E04C9926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D23D89-8206-48F0-A1F7-34F62548F27E}"/>
              </a:ext>
            </a:extLst>
          </p:cNvPr>
          <p:cNvSpPr txBox="1"/>
          <p:nvPr/>
        </p:nvSpPr>
        <p:spPr>
          <a:xfrm>
            <a:off x="6297674" y="1592387"/>
            <a:ext cx="5417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 = [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"Ann"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"Bert"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"Chris"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"Dave"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 </a:t>
            </a:r>
            <a: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students:</a:t>
            </a:r>
          </a:p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print(student)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A4937A-3852-4976-BBCF-228A14878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5715" y="2217211"/>
            <a:ext cx="598085" cy="9316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464699-1F16-4B30-83BC-438AA1EF6119}"/>
              </a:ext>
            </a:extLst>
          </p:cNvPr>
          <p:cNvSpPr txBox="1"/>
          <p:nvPr/>
        </p:nvSpPr>
        <p:spPr>
          <a:xfrm>
            <a:off x="6274524" y="3423944"/>
            <a:ext cx="61012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range(len(students)):</a:t>
            </a:r>
          </a:p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 (i, students[i])</a:t>
            </a:r>
            <a:b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range(len(students)):</a:t>
            </a:r>
          </a:p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 (i+</a:t>
            </a:r>
            <a:r>
              <a:rPr lang="en-US" b="0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students[i])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87A64C-324C-487E-AC12-52A61CCF0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579" y="3448406"/>
            <a:ext cx="948716" cy="10360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7C570E-1ECB-44D1-A6ED-50804ED46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5715" y="4825169"/>
            <a:ext cx="1036892" cy="114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88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67696-8F84-4DB0-9425-2A9BA44E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Enumerate() for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E0284-E35B-467D-8141-730C9B0AE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550894"/>
            <a:ext cx="5219004" cy="4626069"/>
          </a:xfrm>
        </p:spPr>
        <p:txBody>
          <a:bodyPr>
            <a:noAutofit/>
          </a:bodyPr>
          <a:lstStyle/>
          <a:p>
            <a:r>
              <a:rPr lang="en-US" sz="2600" noProof="0"/>
              <a:t>A more Pythonic way to add a counter is using the built-in enumerate() function.</a:t>
            </a:r>
          </a:p>
          <a:p>
            <a:r>
              <a:rPr lang="en-US" sz="2600" noProof="0"/>
              <a:t>enumerate() gives you back two loop variables:</a:t>
            </a:r>
          </a:p>
          <a:p>
            <a:pPr lvl="1"/>
            <a:r>
              <a:rPr lang="en-US" sz="2400" noProof="0"/>
              <a:t>The count of the current iteration</a:t>
            </a:r>
          </a:p>
          <a:p>
            <a:pPr lvl="1"/>
            <a:r>
              <a:rPr lang="en-US" sz="2400" noProof="0"/>
              <a:t>The value of the item at the current iteration</a:t>
            </a:r>
          </a:p>
          <a:p>
            <a:r>
              <a:rPr lang="en-US" sz="2600" noProof="0"/>
              <a:t>Just like with a normal for loop, the loop variables can be named whatever you want them to be named.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D2675-4B08-498A-B713-D81E5967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C9D933-04EC-4875-A130-A846A28FDB76}"/>
              </a:ext>
            </a:extLst>
          </p:cNvPr>
          <p:cNvSpPr txBox="1"/>
          <p:nvPr/>
        </p:nvSpPr>
        <p:spPr>
          <a:xfrm>
            <a:off x="6001408" y="1550894"/>
            <a:ext cx="63035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student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(students):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student)</a:t>
            </a: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#By default the index counter starts at 0</a:t>
            </a:r>
            <a:b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To print a natural counting number as an 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output for the user, you can use the start #argument for enumerate() to change the starting #count to 1</a:t>
            </a:r>
          </a:p>
          <a:p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student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(students, start=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student)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3F1339-C9EA-4913-8599-E4B3112A9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559" y="1750273"/>
            <a:ext cx="1036892" cy="11323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7642A8-B9C5-4828-A137-724A4CD98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113" y="5502189"/>
            <a:ext cx="1036892" cy="114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97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6F77-E098-42DA-B1A2-FD342E333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Enumerate()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ED065-558B-4FC6-A298-55549B64C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6218925" cy="4626069"/>
          </a:xfrm>
        </p:spPr>
        <p:txBody>
          <a:bodyPr>
            <a:normAutofit/>
          </a:bodyPr>
          <a:lstStyle/>
          <a:p>
            <a:r>
              <a:rPr lang="en-US" noProof="0"/>
              <a:t>Enumerate() returns a list of tuples, combining every element in the list with its index.</a:t>
            </a:r>
          </a:p>
          <a:p>
            <a:r>
              <a:rPr lang="en-US" noProof="0"/>
              <a:t>Note the two variables </a:t>
            </a:r>
            <a:r>
              <a:rPr lang="en-US" noProof="0" err="1"/>
              <a:t>i</a:t>
            </a:r>
            <a:r>
              <a:rPr lang="en-US" noProof="0"/>
              <a:t> &amp; student: During iteration every tuple is automatically stored in these two variables.</a:t>
            </a:r>
          </a:p>
          <a:p>
            <a:endParaRPr lang="en-US" noProof="0"/>
          </a:p>
          <a:p>
            <a:r>
              <a:rPr lang="en-US" noProof="0"/>
              <a:t>This principle is called argument unpacking. </a:t>
            </a:r>
          </a:p>
          <a:p>
            <a:endParaRPr lang="en-US" noProof="0"/>
          </a:p>
          <a:p>
            <a:pPr lvl="1"/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5EB5E-C76F-491B-A1EC-B806957A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4A558E-E640-478C-8332-D80D4BF4B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520" y="3359550"/>
            <a:ext cx="4648200" cy="2952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F578B1-DFF4-4F78-9701-5483936A9918}"/>
              </a:ext>
            </a:extLst>
          </p:cNvPr>
          <p:cNvSpPr txBox="1"/>
          <p:nvPr/>
        </p:nvSpPr>
        <p:spPr>
          <a:xfrm>
            <a:off x="6801630" y="1604753"/>
            <a:ext cx="61014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student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(students):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student)</a:t>
            </a:r>
          </a:p>
          <a:p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#enumerate returns list of tuples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print(list(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(students)))</a:t>
            </a:r>
          </a:p>
        </p:txBody>
      </p:sp>
    </p:spTree>
    <p:extLst>
      <p:ext uri="{BB962C8B-B14F-4D97-AF65-F5344CB8AC3E}">
        <p14:creationId xmlns:p14="http://schemas.microsoft.com/office/powerpoint/2010/main" val="240228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834E-8A03-4A94-A965-7535E49C3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Zip() for parallel iteration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B402083-B8C9-4B35-888D-6181F64E3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145452" cy="5081134"/>
          </a:xfrm>
        </p:spPr>
        <p:txBody>
          <a:bodyPr/>
          <a:lstStyle/>
          <a:p>
            <a:r>
              <a:rPr lang="en-US" noProof="0"/>
              <a:t>To loop over </a:t>
            </a:r>
            <a:r>
              <a:rPr lang="en-US" noProof="0" err="1"/>
              <a:t>iterables</a:t>
            </a:r>
            <a:r>
              <a:rPr lang="en-US" noProof="0"/>
              <a:t> of the same length, use the zip() function.</a:t>
            </a:r>
          </a:p>
          <a:p>
            <a:r>
              <a:rPr lang="en-US" noProof="0"/>
              <a:t>Zip() gives you back a loop variable for each </a:t>
            </a:r>
            <a:r>
              <a:rPr lang="en-US" noProof="0" err="1"/>
              <a:t>iterable</a:t>
            </a:r>
            <a:r>
              <a:rPr lang="en-US" noProof="0"/>
              <a:t>.</a:t>
            </a:r>
          </a:p>
          <a:p>
            <a:r>
              <a:rPr lang="en-US" noProof="0"/>
              <a:t>The loop variables can be named </a:t>
            </a:r>
            <a:r>
              <a:rPr lang="en-US" noProof="0" err="1"/>
              <a:t>wathever</a:t>
            </a:r>
            <a:r>
              <a:rPr lang="en-US" noProof="0"/>
              <a:t> you want.</a:t>
            </a:r>
            <a:br>
              <a:rPr lang="en-US" noProof="0"/>
            </a:br>
            <a:r>
              <a:rPr lang="en-US" noProof="0"/>
              <a:t>E.g.</a:t>
            </a:r>
          </a:p>
          <a:p>
            <a:pPr lvl="1"/>
            <a:r>
              <a:rPr lang="en-US" noProof="0"/>
              <a:t>student for students</a:t>
            </a:r>
          </a:p>
          <a:p>
            <a:pPr lvl="1"/>
            <a:r>
              <a:rPr lang="en-US" noProof="0"/>
              <a:t>grade for grades</a:t>
            </a:r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59899-75C3-4129-8AD0-BCE933FE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9E5243-A4D2-4366-893B-613DDF0018F3}"/>
              </a:ext>
            </a:extLst>
          </p:cNvPr>
          <p:cNvSpPr txBox="1"/>
          <p:nvPr/>
        </p:nvSpPr>
        <p:spPr>
          <a:xfrm>
            <a:off x="5743285" y="1569590"/>
            <a:ext cx="61304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 = [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"Ann"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"Bert"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"Chris"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"Dave"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grades=[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From the Python course in 1ITF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(students)):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print(i+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students[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],grades[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endParaRPr lang="en-US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endParaRPr lang="en-US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#more Pythonic way to achieve this is by using</a:t>
            </a:r>
            <a:b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#built-in zip() function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student, grade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zip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students,grades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student,grade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B80BAD-1236-449B-914C-7DDFF3E8F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975" y="2501090"/>
            <a:ext cx="1009650" cy="771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0737BD-CC9D-4DAD-93DC-DA6C55D87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053" y="4881627"/>
            <a:ext cx="8191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48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6F77-E098-42DA-B1A2-FD342E333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Zip()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ED065-558B-4FC6-A298-55549B64C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550894"/>
            <a:ext cx="5818095" cy="4626069"/>
          </a:xfrm>
        </p:spPr>
        <p:txBody>
          <a:bodyPr>
            <a:normAutofit fontScale="92500" lnSpcReduction="10000"/>
          </a:bodyPr>
          <a:lstStyle/>
          <a:p>
            <a:r>
              <a:rPr lang="en-US" noProof="0"/>
              <a:t>Python’s zip() function is defined as zip(*</a:t>
            </a:r>
            <a:r>
              <a:rPr lang="en-US" noProof="0" err="1"/>
              <a:t>iterables</a:t>
            </a:r>
            <a:r>
              <a:rPr lang="en-US" noProof="0"/>
              <a:t>). </a:t>
            </a:r>
            <a:br>
              <a:rPr lang="en-US" noProof="0"/>
            </a:br>
            <a:endParaRPr lang="en-US" noProof="0"/>
          </a:p>
          <a:p>
            <a:r>
              <a:rPr lang="en-US" noProof="0"/>
              <a:t>The function takes in x </a:t>
            </a:r>
            <a:r>
              <a:rPr lang="en-US" noProof="0" err="1"/>
              <a:t>iterables</a:t>
            </a:r>
            <a:r>
              <a:rPr lang="en-US" noProof="0"/>
              <a:t> as arguments and returns a list of tuples containing elements from each </a:t>
            </a:r>
            <a:r>
              <a:rPr lang="en-US" noProof="0" err="1"/>
              <a:t>iterable</a:t>
            </a:r>
            <a:r>
              <a:rPr lang="en-US" noProof="0"/>
              <a:t>. </a:t>
            </a:r>
          </a:p>
          <a:p>
            <a:endParaRPr lang="en-US" noProof="0"/>
          </a:p>
          <a:p>
            <a:r>
              <a:rPr lang="en-US" noProof="0"/>
              <a:t>Pay attention to the length of your </a:t>
            </a:r>
            <a:r>
              <a:rPr lang="en-US" noProof="0" err="1"/>
              <a:t>iterables</a:t>
            </a:r>
            <a:r>
              <a:rPr lang="en-US" noProof="0"/>
              <a:t>. When the </a:t>
            </a:r>
            <a:r>
              <a:rPr lang="en-US" noProof="0" err="1"/>
              <a:t>iterables</a:t>
            </a:r>
            <a:r>
              <a:rPr lang="en-US" noProof="0"/>
              <a:t> you pass in as arguments aren’t the same length, the number of elements that zip() puts out will be equal to the length of the shortest </a:t>
            </a:r>
            <a:r>
              <a:rPr lang="en-US" noProof="0" err="1"/>
              <a:t>iterable</a:t>
            </a:r>
            <a:r>
              <a:rPr lang="en-US" noProof="0"/>
              <a:t>. </a:t>
            </a:r>
          </a:p>
          <a:p>
            <a:endParaRPr lang="en-US" noProof="0"/>
          </a:p>
          <a:p>
            <a:pPr lvl="1"/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5EB5E-C76F-491B-A1EC-B806957A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789064-A991-47F2-BA10-A2F50F9F9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660" y="3293976"/>
            <a:ext cx="5621301" cy="2710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E11716-1145-473B-AE94-8E83704F4DF1}"/>
              </a:ext>
            </a:extLst>
          </p:cNvPr>
          <p:cNvSpPr txBox="1"/>
          <p:nvPr/>
        </p:nvSpPr>
        <p:spPr>
          <a:xfrm>
            <a:off x="6544660" y="1622440"/>
            <a:ext cx="60998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student, grade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zip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students,grades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student,grade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#zip returns list of tuples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print(list(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zip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(students, grades)))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D66041-242E-43D8-AF58-9899874695BC}"/>
              </a:ext>
            </a:extLst>
          </p:cNvPr>
          <p:cNvSpPr txBox="1"/>
          <p:nvPr/>
        </p:nvSpPr>
        <p:spPr>
          <a:xfrm>
            <a:off x="6623613" y="4246155"/>
            <a:ext cx="6360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#in case of unequal length?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print(list(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zip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(students, grades, range(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569F3F5-A319-46B6-B728-7905AD93B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032" y="5301486"/>
            <a:ext cx="3029553" cy="23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517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6F46-6D91-41E2-85E7-AED8C893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Zip() &amp; Enumerate()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A5768-9B4A-4BAD-907E-C75637549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501265" cy="4626069"/>
          </a:xfrm>
        </p:spPr>
        <p:txBody>
          <a:bodyPr/>
          <a:lstStyle/>
          <a:p>
            <a:r>
              <a:rPr lang="en-US" noProof="0"/>
              <a:t>You can combine zip() and enumerate() by using </a:t>
            </a:r>
            <a:r>
              <a:rPr lang="en-US" b="1" noProof="0">
                <a:solidFill>
                  <a:srgbClr val="446785"/>
                </a:solidFill>
              </a:rPr>
              <a:t>nested</a:t>
            </a:r>
            <a:r>
              <a:rPr lang="en-US" noProof="0"/>
              <a:t> argument unpacking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 the for loop, you nest zip() inside enumerate(). This means that each time the for loop iterates, enumerate() yields a tuple with the first value as the count and the second value as another tuple containing the elements from the arguments to zip().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B7F0C-D8EC-4C7B-A539-E0261C61D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D67AB-A82A-47BF-886A-C7A4D5619D51}"/>
              </a:ext>
            </a:extLst>
          </p:cNvPr>
          <p:cNvSpPr txBox="1"/>
          <p:nvPr/>
        </p:nvSpPr>
        <p:spPr>
          <a:xfrm>
            <a:off x="824444" y="2312789"/>
            <a:ext cx="83031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#parallel iteration with print of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counter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,(student, grade)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enumerate(zip(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students,grades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i,student,grade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D236C9-7F40-4EB0-B550-D6265E0F5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875" y="2418294"/>
            <a:ext cx="1082918" cy="9233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B54A61D-A882-4B76-91DA-B5C56F6B2070}"/>
              </a:ext>
            </a:extLst>
          </p:cNvPr>
          <p:cNvSpPr/>
          <p:nvPr/>
        </p:nvSpPr>
        <p:spPr>
          <a:xfrm>
            <a:off x="1284790" y="2604305"/>
            <a:ext cx="2500132" cy="33566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09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BA44-F4E9-40AA-8C65-8C773F071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Map() for calling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18387-DE52-40B3-8F78-5938DDE97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513295" cy="4626069"/>
          </a:xfrm>
        </p:spPr>
        <p:txBody>
          <a:bodyPr/>
          <a:lstStyle/>
          <a:p>
            <a:r>
              <a:rPr lang="en-US" noProof="0"/>
              <a:t>To pass each item in an </a:t>
            </a:r>
            <a:r>
              <a:rPr lang="en-US" noProof="0" err="1"/>
              <a:t>iterable</a:t>
            </a:r>
            <a:r>
              <a:rPr lang="en-US" noProof="0"/>
              <a:t> to a function, you better use map() instead of a traditional for loop</a:t>
            </a:r>
          </a:p>
          <a:p>
            <a:r>
              <a:rPr lang="en-US" noProof="0"/>
              <a:t>Map() has 2 arguments:</a:t>
            </a:r>
          </a:p>
          <a:p>
            <a:pPr lvl="1"/>
            <a:r>
              <a:rPr lang="en-US" noProof="0"/>
              <a:t>the transformation function</a:t>
            </a:r>
          </a:p>
          <a:p>
            <a:pPr lvl="1"/>
            <a:r>
              <a:rPr lang="en-US" noProof="0"/>
              <a:t>the </a:t>
            </a:r>
            <a:r>
              <a:rPr lang="en-US" noProof="0" err="1"/>
              <a:t>iterable</a:t>
            </a:r>
            <a:r>
              <a:rPr lang="en-US" b="1" noProof="0" err="1"/>
              <a:t>s</a:t>
            </a:r>
            <a:r>
              <a:rPr lang="en-US" noProof="0"/>
              <a:t> whose items need to be passed to the function</a:t>
            </a:r>
          </a:p>
          <a:p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593F4-4BEA-402E-B26C-E37986A9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0F64C-CBDD-43A5-B5B0-54D4571AA907}"/>
              </a:ext>
            </a:extLst>
          </p:cNvPr>
          <p:cNvSpPr txBox="1"/>
          <p:nvPr/>
        </p:nvSpPr>
        <p:spPr>
          <a:xfrm>
            <a:off x="6262981" y="1550894"/>
            <a:ext cx="57351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noProof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#function to transform grade in mark</a:t>
            </a:r>
            <a:endParaRPr lang="en-US" b="0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transform(grade):</a:t>
            </a:r>
          </a:p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lookup_dict = {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noProof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lookup_dict.get(grade)</a:t>
            </a:r>
          </a:p>
          <a:p>
            <a:b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noProof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From the Python course in 1ITF</a:t>
            </a:r>
            <a:endParaRPr lang="en-US" b="0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marks=[]</a:t>
            </a:r>
          </a:p>
          <a:p>
            <a: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 </a:t>
            </a:r>
            <a:r>
              <a:rPr lang="en-US" b="0" noProof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grades:</a:t>
            </a:r>
          </a:p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marks.append(transform(grade))</a:t>
            </a:r>
          </a:p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print(marks)</a:t>
            </a:r>
            <a:b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noProof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#more Pythonic way to call function by using #built-in map()</a:t>
            </a:r>
            <a:endParaRPr lang="en-US" b="0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marks = list(</a:t>
            </a:r>
            <a:r>
              <a:rPr lang="en-US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(transform,grades))</a:t>
            </a:r>
          </a:p>
          <a:p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print(marks)</a:t>
            </a:r>
          </a:p>
          <a:p>
            <a:endParaRPr lang="en-US" b="0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790030-7667-4E8B-8EFF-824B56F35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4747" y="5807676"/>
            <a:ext cx="1734853" cy="6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29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59B0-2A8B-444D-B8A2-FCD17392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Map()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4DD84-21E2-45C3-A9D8-0B3550F10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513295" cy="46260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noProof="0"/>
              <a:t>Here you see an example of a function that needs 2 incoming arguments.</a:t>
            </a:r>
          </a:p>
          <a:p>
            <a:pPr marL="0" indent="0">
              <a:buNone/>
            </a:pPr>
            <a:r>
              <a:rPr lang="en-US" noProof="0"/>
              <a:t>pow() takes two arguments, x and y, and returns x to the power of y. </a:t>
            </a:r>
          </a:p>
          <a:p>
            <a:pPr marL="0" indent="0">
              <a:buNone/>
            </a:pPr>
            <a:r>
              <a:rPr lang="en-US" noProof="0"/>
              <a:t>In the first iteration, x will be 1, y will be 4, and the result will be 1. </a:t>
            </a:r>
          </a:p>
          <a:p>
            <a:pPr marL="0" indent="0">
              <a:buNone/>
            </a:pPr>
            <a:r>
              <a:rPr lang="en-US" noProof="0"/>
              <a:t>In the second iteration, x will be 2, y will be 3, and the result will be 8, and so on. </a:t>
            </a:r>
          </a:p>
          <a:p>
            <a:pPr marL="0" indent="0">
              <a:buNone/>
            </a:pPr>
            <a:r>
              <a:rPr lang="en-US" noProof="0"/>
              <a:t>The final </a:t>
            </a:r>
            <a:r>
              <a:rPr lang="en-US" noProof="0" err="1"/>
              <a:t>iterable</a:t>
            </a:r>
            <a:r>
              <a:rPr lang="en-US" noProof="0"/>
              <a:t> is only as long as the shortest </a:t>
            </a:r>
            <a:r>
              <a:rPr lang="en-US" noProof="0" err="1"/>
              <a:t>iterable</a:t>
            </a:r>
            <a:r>
              <a:rPr lang="en-US" noProof="0"/>
              <a:t>, which is the second one in this case.</a:t>
            </a:r>
          </a:p>
          <a:p>
            <a:pPr marL="0" indent="0">
              <a:buNone/>
            </a:pPr>
            <a:endParaRPr lang="en-US" noProof="0"/>
          </a:p>
          <a:p>
            <a:pPr marL="0" indent="0">
              <a:buNone/>
            </a:pPr>
            <a:endParaRPr lang="en-US" noProof="0"/>
          </a:p>
          <a:p>
            <a:pPr marL="0" indent="0">
              <a:buNone/>
            </a:pPr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104F7-436A-4934-AC32-DE7AAC46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8468C-9790-455D-A0AC-829D1627ADA4}"/>
              </a:ext>
            </a:extLst>
          </p:cNvPr>
          <p:cNvSpPr txBox="1"/>
          <p:nvPr/>
        </p:nvSpPr>
        <p:spPr>
          <a:xfrm>
            <a:off x="6314303" y="1550894"/>
            <a:ext cx="6104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 = list(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(pow,[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4,5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print(results)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A8042B-BF9E-4043-93D6-1F9548A3A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189" y="3256103"/>
            <a:ext cx="2253564" cy="427400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77467D34-C433-4F04-950E-DE3EB0868128}"/>
              </a:ext>
            </a:extLst>
          </p:cNvPr>
          <p:cNvSpPr/>
          <p:nvPr/>
        </p:nvSpPr>
        <p:spPr>
          <a:xfrm rot="16200000">
            <a:off x="9605297" y="1635186"/>
            <a:ext cx="782643" cy="1260391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74A81-AE82-4203-9CFC-34A53673DB01}"/>
              </a:ext>
            </a:extLst>
          </p:cNvPr>
          <p:cNvSpPr txBox="1"/>
          <p:nvPr/>
        </p:nvSpPr>
        <p:spPr>
          <a:xfrm>
            <a:off x="9844172" y="2633459"/>
            <a:ext cx="317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000"/>
              <a:t>X</a:t>
            </a:r>
            <a:endParaRPr lang="en-US" sz="2000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5F8714C9-DEBD-40D0-AF74-626F90FDF560}"/>
              </a:ext>
            </a:extLst>
          </p:cNvPr>
          <p:cNvSpPr/>
          <p:nvPr/>
        </p:nvSpPr>
        <p:spPr>
          <a:xfrm rot="16200000">
            <a:off x="10968114" y="1745780"/>
            <a:ext cx="782643" cy="1028636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9D76AF-6718-4C39-BEFB-E65FCD06B4F6}"/>
              </a:ext>
            </a:extLst>
          </p:cNvPr>
          <p:cNvSpPr txBox="1"/>
          <p:nvPr/>
        </p:nvSpPr>
        <p:spPr>
          <a:xfrm>
            <a:off x="11211653" y="2652890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000"/>
              <a:t>Y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7269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7B0D-08E7-480D-8079-C0E66F5F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Filter() for extracting values from </a:t>
            </a:r>
            <a:r>
              <a:rPr lang="en-US" noProof="0" err="1"/>
              <a:t>iterables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E3C70-5E74-41F8-89E8-F9314F434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892236" cy="4626069"/>
          </a:xfrm>
        </p:spPr>
        <p:txBody>
          <a:bodyPr/>
          <a:lstStyle/>
          <a:p>
            <a:r>
              <a:rPr lang="en-US" noProof="0"/>
              <a:t>Filter() applies a Boolean-valued function (a function that returns either True or False according to a specific condition) to an </a:t>
            </a:r>
            <a:r>
              <a:rPr lang="en-US" noProof="0" err="1"/>
              <a:t>iterable</a:t>
            </a:r>
            <a:r>
              <a:rPr lang="en-US" noProof="0"/>
              <a:t> and generates a new </a:t>
            </a:r>
            <a:r>
              <a:rPr lang="en-US" noProof="0" err="1"/>
              <a:t>iterable</a:t>
            </a:r>
            <a:r>
              <a:rPr lang="en-US" noProof="0"/>
              <a:t> containing the items that satisfy the Boolean condition.</a:t>
            </a:r>
          </a:p>
          <a:p>
            <a:pPr lvl="1"/>
            <a:r>
              <a:rPr lang="en-US" noProof="0"/>
              <a:t>Boolean-valued function: passed()</a:t>
            </a:r>
          </a:p>
          <a:p>
            <a:pPr lvl="1"/>
            <a:r>
              <a:rPr lang="en-US" noProof="0" err="1"/>
              <a:t>Iterable</a:t>
            </a:r>
            <a:r>
              <a:rPr lang="en-US" noProof="0"/>
              <a:t> to filter: grades</a:t>
            </a:r>
          </a:p>
          <a:p>
            <a:pPr lvl="1"/>
            <a:r>
              <a:rPr lang="en-US" noProof="0"/>
              <a:t>Output: </a:t>
            </a:r>
            <a:r>
              <a:rPr lang="en-US" noProof="0" err="1"/>
              <a:t>passed_grades</a:t>
            </a:r>
            <a:r>
              <a:rPr lang="en-US" noProof="0"/>
              <a:t> containing only items that satisfy the condition</a:t>
            </a:r>
          </a:p>
          <a:p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BBE1E-2C8B-4AC4-B969-5B938F7D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A8D87-324A-4687-A72A-A79881F45B30}"/>
              </a:ext>
            </a:extLst>
          </p:cNvPr>
          <p:cNvSpPr txBox="1"/>
          <p:nvPr/>
        </p:nvSpPr>
        <p:spPr>
          <a:xfrm>
            <a:off x="6557257" y="1652648"/>
            <a:ext cx="55481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grades=[</a:t>
            </a:r>
            <a:r>
              <a:rPr lang="pt-B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pt-B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pt-B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pt-B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pt-B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pt-B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pt-B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#function returns true in case of A,B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passed(grade):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 = list(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assed,grades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print(results)</a:t>
            </a:r>
          </a:p>
          <a:p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assed_grades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=list(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assed,grades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passed_grades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pt-BR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F621FB-AE39-4830-8956-3EE0368873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36"/>
          <a:stretch/>
        </p:blipFill>
        <p:spPr>
          <a:xfrm>
            <a:off x="6557257" y="5423026"/>
            <a:ext cx="3096913" cy="54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87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F3C7-F1D5-4DAD-95FE-D87BDE6F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Lambda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95FEC-E467-4DFD-8CF0-28DD27208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178" y="1464397"/>
            <a:ext cx="5708822" cy="4626069"/>
          </a:xfrm>
        </p:spPr>
        <p:txBody>
          <a:bodyPr/>
          <a:lstStyle/>
          <a:p>
            <a:r>
              <a:rPr lang="en-US" noProof="0"/>
              <a:t>A lambda function is an anonymous function, hence a function without a name. </a:t>
            </a:r>
          </a:p>
          <a:p>
            <a:r>
              <a:rPr lang="en-US" noProof="0"/>
              <a:t>In Python, an anonymous function is created with the </a:t>
            </a:r>
            <a:r>
              <a:rPr lang="en-US" noProof="0">
                <a:solidFill>
                  <a:srgbClr val="4584B6"/>
                </a:solidFill>
              </a:rPr>
              <a:t>lambda</a:t>
            </a:r>
            <a:r>
              <a:rPr lang="en-US" noProof="0"/>
              <a:t> keyword.</a:t>
            </a:r>
          </a:p>
          <a:p>
            <a:r>
              <a:rPr lang="en-US" noProof="0"/>
              <a:t>Syntax:</a:t>
            </a:r>
          </a:p>
          <a:p>
            <a:pPr lvl="1"/>
            <a:r>
              <a:rPr lang="en-US" noProof="0">
                <a:solidFill>
                  <a:srgbClr val="4584B6"/>
                </a:solidFill>
              </a:rPr>
              <a:t>lambda</a:t>
            </a:r>
            <a:r>
              <a:rPr lang="en-US" noProof="0"/>
              <a:t> </a:t>
            </a:r>
            <a:r>
              <a:rPr lang="en-US" noProof="0" err="1"/>
              <a:t>parameters:expression</a:t>
            </a:r>
            <a:endParaRPr lang="en-US" noProof="0"/>
          </a:p>
          <a:p>
            <a:pPr marL="457200" lvl="1" indent="0">
              <a:buNone/>
            </a:pPr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9B389-FA78-4594-BA95-6B95ABCE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7B4ED-4739-4CA3-AFF4-B4B4F734FB10}"/>
              </a:ext>
            </a:extLst>
          </p:cNvPr>
          <p:cNvSpPr txBox="1"/>
          <p:nvPr/>
        </p:nvSpPr>
        <p:spPr>
          <a:xfrm>
            <a:off x="6483178" y="1464397"/>
            <a:ext cx="57088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#Immediately invoked lambda functions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x,y:x+y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:x+y+z)(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:sum(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C65C67-25B8-4813-A095-DCB346F15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095" y="2018278"/>
            <a:ext cx="420743" cy="93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53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D23C-24C1-4A79-BF63-D82DA4D2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Lambda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D4A71-DAF3-4892-AE3C-3F1D0EFD3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626069"/>
          </a:xfrm>
        </p:spPr>
        <p:txBody>
          <a:bodyPr/>
          <a:lstStyle/>
          <a:p>
            <a:r>
              <a:rPr lang="en-US" noProof="0"/>
              <a:t>Lambda functions are regularly used with the built-in functions map() and filter()</a:t>
            </a:r>
          </a:p>
          <a:p>
            <a:r>
              <a:rPr lang="en-US" noProof="0"/>
              <a:t>We can rewrite the previous examples of map() and filter() without using a predefined function but using a lambda function instead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A715D-FA90-4E75-B68B-556104A8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2E224-C998-4CD6-9C7D-AD6D21CC1DB7}"/>
              </a:ext>
            </a:extLst>
          </p:cNvPr>
          <p:cNvSpPr txBox="1"/>
          <p:nvPr/>
        </p:nvSpPr>
        <p:spPr>
          <a:xfrm>
            <a:off x="975094" y="3568038"/>
            <a:ext cx="97629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#lambda functions in combination with filter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grades=[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passed_grades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list(filter(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grade:grade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),grades))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passed_grades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#lambda functions in combination with map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marks = list(map(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grade:{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}.get(grade),grades))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 (marks)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D08D48-526E-4084-849D-0125CD86B4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598"/>
          <a:stretch/>
        </p:blipFill>
        <p:spPr>
          <a:xfrm>
            <a:off x="9792638" y="4658497"/>
            <a:ext cx="2218129" cy="2825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9B3D08-64BA-42E8-A958-A36DD36E4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559" y="5825761"/>
            <a:ext cx="1934193" cy="3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68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56D2-FF4E-4CED-A69E-CAA1AEA8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List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E1B5-A90B-4E19-B9D9-7B40BA99C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List comprehension in Python is an easy and compact syntax for creating a list from a string or another list. </a:t>
            </a:r>
          </a:p>
          <a:p>
            <a:r>
              <a:rPr lang="en-US" noProof="0"/>
              <a:t>It is a very concise way to create a new list by performing an operation on each item in the existing list. </a:t>
            </a:r>
          </a:p>
          <a:p>
            <a:r>
              <a:rPr lang="en-US" noProof="0"/>
              <a:t>List comprehension is considerably faster than processing a list using the for loop.</a:t>
            </a:r>
          </a:p>
          <a:p>
            <a:r>
              <a:rPr lang="en-US" noProof="0"/>
              <a:t>List comprehension is an alternative for the built-in functions map() and filter() </a:t>
            </a:r>
          </a:p>
          <a:p>
            <a:r>
              <a:rPr lang="en-US" noProof="0"/>
              <a:t>Syntax:  </a:t>
            </a:r>
            <a:br>
              <a:rPr lang="en-US" noProof="0"/>
            </a:br>
            <a:r>
              <a:rPr lang="en-US" sz="2400" noProof="0">
                <a:latin typeface="Consolas" panose="020B0609020204030204" pitchFamily="49" charset="0"/>
              </a:rPr>
              <a:t>[output expression </a:t>
            </a:r>
            <a:r>
              <a:rPr lang="en-US" sz="2400" noProof="0">
                <a:solidFill>
                  <a:srgbClr val="4584B6"/>
                </a:solidFill>
                <a:latin typeface="Consolas" panose="020B0609020204030204" pitchFamily="49" charset="0"/>
              </a:rPr>
              <a:t>for</a:t>
            </a:r>
            <a:r>
              <a:rPr lang="en-US" sz="2400" noProof="0">
                <a:latin typeface="Consolas" panose="020B0609020204030204" pitchFamily="49" charset="0"/>
              </a:rPr>
              <a:t> element </a:t>
            </a:r>
            <a:r>
              <a:rPr lang="en-US" sz="2400" noProof="0">
                <a:solidFill>
                  <a:srgbClr val="4584B6"/>
                </a:solidFill>
                <a:latin typeface="Consolas" panose="020B0609020204030204" pitchFamily="49" charset="0"/>
              </a:rPr>
              <a:t>in</a:t>
            </a:r>
            <a:r>
              <a:rPr lang="en-US" sz="2400" noProof="0">
                <a:latin typeface="Consolas" panose="020B0609020204030204" pitchFamily="49" charset="0"/>
              </a:rPr>
              <a:t> </a:t>
            </a:r>
            <a:r>
              <a:rPr lang="en-US" sz="2400" noProof="0" err="1">
                <a:latin typeface="Consolas" panose="020B0609020204030204" pitchFamily="49" charset="0"/>
              </a:rPr>
              <a:t>iterable</a:t>
            </a:r>
            <a:r>
              <a:rPr lang="en-US" sz="2400" noProof="0">
                <a:latin typeface="Consolas" panose="020B0609020204030204" pitchFamily="49" charset="0"/>
              </a:rPr>
              <a:t> </a:t>
            </a:r>
            <a:r>
              <a:rPr lang="en-US" sz="2400" noProof="0">
                <a:solidFill>
                  <a:srgbClr val="4584B6"/>
                </a:solidFill>
                <a:latin typeface="Consolas" panose="020B0609020204030204" pitchFamily="49" charset="0"/>
              </a:rPr>
              <a:t>if</a:t>
            </a:r>
            <a:r>
              <a:rPr lang="en-US" sz="2400" noProof="0">
                <a:latin typeface="Consolas" panose="020B0609020204030204" pitchFamily="49" charset="0"/>
              </a:rPr>
              <a:t> condition]</a:t>
            </a:r>
            <a:endParaRPr lang="en-US" noProof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13DFA-8BE3-4555-83D9-83DF03E4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1701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A237-A337-4228-99AF-49D167D6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List comprehension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CCF97-77D0-4F16-82F0-249F44B4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F5F9D99-1701-41D9-8BCF-B254ABAC0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DAE3F3"/>
              </a:clrFrom>
              <a:clrTo>
                <a:srgbClr val="DAE3F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095" y="1844272"/>
            <a:ext cx="7576315" cy="3619314"/>
          </a:xfrm>
          <a:prstGeom prst="rect">
            <a:avLst/>
          </a:prstGeom>
          <a:noFill/>
          <a:ln>
            <a:solidFill>
              <a:srgbClr val="4584B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76564A-136B-4F16-AF48-E67CD7046A7B}"/>
              </a:ext>
            </a:extLst>
          </p:cNvPr>
          <p:cNvSpPr txBox="1"/>
          <p:nvPr/>
        </p:nvSpPr>
        <p:spPr>
          <a:xfrm>
            <a:off x="3212756" y="5725302"/>
            <a:ext cx="6104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lst = [x*</a:t>
            </a:r>
            <a:r>
              <a:rPr lang="nn-NO" sz="240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nn-NO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nn-NO" sz="2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nn-NO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nn-NO" sz="2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nn-NO" sz="2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nn-NO" sz="2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1940569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D4A5-F0F6-454F-8692-0AA5D77D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List comprehension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93AE7-04A4-4A93-A4CD-FC62AA8F8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2D96E-627A-4F49-BD13-D2C6AB438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130" y="1648532"/>
            <a:ext cx="6647935" cy="477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90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A6EA-36A5-4882-AA73-874A8F725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List comprehension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DC558-0302-4DEB-AE67-6EDD32B4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47AC60-2BAF-4723-AA2F-DB7489BC5E0E}"/>
              </a:ext>
            </a:extLst>
          </p:cNvPr>
          <p:cNvSpPr txBox="1"/>
          <p:nvPr/>
        </p:nvSpPr>
        <p:spPr>
          <a:xfrm>
            <a:off x="512689" y="1565905"/>
            <a:ext cx="86126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#basic list comprehension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 = [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print(squares)</a:t>
            </a:r>
          </a:p>
          <a:p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even_numbers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i%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even_numbers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922714-5161-457C-A68F-6836BD943BBC}"/>
              </a:ext>
            </a:extLst>
          </p:cNvPr>
          <p:cNvSpPr txBox="1"/>
          <p:nvPr/>
        </p:nvSpPr>
        <p:spPr>
          <a:xfrm>
            <a:off x="511599" y="3167096"/>
            <a:ext cx="97741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#list comprehension replacing map()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grades=[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marks = [{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}.get(grade)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grades]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print(marks)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results = 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"Fail"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grades]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print(results)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#list comprehension replacing filter()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passed_grades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[grade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grades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]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 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passed_grades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17027B-2F9A-4B5F-8099-5147E727F1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671"/>
          <a:stretch/>
        </p:blipFill>
        <p:spPr>
          <a:xfrm>
            <a:off x="8278371" y="1768716"/>
            <a:ext cx="3595382" cy="4131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A3AE1BA-E116-4E04-9E67-671303FF22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b="32104"/>
          <a:stretch/>
        </p:blipFill>
        <p:spPr>
          <a:xfrm>
            <a:off x="8278371" y="2830251"/>
            <a:ext cx="3101111" cy="4574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560B37-5DF1-4066-B937-C666774FD3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598"/>
          <a:stretch/>
        </p:blipFill>
        <p:spPr>
          <a:xfrm>
            <a:off x="8267764" y="5093222"/>
            <a:ext cx="1561162" cy="19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21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BCF3-DC19-E6A0-F4A6-4682AD09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Copying list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91F94-2FD3-48F7-9723-9EE92CD3D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Python is very tricky when it comes to copying lists</a:t>
            </a:r>
          </a:p>
          <a:p>
            <a:endParaRPr lang="en-US"/>
          </a:p>
          <a:p>
            <a:r>
              <a:rPr lang="en-US"/>
              <a:t>Look at the notebook called “</a:t>
            </a:r>
            <a:r>
              <a:rPr lang="en-US" err="1"/>
              <a:t>deep_vs_shallow_copy.ipynb</a:t>
            </a:r>
            <a:r>
              <a:rPr lang="en-US"/>
              <a:t>”!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A4651-95D7-2C61-BDDB-03B0AB5B6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78568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2F6C-9284-49BC-B6D1-229A5F77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01515-0391-440D-B536-F37FBC975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Descriptive statistics is about describing and summarizing data. It uses two main approaches:</a:t>
            </a:r>
          </a:p>
          <a:p>
            <a:endParaRPr lang="en-US" noProof="0" dirty="0"/>
          </a:p>
          <a:p>
            <a:pPr lvl="1"/>
            <a:r>
              <a:rPr lang="en-US" noProof="0" dirty="0"/>
              <a:t>The quantitative approach describes and summarizes data numerically.</a:t>
            </a:r>
          </a:p>
          <a:p>
            <a:pPr lvl="1"/>
            <a:r>
              <a:rPr lang="en-US" noProof="0" dirty="0"/>
              <a:t>The visual approach illustrates data with charts, plots, histograms, and other graphs.</a:t>
            </a:r>
          </a:p>
          <a:p>
            <a:pPr lvl="1"/>
            <a:endParaRPr lang="en-US" noProof="0" dirty="0"/>
          </a:p>
          <a:p>
            <a:r>
              <a:rPr lang="en-US" noProof="0" dirty="0"/>
              <a:t>In this introductory chapter you use Python’s </a:t>
            </a:r>
            <a:r>
              <a:rPr lang="en-US" i="1" noProof="0" dirty="0">
                <a:solidFill>
                  <a:srgbClr val="4584B6"/>
                </a:solidFill>
              </a:rPr>
              <a:t>statistics </a:t>
            </a:r>
            <a:r>
              <a:rPr lang="en-US" noProof="0" dirty="0"/>
              <a:t>library</a:t>
            </a:r>
            <a:r>
              <a:rPr lang="en-US" i="1" noProof="0" dirty="0"/>
              <a:t>. </a:t>
            </a:r>
            <a:r>
              <a:rPr lang="en-US" noProof="0" dirty="0"/>
              <a:t> This is the basic built-in Python library for descriptive statistics. You can use it if your datasets are not too large or complex.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86321-B8AC-4173-AFEA-B0FD927F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65944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840CB-DA0D-4EE7-BD1B-8A40D60E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Measures of central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07DF-9AC3-4F7E-A758-B64D15976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717589"/>
            <a:ext cx="6423576" cy="4775286"/>
          </a:xfrm>
        </p:spPr>
        <p:txBody>
          <a:bodyPr>
            <a:normAutofit/>
          </a:bodyPr>
          <a:lstStyle/>
          <a:p>
            <a:r>
              <a:rPr lang="en-US" sz="2400" b="0" i="0" noProof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To analyze the central or middle values of datasets:</a:t>
            </a:r>
          </a:p>
          <a:p>
            <a:endParaRPr lang="en-US" sz="2400" noProof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pPr lvl="1"/>
            <a:r>
              <a:rPr lang="en-US" sz="2400" noProof="0">
                <a:solidFill>
                  <a:srgbClr val="222222"/>
                </a:solidFill>
                <a:latin typeface="source sans pro" panose="020B0503030403020204" pitchFamily="34" charset="0"/>
              </a:rPr>
              <a:t>Mean: average</a:t>
            </a:r>
          </a:p>
          <a:p>
            <a:pPr marL="914400" lvl="2" indent="0">
              <a:buNone/>
            </a:pPr>
            <a:endParaRPr lang="en-US" noProof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pPr lvl="1"/>
            <a:r>
              <a:rPr lang="en-US" sz="2400" noProof="0">
                <a:solidFill>
                  <a:srgbClr val="222222"/>
                </a:solidFill>
                <a:latin typeface="source sans pro" panose="020B0503030403020204" pitchFamily="34" charset="0"/>
              </a:rPr>
              <a:t>Median: middle value of data set </a:t>
            </a:r>
          </a:p>
          <a:p>
            <a:pPr lvl="2"/>
            <a:r>
              <a:rPr lang="en-US" noProof="0">
                <a:solidFill>
                  <a:srgbClr val="222222"/>
                </a:solidFill>
                <a:latin typeface="source sans pro" panose="020B0503030403020204" pitchFamily="34" charset="0"/>
              </a:rPr>
              <a:t>Odd number of data points: middle value is returned</a:t>
            </a:r>
          </a:p>
          <a:p>
            <a:pPr lvl="2"/>
            <a:r>
              <a:rPr lang="en-US" noProof="0">
                <a:solidFill>
                  <a:srgbClr val="222222"/>
                </a:solidFill>
                <a:latin typeface="source sans pro" panose="020B0503030403020204" pitchFamily="34" charset="0"/>
              </a:rPr>
              <a:t>Even number of data points: average of the 2 middle values is returned</a:t>
            </a:r>
          </a:p>
          <a:p>
            <a:pPr marL="914400" lvl="2" indent="0">
              <a:buNone/>
            </a:pPr>
            <a:endParaRPr lang="en-US" noProof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pPr lvl="1"/>
            <a:r>
              <a:rPr lang="en-US" sz="2400" noProof="0">
                <a:solidFill>
                  <a:srgbClr val="222222"/>
                </a:solidFill>
                <a:latin typeface="source sans pro" panose="020B0503030403020204" pitchFamily="34" charset="0"/>
              </a:rPr>
              <a:t>Mode: the most typical data value in the set</a:t>
            </a:r>
          </a:p>
          <a:p>
            <a:pPr lvl="2"/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14563-8D60-43C3-9D4F-166D8AC1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94B31-82E5-4782-BCF1-304778E994C5}"/>
              </a:ext>
            </a:extLst>
          </p:cNvPr>
          <p:cNvSpPr txBox="1"/>
          <p:nvPr/>
        </p:nvSpPr>
        <p:spPr>
          <a:xfrm>
            <a:off x="7219345" y="1783433"/>
            <a:ext cx="47655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statistics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3427C-9E33-412B-B2EF-86F8134DC22F}"/>
              </a:ext>
            </a:extLst>
          </p:cNvPr>
          <p:cNvSpPr txBox="1"/>
          <p:nvPr/>
        </p:nvSpPr>
        <p:spPr>
          <a:xfrm>
            <a:off x="7219345" y="3457399"/>
            <a:ext cx="26792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3.3846153846153846</a:t>
            </a:r>
          </a:p>
          <a:p>
            <a:r>
              <a:rPr lang="en-US"/>
              <a:t>3</a:t>
            </a:r>
          </a:p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14198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7CDC-5D72-4724-8FFF-DF57C2D5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Time to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5C363-F498-4AB0-9170-B6F44E46D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Exercise 2 : filter()</a:t>
            </a:r>
          </a:p>
          <a:p>
            <a:r>
              <a:rPr lang="en-US" noProof="0"/>
              <a:t>Exercise 3 : map() – Lambda function – List Comprehension</a:t>
            </a:r>
          </a:p>
          <a:p>
            <a:r>
              <a:rPr lang="en-US" noProof="0"/>
              <a:t>Exercise 4 : zip() – enumerate() – </a:t>
            </a:r>
            <a:r>
              <a:rPr lang="en-US" noProof="0" err="1"/>
              <a:t>dict</a:t>
            </a:r>
            <a:r>
              <a:rPr lang="en-US" noProof="0"/>
              <a:t>()</a:t>
            </a:r>
          </a:p>
          <a:p>
            <a:r>
              <a:rPr lang="en-US" noProof="0"/>
              <a:t>Exercise 5 : OO – zip()</a:t>
            </a:r>
          </a:p>
          <a:p>
            <a:r>
              <a:rPr lang="en-US" noProof="0"/>
              <a:t>Exercise 6 : Statistics: detecting outliers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153C2-FA12-4BB8-A475-E4154E92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74356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2689</Words>
  <Application>Microsoft Office PowerPoint</Application>
  <PresentationFormat>Widescreen</PresentationFormat>
  <Paragraphs>344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Cambria</vt:lpstr>
      <vt:lpstr>Consolas</vt:lpstr>
      <vt:lpstr>source sans pro</vt:lpstr>
      <vt:lpstr>Verdana</vt:lpstr>
      <vt:lpstr>Wingdings</vt:lpstr>
      <vt:lpstr>Kantoorthema</vt:lpstr>
      <vt:lpstr>Advanced programming topics</vt:lpstr>
      <vt:lpstr>What do you know already?</vt:lpstr>
      <vt:lpstr>Scaling up your Python programming skills</vt:lpstr>
      <vt:lpstr>OO : Classes</vt:lpstr>
      <vt:lpstr>OO: Instance methods</vt:lpstr>
      <vt:lpstr>OO: Instance methods</vt:lpstr>
      <vt:lpstr>OO: Inheritance</vt:lpstr>
      <vt:lpstr>OO: Inheritance</vt:lpstr>
      <vt:lpstr>Time to practice OO programming</vt:lpstr>
      <vt:lpstr>Built-in functions for working with collections</vt:lpstr>
      <vt:lpstr>Collection-based iteration</vt:lpstr>
      <vt:lpstr>Enumerate() for counting</vt:lpstr>
      <vt:lpstr>Enumerate()</vt:lpstr>
      <vt:lpstr>Zip() for parallel iteration</vt:lpstr>
      <vt:lpstr>Zip()</vt:lpstr>
      <vt:lpstr>Zip() &amp; Enumerate() </vt:lpstr>
      <vt:lpstr>Map() for calling functions</vt:lpstr>
      <vt:lpstr>Map()</vt:lpstr>
      <vt:lpstr>Filter() for extracting values from iterables</vt:lpstr>
      <vt:lpstr>Lambda functions</vt:lpstr>
      <vt:lpstr>Lambda functions</vt:lpstr>
      <vt:lpstr>List comprehension</vt:lpstr>
      <vt:lpstr>List comprehension</vt:lpstr>
      <vt:lpstr>List comprehension</vt:lpstr>
      <vt:lpstr>List comprehension</vt:lpstr>
      <vt:lpstr>Copying list</vt:lpstr>
      <vt:lpstr>Descriptive statistics</vt:lpstr>
      <vt:lpstr>Measures of central location</vt:lpstr>
      <vt:lpstr>Time to practice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Ellen Torfs</cp:lastModifiedBy>
  <cp:revision>1</cp:revision>
  <dcterms:created xsi:type="dcterms:W3CDTF">2018-02-21T07:41:18Z</dcterms:created>
  <dcterms:modified xsi:type="dcterms:W3CDTF">2025-09-01T12:45:34Z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2023-06-20T11:13:29Z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aaa97f55-69c4-4a77-8cd5-ef0a36320c39</vt:lpwstr>
  </property>
  <property fmtid="{D5CDD505-2E9C-101B-9397-08002B2CF9AE}" pid="8" name="MSIP_Label_c337be75-dfbb-4261-9834-ac247c7dde13_ContentBits">
    <vt:lpwstr>0</vt:lpwstr>
  </property>
</Properties>
</file>